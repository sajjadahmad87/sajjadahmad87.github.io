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0e93333c0f4d38" /><Relationship Type="http://schemas.openxmlformats.org/officeDocument/2006/relationships/extended-properties" Target="/docProps/app.xml" Id="Rc32adb1757ba4307" /><Relationship Type="http://schemas.openxmlformats.org/officeDocument/2006/relationships/officeDocument" Target="/ppt/presentation.xml" Id="R4c18dabf1ed24b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74c45c1f594cf0"/>
  </p:sldMasterIdLst>
  <p:notesMasterIdLst>
    <p:notesMasterId xmlns:r="http://schemas.openxmlformats.org/officeDocument/2006/relationships" r:id="R0d86c7701f1c4cf3"/>
  </p:notesMasterIdLst>
  <p:sldIdLst>
    <p:sldId xmlns:r="http://schemas.openxmlformats.org/officeDocument/2006/relationships" id="256" r:id="Rf19688d31f1043f3"/>
    <p:sldId xmlns:r="http://schemas.openxmlformats.org/officeDocument/2006/relationships" id="257" r:id="R9d775bdcea4e48f6"/>
    <p:sldId xmlns:r="http://schemas.openxmlformats.org/officeDocument/2006/relationships" id="258" r:id="Rce86355a10ca4e7f"/>
    <p:sldId xmlns:r="http://schemas.openxmlformats.org/officeDocument/2006/relationships" id="259" r:id="R479a860c8c5a486e"/>
    <p:sldId xmlns:r="http://schemas.openxmlformats.org/officeDocument/2006/relationships" id="260" r:id="Re303b868a1654808"/>
    <p:sldId xmlns:r="http://schemas.openxmlformats.org/officeDocument/2006/relationships" id="261" r:id="R95c8a5ac38924e60"/>
    <p:sldId xmlns:r="http://schemas.openxmlformats.org/officeDocument/2006/relationships" id="262" r:id="R83e250f6f66f4a23"/>
    <p:sldId xmlns:r="http://schemas.openxmlformats.org/officeDocument/2006/relationships" id="263" r:id="R8f2c08888b844893"/>
    <p:sldId xmlns:r="http://schemas.openxmlformats.org/officeDocument/2006/relationships" id="264" r:id="Re4db0ff93df5426e"/>
    <p:sldId xmlns:r="http://schemas.openxmlformats.org/officeDocument/2006/relationships" id="265" r:id="Ra5bfee46e6fa41ff"/>
    <p:sldId xmlns:r="http://schemas.openxmlformats.org/officeDocument/2006/relationships" id="266" r:id="Rff665f79991e4e4d"/>
    <p:sldId xmlns:r="http://schemas.openxmlformats.org/officeDocument/2006/relationships" id="267" r:id="Rc46dcc06f042448e"/>
    <p:sldId xmlns:r="http://schemas.openxmlformats.org/officeDocument/2006/relationships" id="268" r:id="Rf485936762174ab8"/>
    <p:sldId xmlns:r="http://schemas.openxmlformats.org/officeDocument/2006/relationships" id="269" r:id="R739aaed2842045f3"/>
    <p:sldId xmlns:r="http://schemas.openxmlformats.org/officeDocument/2006/relationships" id="270" r:id="R75ac11cbee3e41ff"/>
    <p:sldId xmlns:r="http://schemas.openxmlformats.org/officeDocument/2006/relationships" id="271" r:id="Rfd5cb9ffbad54faa"/>
    <p:sldId xmlns:r="http://schemas.openxmlformats.org/officeDocument/2006/relationships" id="272" r:id="R97f96b0e1d694a5a"/>
    <p:sldId xmlns:r="http://schemas.openxmlformats.org/officeDocument/2006/relationships" id="273" r:id="Rba9e6f7925b44eef"/>
    <p:sldId xmlns:r="http://schemas.openxmlformats.org/officeDocument/2006/relationships" id="274" r:id="Re82412140282408d"/>
    <p:sldId xmlns:r="http://schemas.openxmlformats.org/officeDocument/2006/relationships" id="275" r:id="R862cb74f30664cfd"/>
    <p:sldId xmlns:r="http://schemas.openxmlformats.org/officeDocument/2006/relationships" id="276" r:id="R5097e12c6655414a"/>
    <p:sldId xmlns:r="http://schemas.openxmlformats.org/officeDocument/2006/relationships" id="277" r:id="R4072f16b195941d9"/>
    <p:sldId xmlns:r="http://schemas.openxmlformats.org/officeDocument/2006/relationships" id="278" r:id="R72577c99d78a4a76"/>
    <p:sldId xmlns:r="http://schemas.openxmlformats.org/officeDocument/2006/relationships" id="279" r:id="R1d836ddf3b904837"/>
    <p:sldId xmlns:r="http://schemas.openxmlformats.org/officeDocument/2006/relationships" id="280" r:id="R645cb2e27f3f44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693fce8f2a4b96" /><Relationship Type="http://schemas.openxmlformats.org/officeDocument/2006/relationships/slideMaster" Target="/ppt/slideMasters/slideMaster1.xml" Id="Rec74c45c1f594cf0" /><Relationship Type="http://schemas.openxmlformats.org/officeDocument/2006/relationships/notesMaster" Target="/ppt/notesMasters/notesMaster1.xml" Id="R0d86c7701f1c4cf3" /><Relationship Type="http://schemas.openxmlformats.org/officeDocument/2006/relationships/presProps" Target="/ppt/presProps.xml" Id="R5af73fbd5bb84a67" /><Relationship Type="http://schemas.openxmlformats.org/officeDocument/2006/relationships/tableStyles" Target="/ppt/tableStyles.xml" Id="R272121e509514b19" /><Relationship Type="http://schemas.openxmlformats.org/officeDocument/2006/relationships/slide" Target="/ppt/slides/slide1.xml" Id="Rf19688d31f1043f3" /><Relationship Type="http://schemas.openxmlformats.org/officeDocument/2006/relationships/slide" Target="/ppt/slides/slide2.xml" Id="R9d775bdcea4e48f6" /><Relationship Type="http://schemas.openxmlformats.org/officeDocument/2006/relationships/slide" Target="/ppt/slides/slide3.xml" Id="Rce86355a10ca4e7f" /><Relationship Type="http://schemas.openxmlformats.org/officeDocument/2006/relationships/slide" Target="/ppt/slides/slide4.xml" Id="R479a860c8c5a486e" /><Relationship Type="http://schemas.openxmlformats.org/officeDocument/2006/relationships/slide" Target="/ppt/slides/slide5.xml" Id="Re303b868a1654808" /><Relationship Type="http://schemas.openxmlformats.org/officeDocument/2006/relationships/slide" Target="/ppt/slides/slide6.xml" Id="R95c8a5ac38924e60" /><Relationship Type="http://schemas.openxmlformats.org/officeDocument/2006/relationships/slide" Target="/ppt/slides/slide7.xml" Id="R83e250f6f66f4a23" /><Relationship Type="http://schemas.openxmlformats.org/officeDocument/2006/relationships/slide" Target="/ppt/slides/slide8.xml" Id="R8f2c08888b844893" /><Relationship Type="http://schemas.openxmlformats.org/officeDocument/2006/relationships/slide" Target="/ppt/slides/slide9.xml" Id="Re4db0ff93df5426e" /><Relationship Type="http://schemas.openxmlformats.org/officeDocument/2006/relationships/slide" Target="/ppt/slides/slide10.xml" Id="Ra5bfee46e6fa41ff" /><Relationship Type="http://schemas.openxmlformats.org/officeDocument/2006/relationships/slide" Target="/ppt/slides/slide11.xml" Id="Rff665f79991e4e4d" /><Relationship Type="http://schemas.openxmlformats.org/officeDocument/2006/relationships/slide" Target="/ppt/slides/slide12.xml" Id="Rc46dcc06f042448e" /><Relationship Type="http://schemas.openxmlformats.org/officeDocument/2006/relationships/slide" Target="/ppt/slides/slide13.xml" Id="Rf485936762174ab8" /><Relationship Type="http://schemas.openxmlformats.org/officeDocument/2006/relationships/slide" Target="/ppt/slides/slide14.xml" Id="R739aaed2842045f3" /><Relationship Type="http://schemas.openxmlformats.org/officeDocument/2006/relationships/slide" Target="/ppt/slides/slide15.xml" Id="R75ac11cbee3e41ff" /><Relationship Type="http://schemas.openxmlformats.org/officeDocument/2006/relationships/slide" Target="/ppt/slides/slide16.xml" Id="Rfd5cb9ffbad54faa" /><Relationship Type="http://schemas.openxmlformats.org/officeDocument/2006/relationships/slide" Target="/ppt/slides/slide17.xml" Id="R97f96b0e1d694a5a" /><Relationship Type="http://schemas.openxmlformats.org/officeDocument/2006/relationships/slide" Target="/ppt/slides/slide18.xml" Id="Rba9e6f7925b44eef" /><Relationship Type="http://schemas.openxmlformats.org/officeDocument/2006/relationships/slide" Target="/ppt/slides/slide19.xml" Id="Re82412140282408d" /><Relationship Type="http://schemas.openxmlformats.org/officeDocument/2006/relationships/slide" Target="/ppt/slides/slide20.xml" Id="R862cb74f30664cfd" /><Relationship Type="http://schemas.openxmlformats.org/officeDocument/2006/relationships/slide" Target="/ppt/slides/slide21.xml" Id="R5097e12c6655414a" /><Relationship Type="http://schemas.openxmlformats.org/officeDocument/2006/relationships/slide" Target="/ppt/slides/slide22.xml" Id="R4072f16b195941d9" /><Relationship Type="http://schemas.openxmlformats.org/officeDocument/2006/relationships/slide" Target="/ppt/slides/slide23.xml" Id="R72577c99d78a4a76" /><Relationship Type="http://schemas.openxmlformats.org/officeDocument/2006/relationships/slide" Target="/ppt/slides/slide24.xml" Id="R1d836ddf3b904837" /><Relationship Type="http://schemas.openxmlformats.org/officeDocument/2006/relationships/slide" Target="/ppt/slides/slide25.xml" Id="R645cb2e27f3f44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970978b6134a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d8cd84f09b47a8" /><Relationship Type="http://schemas.openxmlformats.org/officeDocument/2006/relationships/notesMaster" Target="/ppt/notesMasters/notesMaster1.xml" Id="R3ff30b7e4f9046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bad28a2c034386" /><Relationship Type="http://schemas.openxmlformats.org/officeDocument/2006/relationships/notesMaster" Target="/ppt/notesMasters/notesMaster1.xml" Id="Re1cc6fda17fd4f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eb3bfd63634666" /><Relationship Type="http://schemas.openxmlformats.org/officeDocument/2006/relationships/notesMaster" Target="/ppt/notesMasters/notesMaster1.xml" Id="Re6204b9d490d4b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de2ef7ee11444e" /><Relationship Type="http://schemas.openxmlformats.org/officeDocument/2006/relationships/notesMaster" Target="/ppt/notesMasters/notesMaster1.xml" Id="R6bbc81cb81cf40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feb363bde64539" /><Relationship Type="http://schemas.openxmlformats.org/officeDocument/2006/relationships/notesMaster" Target="/ppt/notesMasters/notesMaster1.xml" Id="Ra06c168979d744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5097462e604d73" /><Relationship Type="http://schemas.openxmlformats.org/officeDocument/2006/relationships/notesMaster" Target="/ppt/notesMasters/notesMaster1.xml" Id="R20c0de06081946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b57d0222304f87" /><Relationship Type="http://schemas.openxmlformats.org/officeDocument/2006/relationships/notesMaster" Target="/ppt/notesMasters/notesMaster1.xml" Id="Rc74a8073242b4a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4ee41fbc1a43c5" /><Relationship Type="http://schemas.openxmlformats.org/officeDocument/2006/relationships/notesMaster" Target="/ppt/notesMasters/notesMaster1.xml" Id="R15a307e7cdbf46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82c7b7b82d4700" /><Relationship Type="http://schemas.openxmlformats.org/officeDocument/2006/relationships/notesMaster" Target="/ppt/notesMasters/notesMaster1.xml" Id="R89645856e3b44d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e5ca7281ef483c" /><Relationship Type="http://schemas.openxmlformats.org/officeDocument/2006/relationships/notesMaster" Target="/ppt/notesMasters/notesMaster1.xml" Id="R2ec86e8181ea41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06d4ac967c40b2" /><Relationship Type="http://schemas.openxmlformats.org/officeDocument/2006/relationships/notesMaster" Target="/ppt/notesMasters/notesMaster1.xml" Id="Re8e1a67c7e1849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f273493a414558" /><Relationship Type="http://schemas.openxmlformats.org/officeDocument/2006/relationships/notesMaster" Target="/ppt/notesMasters/notesMaster1.xml" Id="R91e0afd60bc34c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53bc6a186941cc" /><Relationship Type="http://schemas.openxmlformats.org/officeDocument/2006/relationships/notesMaster" Target="/ppt/notesMasters/notesMaster1.xml" Id="R0bd5aec4c9d44d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8f38db10d9466b" /><Relationship Type="http://schemas.openxmlformats.org/officeDocument/2006/relationships/notesMaster" Target="/ppt/notesMasters/notesMaster1.xml" Id="R45794fda9cf64a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46e5172f1649a3" /><Relationship Type="http://schemas.openxmlformats.org/officeDocument/2006/relationships/notesMaster" Target="/ppt/notesMasters/notesMaster1.xml" Id="R3624217ec65d4f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335bd499014425" /><Relationship Type="http://schemas.openxmlformats.org/officeDocument/2006/relationships/notesMaster" Target="/ppt/notesMasters/notesMaster1.xml" Id="R6d5310c6b4d845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a1f2d2060440ce" /><Relationship Type="http://schemas.openxmlformats.org/officeDocument/2006/relationships/notesMaster" Target="/ppt/notesMasters/notesMaster1.xml" Id="Ra7eb6d58f06047e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71fa7d7b2e422e" /><Relationship Type="http://schemas.openxmlformats.org/officeDocument/2006/relationships/notesMaster" Target="/ppt/notesMasters/notesMaster1.xml" Id="Rd316cb69322a41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ce2f3554c44028" /><Relationship Type="http://schemas.openxmlformats.org/officeDocument/2006/relationships/notesMaster" Target="/ppt/notesMasters/notesMaster1.xml" Id="R715b858a069648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840833ee35b4ac0" /><Relationship Type="http://schemas.openxmlformats.org/officeDocument/2006/relationships/notesMaster" Target="/ppt/notesMasters/notesMaster1.xml" Id="R4260952aace34e4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7961c3487b640ae" /><Relationship Type="http://schemas.openxmlformats.org/officeDocument/2006/relationships/notesMaster" Target="/ppt/notesMasters/notesMaster1.xml" Id="R0833777a68d047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f62fa60bf043c0" /><Relationship Type="http://schemas.openxmlformats.org/officeDocument/2006/relationships/notesMaster" Target="/ppt/notesMasters/notesMaster1.xml" Id="Rcbceff64958c4d8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9b09b8e0c9c4111" /><Relationship Type="http://schemas.openxmlformats.org/officeDocument/2006/relationships/notesMaster" Target="/ppt/notesMasters/notesMaster1.xml" Id="R19d4c33d4c5445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6b75505c02440a" /><Relationship Type="http://schemas.openxmlformats.org/officeDocument/2006/relationships/notesMaster" Target="/ppt/notesMasters/notesMaster1.xml" Id="Rb078f318aea34b6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5f9442663cf47df" /><Relationship Type="http://schemas.openxmlformats.org/officeDocument/2006/relationships/notesMaster" Target="/ppt/notesMasters/notesMaster1.xml" Id="Rf9a36137e70f43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cd84cfcd743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a86f0d28de4cb8" /><Relationship Type="http://schemas.openxmlformats.org/officeDocument/2006/relationships/slideLayout" Target="/ppt/slideLayouts/slideLayout1.xml" Id="Rc303362213b7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03362213b7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baf9772e04b29" /><Relationship Type="http://schemas.openxmlformats.org/officeDocument/2006/relationships/image" Target="/ppt/media/image.jpeg" Id="R13b176aeb1054c18" /><Relationship Type="http://schemas.openxmlformats.org/officeDocument/2006/relationships/notesSlide" Target="/ppt/notesSlides/notesSlide1.xml" Id="R4df877c5016947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3729d2db84542" /><Relationship Type="http://schemas.openxmlformats.org/officeDocument/2006/relationships/notesSlide" Target="/ppt/notesSlides/notesSlide2.xml" Id="Rc756be037df14c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09c5d713a4612" /><Relationship Type="http://schemas.openxmlformats.org/officeDocument/2006/relationships/notesSlide" Target="/ppt/notesSlides/notesSlide3.xml" Id="R789f6ac794bb49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70d6767e74665" /><Relationship Type="http://schemas.openxmlformats.org/officeDocument/2006/relationships/notesSlide" Target="/ppt/notesSlides/notesSlide4.xml" Id="Re5d70233251c40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da17ae6144544" /><Relationship Type="http://schemas.openxmlformats.org/officeDocument/2006/relationships/notesSlide" Target="/ppt/notesSlides/notesSlide5.xml" Id="Rf0969f10a7d64f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d8ed22139471b" /><Relationship Type="http://schemas.openxmlformats.org/officeDocument/2006/relationships/notesSlide" Target="/ppt/notesSlides/notesSlide6.xml" Id="R9929cc046a2d48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1b0aa9b46408c" /><Relationship Type="http://schemas.openxmlformats.org/officeDocument/2006/relationships/image" Target="/ppt/media/image2.jpeg" Id="Rc37c0eb7c5bd477e" /><Relationship Type="http://schemas.openxmlformats.org/officeDocument/2006/relationships/notesSlide" Target="/ppt/notesSlides/notesSlide7.xml" Id="R62bccb56d43d42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22323cd654a04" /><Relationship Type="http://schemas.openxmlformats.org/officeDocument/2006/relationships/image" Target="/ppt/media/image3.jpeg" Id="Rcf8b530cc64d4a21" /><Relationship Type="http://schemas.openxmlformats.org/officeDocument/2006/relationships/notesSlide" Target="/ppt/notesSlides/notesSlide8.xml" Id="R2ecfc831ffa243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dbe175b1e41f4" /><Relationship Type="http://schemas.openxmlformats.org/officeDocument/2006/relationships/image" Target="/ppt/media/image4.jpeg" Id="Rf2ae194b21bf4f48" /><Relationship Type="http://schemas.openxmlformats.org/officeDocument/2006/relationships/notesSlide" Target="/ppt/notesSlides/notesSlide9.xml" Id="R197d9508e0f74f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1b06a8ac74aaf" /><Relationship Type="http://schemas.openxmlformats.org/officeDocument/2006/relationships/image" Target="/ppt/media/image5.jpeg" Id="R3bfa23ad9aab4f43" /><Relationship Type="http://schemas.openxmlformats.org/officeDocument/2006/relationships/notesSlide" Target="/ppt/notesSlides/notesSlide10.xml" Id="R1dd95ab411c948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5081e37774518" /><Relationship Type="http://schemas.openxmlformats.org/officeDocument/2006/relationships/image" Target="/ppt/media/image6.jpeg" Id="Rcb462171de3c4b90" /><Relationship Type="http://schemas.openxmlformats.org/officeDocument/2006/relationships/notesSlide" Target="/ppt/notesSlides/notesSlide11.xml" Id="R8c9c5e16940d4c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8632e9fd549bd" /><Relationship Type="http://schemas.openxmlformats.org/officeDocument/2006/relationships/image" Target="/ppt/media/image7.jpeg" Id="R8d1c495d097144e8" /><Relationship Type="http://schemas.openxmlformats.org/officeDocument/2006/relationships/notesSlide" Target="/ppt/notesSlides/notesSlide12.xml" Id="R14931dd987d645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1b7b56b004a20" /><Relationship Type="http://schemas.openxmlformats.org/officeDocument/2006/relationships/image" Target="/ppt/media/image8.jpeg" Id="R5fab92fe82fb474e" /><Relationship Type="http://schemas.openxmlformats.org/officeDocument/2006/relationships/notesSlide" Target="/ppt/notesSlides/notesSlide13.xml" Id="R0f391e96cc9f47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c0af9deaa46d0" /><Relationship Type="http://schemas.openxmlformats.org/officeDocument/2006/relationships/image" Target="/ppt/media/image9.jpeg" Id="Rd8ce0dff2e854001" /><Relationship Type="http://schemas.openxmlformats.org/officeDocument/2006/relationships/notesSlide" Target="/ppt/notesSlides/notesSlide14.xml" Id="R485c9ef1c2604c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b413f4c154d86" /><Relationship Type="http://schemas.openxmlformats.org/officeDocument/2006/relationships/image" Target="/ppt/media/image10.jpeg" Id="Rea8033dd73f142bd" /><Relationship Type="http://schemas.openxmlformats.org/officeDocument/2006/relationships/notesSlide" Target="/ppt/notesSlides/notesSlide15.xml" Id="Rf3d2550d01a345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1ff093e484a2d" /><Relationship Type="http://schemas.openxmlformats.org/officeDocument/2006/relationships/image" Target="/ppt/media/image11.jpeg" Id="R2be0b0b8be07413b" /><Relationship Type="http://schemas.openxmlformats.org/officeDocument/2006/relationships/notesSlide" Target="/ppt/notesSlides/notesSlide16.xml" Id="R36b40bf2412c4c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cf0c697b344e9" /><Relationship Type="http://schemas.openxmlformats.org/officeDocument/2006/relationships/image" Target="/ppt/media/image12.jpeg" Id="R127833392a574b5b" /><Relationship Type="http://schemas.openxmlformats.org/officeDocument/2006/relationships/notesSlide" Target="/ppt/notesSlides/notesSlide17.xml" Id="R34ae2a71b3a545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e018d12834b5a" /><Relationship Type="http://schemas.openxmlformats.org/officeDocument/2006/relationships/image" Target="/ppt/media/image13.jpeg" Id="R73ffeecc8bbe4f81" /><Relationship Type="http://schemas.openxmlformats.org/officeDocument/2006/relationships/notesSlide" Target="/ppt/notesSlides/notesSlide18.xml" Id="Rb786e08ede5344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4bc75b90f44ef" /><Relationship Type="http://schemas.openxmlformats.org/officeDocument/2006/relationships/image" Target="/ppt/media/image14.jpeg" Id="R8aaa0f8f27844c81" /><Relationship Type="http://schemas.openxmlformats.org/officeDocument/2006/relationships/notesSlide" Target="/ppt/notesSlides/notesSlide19.xml" Id="R40a54f334dd742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853ae22b348d8" /><Relationship Type="http://schemas.openxmlformats.org/officeDocument/2006/relationships/image" Target="/ppt/media/image15.jpeg" Id="R8c7d64719f0c4b9b" /><Relationship Type="http://schemas.openxmlformats.org/officeDocument/2006/relationships/notesSlide" Target="/ppt/notesSlides/notesSlide20.xml" Id="R25caf45ed48341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ae5d70be74e22" /><Relationship Type="http://schemas.openxmlformats.org/officeDocument/2006/relationships/image" Target="/ppt/media/image16.jpeg" Id="R066893c3d8e74c65" /><Relationship Type="http://schemas.openxmlformats.org/officeDocument/2006/relationships/notesSlide" Target="/ppt/notesSlides/notesSlide21.xml" Id="Red082e00d3d54e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8c73f3a624cf4" /><Relationship Type="http://schemas.openxmlformats.org/officeDocument/2006/relationships/image" Target="/ppt/media/image17.jpeg" Id="R3cc8a3a86cfc4cfa" /><Relationship Type="http://schemas.openxmlformats.org/officeDocument/2006/relationships/notesSlide" Target="/ppt/notesSlides/notesSlide22.xml" Id="R2f179a5cf48c4f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c8b06af4a4a4b" /><Relationship Type="http://schemas.openxmlformats.org/officeDocument/2006/relationships/image" Target="/ppt/media/image18.jpeg" Id="R19b227a7eca3448d" /><Relationship Type="http://schemas.openxmlformats.org/officeDocument/2006/relationships/notesSlide" Target="/ppt/notesSlides/notesSlide23.xml" Id="R7f6fd35d2c4f4f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019499dff45e7" /><Relationship Type="http://schemas.openxmlformats.org/officeDocument/2006/relationships/image" Target="/ppt/media/image19.jpeg" Id="R0d70851a70b946a0" /><Relationship Type="http://schemas.openxmlformats.org/officeDocument/2006/relationships/notesSlide" Target="/ppt/notesSlides/notesSlide24.xml" Id="Rc238f2b22db5468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4cd14753e4f04" /><Relationship Type="http://schemas.openxmlformats.org/officeDocument/2006/relationships/notesSlide" Target="/ppt/notesSlides/notesSlide25.xml" Id="R1c869968a84747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D27E3-4FD9-415E-9972-AAF25611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VEIT • TUNNEL FINISHER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C917A-55D6-4719-A9C8-00568C08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VEIT 8657 Tunnel Finisher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A082A-3500-404B-A0B3-870C084A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Original operating instructions — P16111 Project Configuration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2E459-10F4-4D3C-A6C3-0AE6F232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176aeb1054c18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CCBAC-1327-4BC9-8F41-B69FECA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386328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7E1B4-FA4F-41A2-A5B7-44ED86EA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VEIT • TUNNEL FINISHER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97AB0-C678-4832-8656-BBB2959A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78DE7-5A22-420F-A44B-26093023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B3F85-A623-4142-9061-6B8085BF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6969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BD4FF-CEDD-4DCF-ACAD-7AF09AFA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A5B9C-1BBD-4F30-B017-13854D32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F16A1-D95B-411A-B9D8-0F8D9F55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88C1F-EBD3-4CAA-9963-F75270C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2C8F3-DCFB-48A3-9568-5BE87B2E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Operating-instruction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65E0A-CA09-495A-8F8F-B06C84F2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9F2A1-57CC-4276-AD87-5E942349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8657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C4DCE-AB3A-417A-9547-5623CF67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Tunnel finisher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DE3EB-61FF-4DE8-A570-AAC0BF27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78C8E-AD9C-4D07-8381-43E71C3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v2.00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2613B-E948-48E5-AE0F-CA7F550C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Document 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81C46-3D2E-4C0C-AFCA-53D0FA83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DB1DE-1E5D-4860-9945-F359721A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622CD-630C-4D86-9294-C57D3A1C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3952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9934E-B4C2-403F-BBE5-F4D4F69B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2A39F-7982-4A54-B60D-07D37631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40D32-E61A-4F1F-A0DD-31328995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safety signs, hazards and emergency response. • Follow startup, operation, shutdown and cleaning instructions.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D49DF-7703-4676-97E3-AC7BB8BD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68122-E40F-4219-A3AC-7EF2EAAD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machine diagrams to locate physical assemblies and service points. • Apply the project-specific P16111 configuration information.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23241-ACF7-4BEE-A745-5D5730BA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C2461-1336-49B1-B88B-724A0159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54EED-ACC0-47BB-BEC9-4D57A6C9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3493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23190-1849-479D-BB2E-F3ACCCC5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00FC0-F590-47C3-915F-00DFB177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4F2B5-1B8B-4973-B372-5DE6F0A8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3BDCD-BA96-4FE5-A9AA-369AA0F5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03130-EB2C-451F-AE66-138CB54C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C1E84-3F49-46E4-964F-9D306579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47E64-B028-40B0-84A2-4827F5B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4DFD2-2F54-44AA-B4C7-20D4CACD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3553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07FED-6053-4013-BEC0-33BB7472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48886-CE58-413B-B32D-110B18A9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CF746-83F3-4058-BC0E-8F188947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D59D0-A5B0-47AE-94E3-8B4450B3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5D411-F2CE-4C9D-9510-3582CCE5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22B84-2F7B-44ED-91C4-A8F77EB9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43966-5A37-4F2C-9D36-D468460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AD7A5-8563-4FF3-B5D2-729340B6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8050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6A52D-6EA4-423C-94EB-9A230CB9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29E33-4CBA-4BB4-A461-0861E853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99CA6-03C3-489C-92A7-AD5C9E6B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c0eb7c5bd477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B148A-E3B1-46B7-8A81-D600ACC3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200C9-37C1-4ECC-9F2A-E0C8FB37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9D79A-6FAB-4883-8B5F-D79AE41E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7C1A4-589D-4792-921E-AE98A107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3FD66-9921-4B42-A166-657FF68D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5821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A9D32-F88D-441E-A586-ACABA247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C0422-B7F9-4EEB-A22C-A8838603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3F5F4-2634-4E58-B363-DB71D2B7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b530cc64d4a2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8341E-CE74-4B61-A690-41B72526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B429C-52AC-4D47-B078-5868115A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5E66C-5F57-431A-BE55-B3BB7F49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5E42A-BE3C-4988-A601-90B9173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D9B41-BF94-4A6E-94F3-6CCC12B2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634444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2562E-9A99-4332-8CA3-154D599D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5A747-D9A6-49C0-A297-F9B1EA59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78EEE-176C-4A6E-A76A-9193259A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e194b21bf4f48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0AAE4-B17C-4C01-BEE9-17365AE6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82666-49C0-4AD6-824C-DC7A38FB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AB180-77D2-4BDC-B104-01AB0B29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C9748-F170-461E-B127-34252386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7B8BD-68FB-484E-9A9B-1F9A3F50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89336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B75D0-2851-47B8-9E68-BDC5ADFE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3F665-E6F5-4032-9691-54EF4BEC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B9F33-6F8E-42CC-824D-096B0A3E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a23ad9aab4f4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3D7F7-761D-49F7-83D3-BB34F147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0086D-702E-4D6F-846A-553AF715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C992E-14A0-4198-9371-F6CF7C9C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1F619-5EFF-41DC-B923-D2C0A2A7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1DA73-66BE-42A4-94B9-4A55783C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88059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B4BB7-8EDE-4840-9056-3B5CFB1B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87498-7969-435F-B1E0-77B3A62F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71BCB-173E-406E-9700-9BA7589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62171de3c4b9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ED3D1-8C17-4C67-8E7E-37E21717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16E2A-CA9B-46ED-B6D1-98E1DA8F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5F9D5-66E7-4999-8665-20402084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65663-0475-4552-8012-DE6F31F9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2950E-E195-432C-9986-0F7DD008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64300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13E41-EA1B-4621-AA57-6CAC563C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57568-2F91-4BAF-8DEE-3AE4D092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A6603-5F27-434B-9204-D6ABBAFF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c495d097144e8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3F448-FFC3-4449-8682-52B928C8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173FE-0E91-450F-B21B-8734272A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32A47-D28C-43A0-B4C6-FAA8BB6D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1BFC1-8DC9-474E-9F93-3026B8A8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1D75D-2AFF-4B31-BD50-22C7954D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78269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A93FD-0066-4F02-9CFF-C1BD0887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E8144-B296-4AD7-A771-416CE912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21E15-DA59-4CDB-B42C-654EAE35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b92fe82fb474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05B44-620D-4D67-9B04-2FBD1B6F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EA892-C5EE-4B40-86BD-1BE76D14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1EA63-495B-46DE-A5C5-8EBD11F3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017CC-8C36-4D20-8BC6-428325CC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E6A98-8149-4E8F-928E-48F749D9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237380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29248-CF5A-4ECF-943B-5A0824C2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993A1-51BC-4066-8A16-4C0E7DA2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D3FFB-AB03-44DD-9E56-7C4A21A8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e0dff2e85400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784AF-8720-4D69-B972-BB76A912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B48CB-C369-4D4B-82E2-1A2BC972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E1E00-6B03-4549-89BE-018E7CA4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83407-159A-44E2-A88D-558F5DF2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63AC3-A83C-435A-955D-4B6D1509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294016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713A7-D521-4AEB-A5E7-8EEFEBBB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CC689-8495-4B61-9C1F-7606DAA7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09BEE-D8F6-445E-8A63-53F67B89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033dd73f142b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37E08-7884-4763-AC53-14DD1113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789FF-C11A-4172-AD5E-87812CA7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A8BEE-D782-49FE-9BD0-ADB9B865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088DD-0CD0-4F6C-A11F-0931A271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EE22B-BF3E-4D15-9BD8-4C1C9F1C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288782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47106-AAD2-437A-AF52-04FE73CA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5D24A-F9FD-4766-8333-F9F50A90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C611D-67C1-402A-9E7B-89CD5435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0b0b8be07413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CD455-9828-40E8-AAAD-AD774A7E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2ECF8-47C2-43F1-AC55-1ACD2F4E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7B649-1495-4FC5-BA65-FD9E55F4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0058C-DA15-44AB-8AEF-9DD53582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C9BDA-ED49-4DA2-835A-66865838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134770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5B635-CD18-48C2-8ED4-C404951B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CD42A-0912-4765-BCFA-17E8D01C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E3D7F-7734-4038-8A7F-4C1205DB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833392a574b5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F7FBE-D969-4FE9-AE3D-F4E7302C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677C3-1A94-4FFF-B9E7-14451023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00FF9-2872-4C17-9060-DB9B9B25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18320-553F-4653-B461-579FC903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BA316-E190-48D2-8D67-F3D88F4D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119319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37DB6-7750-4C81-89AB-27601EFE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DFBA3-C2BD-4B3D-9F5B-CE2ED93E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F5201-32B0-4B45-A221-45643D3F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feecc8bbe4f8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28A5B-C716-429A-927F-ECE96DF3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7F92A-822D-453F-A05B-A36B35E4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9521A-D9D1-4A2D-83B3-B1EF7E5D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0DF4F-EA3C-4D2E-BA2B-64908A08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B92BF-7A4F-4A51-8276-CC22BC66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981075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C6EE1-10C7-43B1-A00B-E24E7A96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1FD65-5EBE-46E5-AE3D-0227E651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72980-8A69-4379-9EC8-1843EC7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a0f8f27844c8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A770C-A8EC-4E42-A5AD-8939A4F8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68F6F-E287-49F1-86C4-00705CD5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C6D96-B219-4358-8A79-4842720E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50118-A475-481C-85F3-6E41A8D1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6FC77-A5F5-4529-AFD8-ADF0B558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299085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23575-D6D7-478E-9C02-542DFF1B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8C643-4147-47E9-B12B-B6430A30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8E0DA-E7DE-4D81-89C3-EE638E95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d64719f0c4b9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3B7BA-F409-4227-8698-8C3B809F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6FCDC-231B-485E-B332-5E35CBCC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46FB5-4C1E-4372-BEE9-9D871042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A4A0D-DB61-46C0-857E-76B4CCDA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A2D52-6E56-4BC4-9E40-53FFB49B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643345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54423-14F0-4546-9930-D7147227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CFD4C-F834-45E1-828D-E119F397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2E159-ECC4-4582-82B6-06B77CA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893c3d8e74c6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A79DF-B6E9-4DF5-A6B6-2CA47271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87F5E-D67F-4980-B928-8FA18A2E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AFF50-CB8D-4A90-B515-F84303DB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D4F93-E3E1-4AAA-ACF2-C3ECB26C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A9339-3A48-4BED-83E5-59C132DF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983345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22E40-E7B6-42EF-98DE-88824FF3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A9FAA-0330-4EF2-B838-FA31ACF0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28C30-88D0-4B98-999C-5FF28FC5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8a3a86cfc4cf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37A30-3D6C-481A-9277-EE2A8EB4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D4890-5230-4CA6-A6B1-3205DA32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B608C-8634-404A-9ED5-9F3FBBB4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D8101-7DC6-45ED-A726-97BD487D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B8F78-256F-4F24-A012-93EEA3D3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872176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06343-011B-47F5-9C1F-6DA10D2B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D6C05-BF46-496E-8877-44E638B0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0E274-4C6B-490A-8D92-A8E05550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227a7eca3448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00E08-A830-4346-BB4B-731CF458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A9584-35AC-4C5F-AF63-4F4B30C3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305F8-89EB-4E98-8965-3DCB8F12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3341C-BA3F-4D1A-9683-815A9A52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84794-EC55-43E4-882D-718E6F14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051056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9AA6F-4CE7-4849-ACCF-57A35576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EBB99-73D4-47E1-91A3-A8A0A818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D5F96-017C-4B82-A74B-0860B381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0851a70b946a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7BAEC-60A6-458A-9D9D-B19689D0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03774-F802-400D-9068-7C04269D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1CE3A-F41E-4B44-BD7E-19031089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A4D7B-3A43-4105-A686-63AA2A89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AFBA8-3696-4B07-8AAD-366A596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660095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98433-A5BF-4D29-84FA-56C675AC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7336E-AF18-4433-BB11-4012E444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E8E3C-ED05-4FFB-8BAB-2A242636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07937-F47B-481E-BF56-C9DB92A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B8B13-3F7D-4EEB-B68E-6635EBD0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BCE4D-0A89-4E8D-8674-746B143E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40F7D-5A2D-48B9-871D-73DE1E8B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Tunnel Finisher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2D8AC-092C-490E-A26E-44D92D6F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86684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2026-08-15T02:50:01.6870000Z</dcterms:created>
  <dcterms:modified xsi:type="dcterms:W3CDTF">2026-08-15T02:50:01.6870000Z</dcterms:modified>
</coreProperties>
</file>