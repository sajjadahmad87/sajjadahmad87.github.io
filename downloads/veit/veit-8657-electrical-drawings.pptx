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1f952f2366437d" /><Relationship Type="http://schemas.openxmlformats.org/officeDocument/2006/relationships/extended-properties" Target="/docProps/app.xml" Id="R575c199fdf034f1e" /><Relationship Type="http://schemas.openxmlformats.org/officeDocument/2006/relationships/officeDocument" Target="/ppt/presentation.xml" Id="R44cf9451f62e4d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7d1841445f41c7"/>
  </p:sldMasterIdLst>
  <p:notesMasterIdLst>
    <p:notesMasterId xmlns:r="http://schemas.openxmlformats.org/officeDocument/2006/relationships" r:id="Rf70660a2fbe34200"/>
  </p:notesMasterIdLst>
  <p:sldIdLst>
    <p:sldId xmlns:r="http://schemas.openxmlformats.org/officeDocument/2006/relationships" id="256" r:id="R9cb7f3e271754dd5"/>
    <p:sldId xmlns:r="http://schemas.openxmlformats.org/officeDocument/2006/relationships" id="257" r:id="Rc77b998f2984462c"/>
    <p:sldId xmlns:r="http://schemas.openxmlformats.org/officeDocument/2006/relationships" id="258" r:id="R284820671c804fd6"/>
    <p:sldId xmlns:r="http://schemas.openxmlformats.org/officeDocument/2006/relationships" id="259" r:id="R86bd02e3f3ed4f4a"/>
    <p:sldId xmlns:r="http://schemas.openxmlformats.org/officeDocument/2006/relationships" id="260" r:id="R7178793959a84edb"/>
    <p:sldId xmlns:r="http://schemas.openxmlformats.org/officeDocument/2006/relationships" id="261" r:id="R156d8fa99ced4c94"/>
    <p:sldId xmlns:r="http://schemas.openxmlformats.org/officeDocument/2006/relationships" id="262" r:id="R79f8cb0972894604"/>
    <p:sldId xmlns:r="http://schemas.openxmlformats.org/officeDocument/2006/relationships" id="263" r:id="R8773a4b097d44582"/>
    <p:sldId xmlns:r="http://schemas.openxmlformats.org/officeDocument/2006/relationships" id="264" r:id="R80ca754e7e5a47ff"/>
    <p:sldId xmlns:r="http://schemas.openxmlformats.org/officeDocument/2006/relationships" id="265" r:id="Rc1d357e6a5e5429f"/>
    <p:sldId xmlns:r="http://schemas.openxmlformats.org/officeDocument/2006/relationships" id="266" r:id="R7eaa358a9caf46c2"/>
    <p:sldId xmlns:r="http://schemas.openxmlformats.org/officeDocument/2006/relationships" id="267" r:id="R9c40d2fa05dd49e9"/>
    <p:sldId xmlns:r="http://schemas.openxmlformats.org/officeDocument/2006/relationships" id="268" r:id="R94db99056bd24a94"/>
    <p:sldId xmlns:r="http://schemas.openxmlformats.org/officeDocument/2006/relationships" id="269" r:id="Rb7315dcb66f74e08"/>
    <p:sldId xmlns:r="http://schemas.openxmlformats.org/officeDocument/2006/relationships" id="270" r:id="Re984cbce339441e6"/>
    <p:sldId xmlns:r="http://schemas.openxmlformats.org/officeDocument/2006/relationships" id="271" r:id="R8d793c2a7cec40e0"/>
    <p:sldId xmlns:r="http://schemas.openxmlformats.org/officeDocument/2006/relationships" id="272" r:id="Re32740b111294f64"/>
    <p:sldId xmlns:r="http://schemas.openxmlformats.org/officeDocument/2006/relationships" id="273" r:id="Rc3b4b2fca0c74d0e"/>
    <p:sldId xmlns:r="http://schemas.openxmlformats.org/officeDocument/2006/relationships" id="274" r:id="R40f331210f8645fe"/>
    <p:sldId xmlns:r="http://schemas.openxmlformats.org/officeDocument/2006/relationships" id="275" r:id="R199e758b029f40ae"/>
    <p:sldId xmlns:r="http://schemas.openxmlformats.org/officeDocument/2006/relationships" id="276" r:id="R93362fafdd3b4b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6f46b73c6747bc" /><Relationship Type="http://schemas.openxmlformats.org/officeDocument/2006/relationships/slideMaster" Target="/ppt/slideMasters/slideMaster1.xml" Id="R487d1841445f41c7" /><Relationship Type="http://schemas.openxmlformats.org/officeDocument/2006/relationships/notesMaster" Target="/ppt/notesMasters/notesMaster1.xml" Id="Rf70660a2fbe34200" /><Relationship Type="http://schemas.openxmlformats.org/officeDocument/2006/relationships/presProps" Target="/ppt/presProps.xml" Id="R0750b27a8ff547b4" /><Relationship Type="http://schemas.openxmlformats.org/officeDocument/2006/relationships/tableStyles" Target="/ppt/tableStyles.xml" Id="Rb1db8c228bb54974" /><Relationship Type="http://schemas.openxmlformats.org/officeDocument/2006/relationships/slide" Target="/ppt/slides/slide1.xml" Id="R9cb7f3e271754dd5" /><Relationship Type="http://schemas.openxmlformats.org/officeDocument/2006/relationships/slide" Target="/ppt/slides/slide2.xml" Id="Rc77b998f2984462c" /><Relationship Type="http://schemas.openxmlformats.org/officeDocument/2006/relationships/slide" Target="/ppt/slides/slide3.xml" Id="R284820671c804fd6" /><Relationship Type="http://schemas.openxmlformats.org/officeDocument/2006/relationships/slide" Target="/ppt/slides/slide4.xml" Id="R86bd02e3f3ed4f4a" /><Relationship Type="http://schemas.openxmlformats.org/officeDocument/2006/relationships/slide" Target="/ppt/slides/slide5.xml" Id="R7178793959a84edb" /><Relationship Type="http://schemas.openxmlformats.org/officeDocument/2006/relationships/slide" Target="/ppt/slides/slide6.xml" Id="R156d8fa99ced4c94" /><Relationship Type="http://schemas.openxmlformats.org/officeDocument/2006/relationships/slide" Target="/ppt/slides/slide7.xml" Id="R79f8cb0972894604" /><Relationship Type="http://schemas.openxmlformats.org/officeDocument/2006/relationships/slide" Target="/ppt/slides/slide8.xml" Id="R8773a4b097d44582" /><Relationship Type="http://schemas.openxmlformats.org/officeDocument/2006/relationships/slide" Target="/ppt/slides/slide9.xml" Id="R80ca754e7e5a47ff" /><Relationship Type="http://schemas.openxmlformats.org/officeDocument/2006/relationships/slide" Target="/ppt/slides/slide10.xml" Id="Rc1d357e6a5e5429f" /><Relationship Type="http://schemas.openxmlformats.org/officeDocument/2006/relationships/slide" Target="/ppt/slides/slide11.xml" Id="R7eaa358a9caf46c2" /><Relationship Type="http://schemas.openxmlformats.org/officeDocument/2006/relationships/slide" Target="/ppt/slides/slide12.xml" Id="R9c40d2fa05dd49e9" /><Relationship Type="http://schemas.openxmlformats.org/officeDocument/2006/relationships/slide" Target="/ppt/slides/slide13.xml" Id="R94db99056bd24a94" /><Relationship Type="http://schemas.openxmlformats.org/officeDocument/2006/relationships/slide" Target="/ppt/slides/slide14.xml" Id="Rb7315dcb66f74e08" /><Relationship Type="http://schemas.openxmlformats.org/officeDocument/2006/relationships/slide" Target="/ppt/slides/slide15.xml" Id="Re984cbce339441e6" /><Relationship Type="http://schemas.openxmlformats.org/officeDocument/2006/relationships/slide" Target="/ppt/slides/slide16.xml" Id="R8d793c2a7cec40e0" /><Relationship Type="http://schemas.openxmlformats.org/officeDocument/2006/relationships/slide" Target="/ppt/slides/slide17.xml" Id="Re32740b111294f64" /><Relationship Type="http://schemas.openxmlformats.org/officeDocument/2006/relationships/slide" Target="/ppt/slides/slide18.xml" Id="Rc3b4b2fca0c74d0e" /><Relationship Type="http://schemas.openxmlformats.org/officeDocument/2006/relationships/slide" Target="/ppt/slides/slide19.xml" Id="R40f331210f8645fe" /><Relationship Type="http://schemas.openxmlformats.org/officeDocument/2006/relationships/slide" Target="/ppt/slides/slide20.xml" Id="R199e758b029f40ae" /><Relationship Type="http://schemas.openxmlformats.org/officeDocument/2006/relationships/slide" Target="/ppt/slides/slide21.xml" Id="R93362fafdd3b4b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99c76cde0b4a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3585da7cf248c1" /><Relationship Type="http://schemas.openxmlformats.org/officeDocument/2006/relationships/notesMaster" Target="/ppt/notesMasters/notesMaster1.xml" Id="Rc27aab5e753c48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5499cb6a994d16" /><Relationship Type="http://schemas.openxmlformats.org/officeDocument/2006/relationships/notesMaster" Target="/ppt/notesMasters/notesMaster1.xml" Id="R1eb562bf8bbd48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87f2a1966e4fb7" /><Relationship Type="http://schemas.openxmlformats.org/officeDocument/2006/relationships/notesMaster" Target="/ppt/notesMasters/notesMaster1.xml" Id="R8c5bc0ba3ee747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1395b1047d4f6c" /><Relationship Type="http://schemas.openxmlformats.org/officeDocument/2006/relationships/notesMaster" Target="/ppt/notesMasters/notesMaster1.xml" Id="R0e45805fbfbf4d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353daa8db74fd7" /><Relationship Type="http://schemas.openxmlformats.org/officeDocument/2006/relationships/notesMaster" Target="/ppt/notesMasters/notesMaster1.xml" Id="Rec2d2c3000db42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52abcdab244343" /><Relationship Type="http://schemas.openxmlformats.org/officeDocument/2006/relationships/notesMaster" Target="/ppt/notesMasters/notesMaster1.xml" Id="R2fb3ad21d7a44a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d39909fcaf4129" /><Relationship Type="http://schemas.openxmlformats.org/officeDocument/2006/relationships/notesMaster" Target="/ppt/notesMasters/notesMaster1.xml" Id="R8d512ae5d77e46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268fe19261499e" /><Relationship Type="http://schemas.openxmlformats.org/officeDocument/2006/relationships/notesMaster" Target="/ppt/notesMasters/notesMaster1.xml" Id="R8f6a6724daf642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fc394d6fa346fe" /><Relationship Type="http://schemas.openxmlformats.org/officeDocument/2006/relationships/notesMaster" Target="/ppt/notesMasters/notesMaster1.xml" Id="R81d2e6b7edb34b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8e82099c4b406c" /><Relationship Type="http://schemas.openxmlformats.org/officeDocument/2006/relationships/notesMaster" Target="/ppt/notesMasters/notesMaster1.xml" Id="R122c92b408dd44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53cbdf85b64e4c" /><Relationship Type="http://schemas.openxmlformats.org/officeDocument/2006/relationships/notesMaster" Target="/ppt/notesMasters/notesMaster1.xml" Id="R2baeef7a98d84c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0ce7b72a414e75" /><Relationship Type="http://schemas.openxmlformats.org/officeDocument/2006/relationships/notesMaster" Target="/ppt/notesMasters/notesMaster1.xml" Id="R046885cda3fd40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d1a4ec66e540fc" /><Relationship Type="http://schemas.openxmlformats.org/officeDocument/2006/relationships/notesMaster" Target="/ppt/notesMasters/notesMaster1.xml" Id="R696d47bea8ea48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5bb74b616840a0" /><Relationship Type="http://schemas.openxmlformats.org/officeDocument/2006/relationships/notesMaster" Target="/ppt/notesMasters/notesMaster1.xml" Id="Rc2496d02432848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b9298ac8424ba6" /><Relationship Type="http://schemas.openxmlformats.org/officeDocument/2006/relationships/notesMaster" Target="/ppt/notesMasters/notesMaster1.xml" Id="R2eaf94010f7344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20c4a617f449bb" /><Relationship Type="http://schemas.openxmlformats.org/officeDocument/2006/relationships/notesMaster" Target="/ppt/notesMasters/notesMaster1.xml" Id="Reca184a42bc544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cd3976bec14f1c" /><Relationship Type="http://schemas.openxmlformats.org/officeDocument/2006/relationships/notesMaster" Target="/ppt/notesMasters/notesMaster1.xml" Id="Re3db270b47154d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1e5e9d37ba4518" /><Relationship Type="http://schemas.openxmlformats.org/officeDocument/2006/relationships/notesMaster" Target="/ppt/notesMasters/notesMaster1.xml" Id="R0d6c20f9ad6142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6540e16d0c4238" /><Relationship Type="http://schemas.openxmlformats.org/officeDocument/2006/relationships/notesMaster" Target="/ppt/notesMasters/notesMaster1.xml" Id="Rab24754cab3340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f8018acc894d64" /><Relationship Type="http://schemas.openxmlformats.org/officeDocument/2006/relationships/notesMaster" Target="/ppt/notesMasters/notesMaster1.xml" Id="Rc0c8817aeab145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30a69238044012" /><Relationship Type="http://schemas.openxmlformats.org/officeDocument/2006/relationships/notesMaster" Target="/ppt/notesMasters/notesMaster1.xml" Id="R6cf3e9d127bb4c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b04fb5a964c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aa76c010364235" /><Relationship Type="http://schemas.openxmlformats.org/officeDocument/2006/relationships/slideLayout" Target="/ppt/slideLayouts/slideLayout1.xml" Id="R3fe56189ea4648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e56189ea4648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8a49031974a52" /><Relationship Type="http://schemas.openxmlformats.org/officeDocument/2006/relationships/image" Target="/ppt/media/image.jpeg" Id="R982f0d28a4c54d9b" /><Relationship Type="http://schemas.openxmlformats.org/officeDocument/2006/relationships/notesSlide" Target="/ppt/notesSlides/notesSlide1.xml" Id="Reab7383c15394d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a9bd48f754425" /><Relationship Type="http://schemas.openxmlformats.org/officeDocument/2006/relationships/notesSlide" Target="/ppt/notesSlides/notesSlide2.xml" Id="Rf4eb8fda56fd4f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fac4b31474a3f" /><Relationship Type="http://schemas.openxmlformats.org/officeDocument/2006/relationships/notesSlide" Target="/ppt/notesSlides/notesSlide3.xml" Id="Re763ca99d2f846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04a35f7b14886" /><Relationship Type="http://schemas.openxmlformats.org/officeDocument/2006/relationships/notesSlide" Target="/ppt/notesSlides/notesSlide4.xml" Id="R351705ef1fad4f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2b6f9bf65435a" /><Relationship Type="http://schemas.openxmlformats.org/officeDocument/2006/relationships/notesSlide" Target="/ppt/notesSlides/notesSlide5.xml" Id="R0f97b31b445245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dc10de9514d87" /><Relationship Type="http://schemas.openxmlformats.org/officeDocument/2006/relationships/notesSlide" Target="/ppt/notesSlides/notesSlide6.xml" Id="Ra696046ce0f54a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120d78ec14289" /><Relationship Type="http://schemas.openxmlformats.org/officeDocument/2006/relationships/image" Target="/ppt/media/image2.jpeg" Id="Rf9c258e883c743d9" /><Relationship Type="http://schemas.openxmlformats.org/officeDocument/2006/relationships/notesSlide" Target="/ppt/notesSlides/notesSlide7.xml" Id="R2ac81157cab84b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71d5a25d04fc9" /><Relationship Type="http://schemas.openxmlformats.org/officeDocument/2006/relationships/image" Target="/ppt/media/image3.jpeg" Id="R49f1af291f9e4863" /><Relationship Type="http://schemas.openxmlformats.org/officeDocument/2006/relationships/notesSlide" Target="/ppt/notesSlides/notesSlide8.xml" Id="Rfe8580a7a0af47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b91a7b6ec4fac" /><Relationship Type="http://schemas.openxmlformats.org/officeDocument/2006/relationships/image" Target="/ppt/media/image4.jpeg" Id="R27e6230912ab4589" /><Relationship Type="http://schemas.openxmlformats.org/officeDocument/2006/relationships/notesSlide" Target="/ppt/notesSlides/notesSlide9.xml" Id="R9ff4a07736db45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bee297aa24d2b" /><Relationship Type="http://schemas.openxmlformats.org/officeDocument/2006/relationships/image" Target="/ppt/media/image5.jpeg" Id="R02db81a46d72425e" /><Relationship Type="http://schemas.openxmlformats.org/officeDocument/2006/relationships/notesSlide" Target="/ppt/notesSlides/notesSlide10.xml" Id="R5156d0c8672049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1f711ab27426d" /><Relationship Type="http://schemas.openxmlformats.org/officeDocument/2006/relationships/image" Target="/ppt/media/image6.jpeg" Id="Rb14c4e4fd4824d72" /><Relationship Type="http://schemas.openxmlformats.org/officeDocument/2006/relationships/notesSlide" Target="/ppt/notesSlides/notesSlide11.xml" Id="R0d3c9148cd2c4f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f409c80f14b16" /><Relationship Type="http://schemas.openxmlformats.org/officeDocument/2006/relationships/image" Target="/ppt/media/image7.jpeg" Id="R2b8446bcd9704128" /><Relationship Type="http://schemas.openxmlformats.org/officeDocument/2006/relationships/notesSlide" Target="/ppt/notesSlides/notesSlide12.xml" Id="Rcc4fffa7d31d44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e33a69603426c" /><Relationship Type="http://schemas.openxmlformats.org/officeDocument/2006/relationships/image" Target="/ppt/media/image8.jpeg" Id="R9ce4682287364abe" /><Relationship Type="http://schemas.openxmlformats.org/officeDocument/2006/relationships/notesSlide" Target="/ppt/notesSlides/notesSlide13.xml" Id="R9442c9b42f684d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9b182bbac4fea" /><Relationship Type="http://schemas.openxmlformats.org/officeDocument/2006/relationships/image" Target="/ppt/media/image9.jpeg" Id="Re623fffa9e0141d0" /><Relationship Type="http://schemas.openxmlformats.org/officeDocument/2006/relationships/notesSlide" Target="/ppt/notesSlides/notesSlide14.xml" Id="R986ec88b066b43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97cebf7fd4f22" /><Relationship Type="http://schemas.openxmlformats.org/officeDocument/2006/relationships/image" Target="/ppt/media/image10.jpeg" Id="R2a8c8d70e06d4a3f" /><Relationship Type="http://schemas.openxmlformats.org/officeDocument/2006/relationships/notesSlide" Target="/ppt/notesSlides/notesSlide15.xml" Id="Rba7b8009121443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cf43f9a834102" /><Relationship Type="http://schemas.openxmlformats.org/officeDocument/2006/relationships/image" Target="/ppt/media/image11.jpeg" Id="R3550f4c6fbec4636" /><Relationship Type="http://schemas.openxmlformats.org/officeDocument/2006/relationships/notesSlide" Target="/ppt/notesSlides/notesSlide16.xml" Id="R79f76d2e15ae47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f290c2f334698" /><Relationship Type="http://schemas.openxmlformats.org/officeDocument/2006/relationships/image" Target="/ppt/media/image12.jpeg" Id="Re01ad5aaf98f4c62" /><Relationship Type="http://schemas.openxmlformats.org/officeDocument/2006/relationships/notesSlide" Target="/ppt/notesSlides/notesSlide17.xml" Id="R5aea1c629c0243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de52d435a431e" /><Relationship Type="http://schemas.openxmlformats.org/officeDocument/2006/relationships/image" Target="/ppt/media/image13.jpeg" Id="R11c09995b39f47d3" /><Relationship Type="http://schemas.openxmlformats.org/officeDocument/2006/relationships/notesSlide" Target="/ppt/notesSlides/notesSlide18.xml" Id="Re58c32b4b57944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d87d7683745bd" /><Relationship Type="http://schemas.openxmlformats.org/officeDocument/2006/relationships/image" Target="/ppt/media/image14.jpeg" Id="R1f1b7a00408f4968" /><Relationship Type="http://schemas.openxmlformats.org/officeDocument/2006/relationships/notesSlide" Target="/ppt/notesSlides/notesSlide19.xml" Id="R132d2729b4ce4a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b974613034e0b" /><Relationship Type="http://schemas.openxmlformats.org/officeDocument/2006/relationships/image" Target="/ppt/media/image15.jpeg" Id="R06a5a0c5ec764cbd" /><Relationship Type="http://schemas.openxmlformats.org/officeDocument/2006/relationships/notesSlide" Target="/ppt/notesSlides/notesSlide20.xml" Id="R7046119aaff54a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42c1300254a18" /><Relationship Type="http://schemas.openxmlformats.org/officeDocument/2006/relationships/notesSlide" Target="/ppt/notesSlides/notesSlide21.xml" Id="Rf852babc5d804b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B648E-98C0-4E80-A3F7-A737D403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VEIT • ELECTRICAL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F12A0-93BC-46EA-97E5-102D2E9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VEIT 8657 Electrical Drawings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A5455-EC60-418E-B17C-F4C4FA6E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Circuit diagrams for the tunnel-finisher control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38143-9B01-41D6-8D49-204E23DC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f0d28a4c54d9b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4C156-016D-4593-B0C9-0C89B833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298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DB118-7B02-41EA-A63F-E26B6E00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VEIT • ELECTRICAL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B7544-2D14-4E24-B024-CFA168AF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ECAF2-CF68-4AE2-8F97-E865638A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E2136-A25C-4F20-BA25-52AD4DE7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716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D3C87-E788-451B-8D26-C459E492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22173-2143-473A-BC66-9EB77FEC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D8A7C-64DE-4E43-BAD2-7523CF16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E72D5-BDF1-4854-B58D-ABA868AC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2BA8C-8225-4E7A-AB81-FE638594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Circuit-diagram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EFE6F-3E84-4E36-8DD4-E4B49A6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72D87-6FBE-4238-94CC-67F6D209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8657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48FE2-3F78-496D-A48E-981D2C79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Tunnel finisher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9F497-08D8-4655-83C7-6CBC6F74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7A394-6F7A-44F7-8E19-FDD8BC03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LOTO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2B6E6-F42F-4C6F-86A1-244F1DA4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Required before panel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7FA6C-09BF-4A09-B88D-0B79826F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621E3-A474-4739-9AD0-260E9AEA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18A4D-C5B0-4CFB-8417-4F3C13F0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2588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B116B-6368-4E7E-8861-29B2E60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1D90F-AD00-4FBE-901F-DE51FE24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AB1BC-63C4-413F-A2E5-7E4F4124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Trace power, control and safety circuits from the approved drawings. • Verify terminal, wire and device identifiers at the physical panel.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FBA22-32A7-4EB7-B711-CDDEA977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49107-A163-4EAC-9CE5-14A1704E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voltage and continuity evidence before replacing parts. • Mark approved field modifications through drawing revision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707A2-475A-4F03-B489-38E96FC0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5D6DF-D901-4360-BA79-22BC7336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425A3-642E-4264-9499-93D9564B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2519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97E5F-26D9-486E-8A43-3E3FC2F7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27DE8-1736-4E77-8470-82F20F36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9BEBD-C357-4B0D-94C9-9900E260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97252-791A-46F6-9D6B-592F1293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5A9A5-4DB3-478E-89D7-3E54A1A3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013C7-94A0-4F8A-843E-F1A5453B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E2B80-6C51-4F1B-96B1-5BA11FF9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5E2C3-602D-4F2C-AC85-EEC04CDA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0017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18EBE-4FBE-4C3E-87AC-25DF9B32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F4942-F6AB-4D59-96CA-FABD1ADD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D733F-8D3F-4453-9E44-67E61070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75750-426B-45D4-84ED-8BBB74F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502E2-9D5E-403F-8CB8-419E5CC6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55FDD-9887-423A-8A79-A65359A9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1E7D5-B2AF-4B04-B61B-738137B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9CDF3-A9B7-4D5E-9BB6-5B8EA0E3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9419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D3BC7-4FFE-4123-AC21-70C438F7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5487E-8938-411B-86D7-4EC7BDEB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FE19E-0279-45A5-8895-AA1BA566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258e883c743d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E4848-60F5-4F69-A9FC-3993E46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3C073-0FD7-45F3-9FBA-D9E6D55F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3FF94-7EC0-4D45-BE86-DCA95B6A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9E6E1-FF5A-4213-ADEF-B047B365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B2CD6-C030-44E6-A0AD-4D85E08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9779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7C38A-99FB-4801-9C93-E67751F3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95B66-02B2-4DAC-8185-93D1A735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531D9-B128-41EF-A7AC-1FDAE4A9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1af291f9e4863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55CE0-58E4-4936-8677-B9CD9410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45D37-4138-4D4B-BB67-9990C4EE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2F874-36B3-47B6-81B0-3FD67D18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CC4A6-26C3-432B-9F86-3C6AFE12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1BFF0-C345-4B2D-8DEB-EF3AFE4B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980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76048-181A-4E28-99AD-A90FC8C9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395E2-9030-4AA1-BAC0-660ABCE4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B1F0D-0045-4DFD-86CE-9F1651D4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6230912ab4589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AFD31-F062-4CDE-B66D-860687A5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7E8B1-1BFE-4D81-BEE7-DCDC4DD3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71C40-1BC6-439E-999B-27D7523A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81B89-D975-4618-8601-E6A9458E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95E26-089E-4622-B0F8-0FCE1CD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66752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425C9-0557-4226-AA6F-1D12109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6DFD5-9BCA-43B9-858D-58F5BB0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700AA-4AF3-464A-B1B7-452028E3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b81a46d72425e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12703-5528-4103-B2F6-8C8533E3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DD406-0169-4612-B75D-F83111B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67C6D-594A-4B79-932D-CF99C6BE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26485-CF3D-44E6-98F3-881BAF85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349C3-09DD-446D-8316-B1E6F43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3694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1F031-063B-41CC-999D-272D85E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FEA5D-1711-4A23-88DB-31C5122E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6A142-96D2-4AA7-8308-2989A24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c4e4fd4824d72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0DE46-56BE-495B-8083-E9AC1D4C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4E361-F1CE-47C5-88DE-E3BDF1D0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EC3B2-8DD9-4BE1-B06A-A34989F6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3C7C9-93F5-4E64-883D-037291C1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AE218-E817-4842-A9D0-3D3F5BF3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04540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21748-9374-4F63-9A1F-78DA1B94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C20D1-A9D8-4691-8450-059E7FCC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C2D31-073A-414E-ABF2-08FF3D1A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446bcd9704128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3E8A3-537F-438B-B5F6-C00D2CEB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54E35-E9A2-4850-A3BE-227E4A50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BBCA0-A20F-4EDF-AA55-19F4D193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B827C-20AE-42B6-A40A-7A07841C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49E0F-1965-4BF9-B30D-D01CE870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80730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6F56E-BB04-457B-9D7E-D8A0ECEF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84514-A8DA-4A95-A7DA-7671E421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46EA7-EDC6-4AC0-9FF8-C51B61D6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4682287364abe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817E0-0971-4AA7-880D-1C5E7B83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79E7F-315C-457A-9037-1E8A68B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94756-DB9A-4F0B-B3D9-BA78BAC7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BB914-D890-4D58-BFD7-77F7BCA4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D6F26-8F6C-421A-8AF0-295A5253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13854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3391C-B2CF-411B-AAE8-9D4179EA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534D0-6588-4780-BED9-301F182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84932-861D-4F26-914A-47D151DC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3fffa9e0141d0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74FF7-F8E2-431F-9FB1-63007ABB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636E0-BB59-455F-9342-384DD43B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DC246-40DF-480C-BA91-6B28165C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CDC21-DD75-450B-AD84-0EA8EE2A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7330F-F0E9-45E4-8473-CC387854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42611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C6613-4D45-4208-B3ED-A1883EC6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7EBAC-A235-40D9-8AC6-C29E7C8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7C6AF-8962-431E-BEAA-D19AE483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c8d70e06d4a3f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52F94-DEE5-4225-83A2-305711DB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E9871-10B4-4A05-9DD0-FEF2D019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1C36F-EF64-4044-93CF-95D1AED4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D3C2D-61BC-4A57-9D3F-5AF60EBF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39414-1AC5-42CA-BADC-B995E51B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4868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20889-3565-4DDA-AFB8-AC7DE8D6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82B0D-F5CE-44D0-A710-DE4BB69D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7BFC4-9AD5-436E-8504-3E6097E8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0f4c6fbec4636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44FF4-3A68-4851-8C6D-B1560B50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BC489-D7FE-488D-B29B-CB84C391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62380-3494-4D7E-A0AC-E262061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A39EE-8477-4D73-A70F-7E2C7B49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B82F3-0A02-4A0A-B073-6E8B3D0B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924994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68E19-05CA-4D25-8DA5-B386848B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F38B0-F4A8-40CF-8091-58C1B38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1439F-9B1C-40F1-AFED-7A453195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ad5aaf98f4c62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0B874-BCDA-4284-9B76-E4764DE4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0D360-E140-4448-8023-676B9B6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AC22D-AA69-4C36-B2B0-0A399DB6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05E4A-BD29-4EEE-9B82-31B2F114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3FF79-63FE-492B-ACD8-2C9AF098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813059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1E2CA-9259-4198-9885-2D688E76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7E7B9-3DDC-4A16-B25B-2D5CBB5E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652B8-FC92-4107-9712-63BDF35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09995b39f47d3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04A65-7B9A-426B-9643-EF2A8CA4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2A546-41A9-4DD3-9197-54C0A27D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F1984-0F33-4553-A7CC-114132C3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6A785-F823-49F0-B6A7-00B22808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E0A91-F4A8-4C85-9D36-EE9D693C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674376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AB680-0BB9-46F9-B50C-4FBB76D3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4E1B6-42FE-4731-A3F1-0A6D98E2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D90A0-FEF4-4F9E-A65C-91C7ECF9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b7a00408f4968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F107C-C61A-43D1-B124-794E90D4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A5D63-D58D-4F68-B2EF-64CC6467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935A5-CCF9-4E44-B804-B47955D1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E9777-B006-49BA-B2D6-41A07317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30856-1E63-49B6-B6BD-0C7BA9E5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784921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40C46-CFFD-4343-8CDD-BEB0CBF4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7E084-86F3-40BE-9A6B-6751A7C8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C538B-7693-4FCD-9616-BFAE2C12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5a0c5ec764cbd"/>
          <a:stretch xmlns:a="http://schemas.openxmlformats.org/drawingml/2006/main"/>
        </p:blipFill>
        <p:spPr>
          <a:xfrm xmlns:a="http://schemas.openxmlformats.org/drawingml/2006/main">
            <a:off x="1355135" y="1714500"/>
            <a:ext cx="59003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83366-979F-4451-A2EE-12F34861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71CB0-64DF-43FB-B09E-CD3531F4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38486-56E6-47E0-9966-0E5988E3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60D46-FF0C-497D-879B-487E175E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C2165-F7E2-4403-AC6F-9B047B49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666337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C464C-DF0C-46BC-8729-92DD87FF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9518D-DF7E-4D08-B602-9119340A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97F0-AA30-4FE3-942F-3FAED45C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5B6A7-0882-4EFA-8149-4A7D5F61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92E99-2620-44E2-8EA7-C181E6CD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18AAE-2576-4465-921E-E52FF165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2EC1A-21CE-41A8-91AE-32F43D7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VEIT • Electrical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FF3F3-0C9E-435C-9F2E-67E42F13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9898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2026-08-15T02:50:02.3300000Z</dcterms:created>
  <dcterms:modified xsi:type="dcterms:W3CDTF">2026-08-15T02:50:02.3300000Z</dcterms:modified>
</coreProperties>
</file>