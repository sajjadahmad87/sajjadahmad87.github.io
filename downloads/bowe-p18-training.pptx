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ee976e58364b2a" /><Relationship Type="http://schemas.openxmlformats.org/officeDocument/2006/relationships/extended-properties" Target="/docProps/app.xml" Id="Rccd3a894e2d94fa6" /><Relationship Type="http://schemas.openxmlformats.org/officeDocument/2006/relationships/officeDocument" Target="/ppt/presentation.xml" Id="R92e9b6cdd8304d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9a49e0403d42f4"/>
  </p:sldMasterIdLst>
  <p:notesMasterIdLst>
    <p:notesMasterId xmlns:r="http://schemas.openxmlformats.org/officeDocument/2006/relationships" r:id="Rcfe758311d914a21"/>
  </p:notesMasterIdLst>
  <p:sldIdLst>
    <p:sldId xmlns:r="http://schemas.openxmlformats.org/officeDocument/2006/relationships" id="256" r:id="Rbaf91e992ceb4eaa"/>
    <p:sldId xmlns:r="http://schemas.openxmlformats.org/officeDocument/2006/relationships" id="257" r:id="Ra5fbaa1d47654412"/>
    <p:sldId xmlns:r="http://schemas.openxmlformats.org/officeDocument/2006/relationships" id="258" r:id="R9c2cc1855f414cfd"/>
    <p:sldId xmlns:r="http://schemas.openxmlformats.org/officeDocument/2006/relationships" id="259" r:id="Rcc25769350ee4ea4"/>
    <p:sldId xmlns:r="http://schemas.openxmlformats.org/officeDocument/2006/relationships" id="260" r:id="R6ff66b2b65014ef3"/>
    <p:sldId xmlns:r="http://schemas.openxmlformats.org/officeDocument/2006/relationships" id="261" r:id="R0a3bff29b1a34c69"/>
    <p:sldId xmlns:r="http://schemas.openxmlformats.org/officeDocument/2006/relationships" id="262" r:id="Rfe13a6c1d5734df4"/>
    <p:sldId xmlns:r="http://schemas.openxmlformats.org/officeDocument/2006/relationships" id="263" r:id="R222f52327c174115"/>
    <p:sldId xmlns:r="http://schemas.openxmlformats.org/officeDocument/2006/relationships" id="264" r:id="R1106662eccd94348"/>
    <p:sldId xmlns:r="http://schemas.openxmlformats.org/officeDocument/2006/relationships" id="265" r:id="R2b52bc6b74404c56"/>
    <p:sldId xmlns:r="http://schemas.openxmlformats.org/officeDocument/2006/relationships" id="266" r:id="R43c78fed28b34095"/>
    <p:sldId xmlns:r="http://schemas.openxmlformats.org/officeDocument/2006/relationships" id="267" r:id="R857f9c7c6b7347ef"/>
    <p:sldId xmlns:r="http://schemas.openxmlformats.org/officeDocument/2006/relationships" id="268" r:id="R39184e65ea714100"/>
    <p:sldId xmlns:r="http://schemas.openxmlformats.org/officeDocument/2006/relationships" id="269" r:id="R81080f0b281544a6"/>
    <p:sldId xmlns:r="http://schemas.openxmlformats.org/officeDocument/2006/relationships" id="270" r:id="R536ca98e928a49a1"/>
    <p:sldId xmlns:r="http://schemas.openxmlformats.org/officeDocument/2006/relationships" id="271" r:id="R493a46084f764371"/>
    <p:sldId xmlns:r="http://schemas.openxmlformats.org/officeDocument/2006/relationships" id="272" r:id="R4877535f194545e0"/>
    <p:sldId xmlns:r="http://schemas.openxmlformats.org/officeDocument/2006/relationships" id="273" r:id="Ra4142ba2f2184db4"/>
    <p:sldId xmlns:r="http://schemas.openxmlformats.org/officeDocument/2006/relationships" id="274" r:id="R795903200a4c413b"/>
    <p:sldId xmlns:r="http://schemas.openxmlformats.org/officeDocument/2006/relationships" id="275" r:id="R9cf6513fd43f4847"/>
    <p:sldId xmlns:r="http://schemas.openxmlformats.org/officeDocument/2006/relationships" id="276" r:id="R0599cc38c89c47a1"/>
    <p:sldId xmlns:r="http://schemas.openxmlformats.org/officeDocument/2006/relationships" id="277" r:id="Rc42100b8d20845cb"/>
    <p:sldId xmlns:r="http://schemas.openxmlformats.org/officeDocument/2006/relationships" id="278" r:id="R64264395402549b9"/>
    <p:sldId xmlns:r="http://schemas.openxmlformats.org/officeDocument/2006/relationships" id="279" r:id="Rea924fa149a24a78"/>
    <p:sldId xmlns:r="http://schemas.openxmlformats.org/officeDocument/2006/relationships" id="280" r:id="Ra5716c896ad547fb"/>
    <p:sldId xmlns:r="http://schemas.openxmlformats.org/officeDocument/2006/relationships" id="281" r:id="R66437776fb5345e4"/>
    <p:sldId xmlns:r="http://schemas.openxmlformats.org/officeDocument/2006/relationships" id="282" r:id="Rf2601a6f7213425c"/>
    <p:sldId xmlns:r="http://schemas.openxmlformats.org/officeDocument/2006/relationships" id="283" r:id="R37e8f8306e804c01"/>
    <p:sldId xmlns:r="http://schemas.openxmlformats.org/officeDocument/2006/relationships" id="284" r:id="R4af349596c9646cc"/>
    <p:sldId xmlns:r="http://schemas.openxmlformats.org/officeDocument/2006/relationships" id="285" r:id="R721a6abebc994696"/>
    <p:sldId xmlns:r="http://schemas.openxmlformats.org/officeDocument/2006/relationships" id="286" r:id="Rb25f63b386c840d4"/>
    <p:sldId xmlns:r="http://schemas.openxmlformats.org/officeDocument/2006/relationships" id="287" r:id="R9712fb580f5f40fe"/>
    <p:sldId xmlns:r="http://schemas.openxmlformats.org/officeDocument/2006/relationships" id="288" r:id="Redc9e839c3344ce0"/>
    <p:sldId xmlns:r="http://schemas.openxmlformats.org/officeDocument/2006/relationships" id="289" r:id="R91be27eb95e24919"/>
    <p:sldId xmlns:r="http://schemas.openxmlformats.org/officeDocument/2006/relationships" id="290" r:id="Rdac2fff2e2dd45e2"/>
    <p:sldId xmlns:r="http://schemas.openxmlformats.org/officeDocument/2006/relationships" id="291" r:id="R073c975bb86841b2"/>
    <p:sldId xmlns:r="http://schemas.openxmlformats.org/officeDocument/2006/relationships" id="292" r:id="Rf0ff8d845a5245e7"/>
    <p:sldId xmlns:r="http://schemas.openxmlformats.org/officeDocument/2006/relationships" id="293" r:id="R5791a75b89d64ebc"/>
    <p:sldId xmlns:r="http://schemas.openxmlformats.org/officeDocument/2006/relationships" id="294" r:id="R6c6314c296f84a68"/>
    <p:sldId xmlns:r="http://schemas.openxmlformats.org/officeDocument/2006/relationships" id="295" r:id="Ra7abe07c5a324a7d"/>
    <p:sldId xmlns:r="http://schemas.openxmlformats.org/officeDocument/2006/relationships" id="296" r:id="R0624a2625e514fe3"/>
    <p:sldId xmlns:r="http://schemas.openxmlformats.org/officeDocument/2006/relationships" id="297" r:id="Re601c49db2ac4b84"/>
    <p:sldId xmlns:r="http://schemas.openxmlformats.org/officeDocument/2006/relationships" id="298" r:id="R0070443601754c0c"/>
    <p:sldId xmlns:r="http://schemas.openxmlformats.org/officeDocument/2006/relationships" id="299" r:id="R452d9013f3414152"/>
    <p:sldId xmlns:r="http://schemas.openxmlformats.org/officeDocument/2006/relationships" id="300" r:id="Rb2c24d35fff2437d"/>
    <p:sldId xmlns:r="http://schemas.openxmlformats.org/officeDocument/2006/relationships" id="301" r:id="R8d5331bf9b6443fb"/>
    <p:sldId xmlns:r="http://schemas.openxmlformats.org/officeDocument/2006/relationships" id="302" r:id="Re6287266675745cf"/>
    <p:sldId xmlns:r="http://schemas.openxmlformats.org/officeDocument/2006/relationships" id="303" r:id="R78f1999822374a85"/>
    <p:sldId xmlns:r="http://schemas.openxmlformats.org/officeDocument/2006/relationships" id="304" r:id="Rf3b67cbe09d64da6"/>
    <p:sldId xmlns:r="http://schemas.openxmlformats.org/officeDocument/2006/relationships" id="305" r:id="R9d97e8d876c14043"/>
    <p:sldId xmlns:r="http://schemas.openxmlformats.org/officeDocument/2006/relationships" id="306" r:id="R5638026fc9f2457a"/>
    <p:sldId xmlns:r="http://schemas.openxmlformats.org/officeDocument/2006/relationships" id="307" r:id="Rd8a345b5e7ab4fd6"/>
    <p:sldId xmlns:r="http://schemas.openxmlformats.org/officeDocument/2006/relationships" id="308" r:id="Rcdba20502f8f4977"/>
    <p:sldId xmlns:r="http://schemas.openxmlformats.org/officeDocument/2006/relationships" id="309" r:id="R0af9e84e90ff45f7"/>
    <p:sldId xmlns:r="http://schemas.openxmlformats.org/officeDocument/2006/relationships" id="310" r:id="R2e801e3566204a47"/>
    <p:sldId xmlns:r="http://schemas.openxmlformats.org/officeDocument/2006/relationships" id="311" r:id="R997d07112a2140f2"/>
    <p:sldId xmlns:r="http://schemas.openxmlformats.org/officeDocument/2006/relationships" id="312" r:id="R506393e5ac8b40d5"/>
    <p:sldId xmlns:r="http://schemas.openxmlformats.org/officeDocument/2006/relationships" id="313" r:id="Rf46a608017bf438a"/>
    <p:sldId xmlns:r="http://schemas.openxmlformats.org/officeDocument/2006/relationships" id="314" r:id="R1c0c1df76a2542d8"/>
    <p:sldId xmlns:r="http://schemas.openxmlformats.org/officeDocument/2006/relationships" id="315" r:id="Ra998f995254c4db6"/>
    <p:sldId xmlns:r="http://schemas.openxmlformats.org/officeDocument/2006/relationships" id="316" r:id="R444756379fab4a66"/>
    <p:sldId xmlns:r="http://schemas.openxmlformats.org/officeDocument/2006/relationships" id="317" r:id="Ra4019dfd05c64323"/>
    <p:sldId xmlns:r="http://schemas.openxmlformats.org/officeDocument/2006/relationships" id="318" r:id="Rd074137051274ec3"/>
    <p:sldId xmlns:r="http://schemas.openxmlformats.org/officeDocument/2006/relationships" id="319" r:id="R10a8d77ee48f44a6"/>
    <p:sldId xmlns:r="http://schemas.openxmlformats.org/officeDocument/2006/relationships" id="320" r:id="R14931bd4114a49b3"/>
    <p:sldId xmlns:r="http://schemas.openxmlformats.org/officeDocument/2006/relationships" id="321" r:id="R42db46e23799468e"/>
    <p:sldId xmlns:r="http://schemas.openxmlformats.org/officeDocument/2006/relationships" id="322" r:id="R027a6f488173428d"/>
    <p:sldId xmlns:r="http://schemas.openxmlformats.org/officeDocument/2006/relationships" id="323" r:id="R1f478dd41fd14118"/>
    <p:sldId xmlns:r="http://schemas.openxmlformats.org/officeDocument/2006/relationships" id="324" r:id="Rce6749af0c9f4903"/>
    <p:sldId xmlns:r="http://schemas.openxmlformats.org/officeDocument/2006/relationships" id="325" r:id="R2a46ef017025450d"/>
    <p:sldId xmlns:r="http://schemas.openxmlformats.org/officeDocument/2006/relationships" id="326" r:id="Re31cc94f655b492c"/>
    <p:sldId xmlns:r="http://schemas.openxmlformats.org/officeDocument/2006/relationships" id="327" r:id="R8337ed7454654aa4"/>
    <p:sldId xmlns:r="http://schemas.openxmlformats.org/officeDocument/2006/relationships" id="328" r:id="R01f8ee0cc30245d5"/>
    <p:sldId xmlns:r="http://schemas.openxmlformats.org/officeDocument/2006/relationships" id="329" r:id="R1209ddc7be6a4ec5"/>
    <p:sldId xmlns:r="http://schemas.openxmlformats.org/officeDocument/2006/relationships" id="330" r:id="Rac8fa3bfb5d14290"/>
    <p:sldId xmlns:r="http://schemas.openxmlformats.org/officeDocument/2006/relationships" id="331" r:id="R79701fcdc9044c64"/>
    <p:sldId xmlns:r="http://schemas.openxmlformats.org/officeDocument/2006/relationships" id="332" r:id="R490b7c45e0d74fb4"/>
    <p:sldId xmlns:r="http://schemas.openxmlformats.org/officeDocument/2006/relationships" id="333" r:id="R165371aa95f94577"/>
    <p:sldId xmlns:r="http://schemas.openxmlformats.org/officeDocument/2006/relationships" id="334" r:id="R9bd5c4c95eee418c"/>
    <p:sldId xmlns:r="http://schemas.openxmlformats.org/officeDocument/2006/relationships" id="335" r:id="Rb03a79d0e48c4cb2"/>
    <p:sldId xmlns:r="http://schemas.openxmlformats.org/officeDocument/2006/relationships" id="336" r:id="R6af0a93f1d384dbc"/>
    <p:sldId xmlns:r="http://schemas.openxmlformats.org/officeDocument/2006/relationships" id="337" r:id="Rbf27c81e46d24e65"/>
    <p:sldId xmlns:r="http://schemas.openxmlformats.org/officeDocument/2006/relationships" id="338" r:id="Rfb326726b692487c"/>
    <p:sldId xmlns:r="http://schemas.openxmlformats.org/officeDocument/2006/relationships" id="339" r:id="R7b70a50969cf4f7b"/>
    <p:sldId xmlns:r="http://schemas.openxmlformats.org/officeDocument/2006/relationships" id="340" r:id="R07a42a886fcf44e8"/>
    <p:sldId xmlns:r="http://schemas.openxmlformats.org/officeDocument/2006/relationships" id="341" r:id="R3881bec44aab446c"/>
    <p:sldId xmlns:r="http://schemas.openxmlformats.org/officeDocument/2006/relationships" id="342" r:id="R626070a3e06a4f9e"/>
    <p:sldId xmlns:r="http://schemas.openxmlformats.org/officeDocument/2006/relationships" id="343" r:id="R7c8d330a087f4af0"/>
    <p:sldId xmlns:r="http://schemas.openxmlformats.org/officeDocument/2006/relationships" id="344" r:id="Rc3e0c7eedd3649c4"/>
    <p:sldId xmlns:r="http://schemas.openxmlformats.org/officeDocument/2006/relationships" id="345" r:id="R66e6e2dd4b7a4902"/>
    <p:sldId xmlns:r="http://schemas.openxmlformats.org/officeDocument/2006/relationships" id="346" r:id="R87cc562f37c74526"/>
    <p:sldId xmlns:r="http://schemas.openxmlformats.org/officeDocument/2006/relationships" id="347" r:id="Re22407473bd741bb"/>
    <p:sldId xmlns:r="http://schemas.openxmlformats.org/officeDocument/2006/relationships" id="348" r:id="Rd49a8bba9dd445b9"/>
    <p:sldId xmlns:r="http://schemas.openxmlformats.org/officeDocument/2006/relationships" id="349" r:id="Ra626c50d1501466e"/>
    <p:sldId xmlns:r="http://schemas.openxmlformats.org/officeDocument/2006/relationships" id="350" r:id="R70c6be7b53be4258"/>
    <p:sldId xmlns:r="http://schemas.openxmlformats.org/officeDocument/2006/relationships" id="351" r:id="Re636c37cd09c4f36"/>
    <p:sldId xmlns:r="http://schemas.openxmlformats.org/officeDocument/2006/relationships" id="352" r:id="R49a2b64383a44f5b"/>
    <p:sldId xmlns:r="http://schemas.openxmlformats.org/officeDocument/2006/relationships" id="353" r:id="R9eba6e81f2a84e62"/>
    <p:sldId xmlns:r="http://schemas.openxmlformats.org/officeDocument/2006/relationships" id="354" r:id="Rb28f5f009e6943ce"/>
    <p:sldId xmlns:r="http://schemas.openxmlformats.org/officeDocument/2006/relationships" id="355" r:id="R23d6a6eecdb248d4"/>
    <p:sldId xmlns:r="http://schemas.openxmlformats.org/officeDocument/2006/relationships" id="356" r:id="R15012784a46f4f33"/>
    <p:sldId xmlns:r="http://schemas.openxmlformats.org/officeDocument/2006/relationships" id="357" r:id="Re0801d5f0ba94543"/>
    <p:sldId xmlns:r="http://schemas.openxmlformats.org/officeDocument/2006/relationships" id="358" r:id="Rca8519c604b64bfe"/>
    <p:sldId xmlns:r="http://schemas.openxmlformats.org/officeDocument/2006/relationships" id="359" r:id="Rd9d0d2a1ee8b449d"/>
    <p:sldId xmlns:r="http://schemas.openxmlformats.org/officeDocument/2006/relationships" id="360" r:id="R388c9b582df743f1"/>
    <p:sldId xmlns:r="http://schemas.openxmlformats.org/officeDocument/2006/relationships" id="361" r:id="R8a0d71997d6e47ed"/>
    <p:sldId xmlns:r="http://schemas.openxmlformats.org/officeDocument/2006/relationships" id="362" r:id="R5545f82807eb4bb1"/>
    <p:sldId xmlns:r="http://schemas.openxmlformats.org/officeDocument/2006/relationships" id="363" r:id="R8258ab39d3d14ea1"/>
    <p:sldId xmlns:r="http://schemas.openxmlformats.org/officeDocument/2006/relationships" id="364" r:id="Rc8b822f3e6234098"/>
    <p:sldId xmlns:r="http://schemas.openxmlformats.org/officeDocument/2006/relationships" id="365" r:id="R61c2837e0fc64cdf"/>
    <p:sldId xmlns:r="http://schemas.openxmlformats.org/officeDocument/2006/relationships" id="366" r:id="Rb39cceb186f24358"/>
    <p:sldId xmlns:r="http://schemas.openxmlformats.org/officeDocument/2006/relationships" id="367" r:id="R6bec54c5a8b84900"/>
    <p:sldId xmlns:r="http://schemas.openxmlformats.org/officeDocument/2006/relationships" id="368" r:id="R63e492e9517f4c5f"/>
    <p:sldId xmlns:r="http://schemas.openxmlformats.org/officeDocument/2006/relationships" id="369" r:id="R444631612eb64d08"/>
    <p:sldId xmlns:r="http://schemas.openxmlformats.org/officeDocument/2006/relationships" id="370" r:id="R0b448bc70d2b47b9"/>
    <p:sldId xmlns:r="http://schemas.openxmlformats.org/officeDocument/2006/relationships" id="371" r:id="R11c197b6887c4404"/>
    <p:sldId xmlns:r="http://schemas.openxmlformats.org/officeDocument/2006/relationships" id="372" r:id="Rfe0ea81625f247d8"/>
    <p:sldId xmlns:r="http://schemas.openxmlformats.org/officeDocument/2006/relationships" id="373" r:id="R33d2a9909bba488a"/>
    <p:sldId xmlns:r="http://schemas.openxmlformats.org/officeDocument/2006/relationships" id="374" r:id="R2f91d76d0ecc4164"/>
    <p:sldId xmlns:r="http://schemas.openxmlformats.org/officeDocument/2006/relationships" id="375" r:id="R9c2b99612c184d2c"/>
    <p:sldId xmlns:r="http://schemas.openxmlformats.org/officeDocument/2006/relationships" id="376" r:id="R1b7c9648eef94994"/>
    <p:sldId xmlns:r="http://schemas.openxmlformats.org/officeDocument/2006/relationships" id="377" r:id="Rb7dd177a4b174b55"/>
    <p:sldId xmlns:r="http://schemas.openxmlformats.org/officeDocument/2006/relationships" id="378" r:id="R92157d02989c4dbb"/>
    <p:sldId xmlns:r="http://schemas.openxmlformats.org/officeDocument/2006/relationships" id="379" r:id="Rf325c1b9c2a54e30"/>
    <p:sldId xmlns:r="http://schemas.openxmlformats.org/officeDocument/2006/relationships" id="380" r:id="R69d40684311e416b"/>
    <p:sldId xmlns:r="http://schemas.openxmlformats.org/officeDocument/2006/relationships" id="381" r:id="Rc7e1a44563a24aee"/>
    <p:sldId xmlns:r="http://schemas.openxmlformats.org/officeDocument/2006/relationships" id="382" r:id="Rdabbeef30fe94bfc"/>
    <p:sldId xmlns:r="http://schemas.openxmlformats.org/officeDocument/2006/relationships" id="383" r:id="R185d8ab276d147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eafdd175c649e3" /><Relationship Type="http://schemas.openxmlformats.org/officeDocument/2006/relationships/slideMaster" Target="/ppt/slideMasters/slideMaster1.xml" Id="Rc79a49e0403d42f4" /><Relationship Type="http://schemas.openxmlformats.org/officeDocument/2006/relationships/notesMaster" Target="/ppt/notesMasters/notesMaster1.xml" Id="Rcfe758311d914a21" /><Relationship Type="http://schemas.openxmlformats.org/officeDocument/2006/relationships/presProps" Target="/ppt/presProps.xml" Id="R316e27c2897140b3" /><Relationship Type="http://schemas.openxmlformats.org/officeDocument/2006/relationships/tableStyles" Target="/ppt/tableStyles.xml" Id="Re4b44c2410a14294" /><Relationship Type="http://schemas.openxmlformats.org/officeDocument/2006/relationships/slide" Target="/ppt/slides/slide1.xml" Id="Rbaf91e992ceb4eaa" /><Relationship Type="http://schemas.openxmlformats.org/officeDocument/2006/relationships/slide" Target="/ppt/slides/slide2.xml" Id="Ra5fbaa1d47654412" /><Relationship Type="http://schemas.openxmlformats.org/officeDocument/2006/relationships/slide" Target="/ppt/slides/slide3.xml" Id="R9c2cc1855f414cfd" /><Relationship Type="http://schemas.openxmlformats.org/officeDocument/2006/relationships/slide" Target="/ppt/slides/slide4.xml" Id="Rcc25769350ee4ea4" /><Relationship Type="http://schemas.openxmlformats.org/officeDocument/2006/relationships/slide" Target="/ppt/slides/slide5.xml" Id="R6ff66b2b65014ef3" /><Relationship Type="http://schemas.openxmlformats.org/officeDocument/2006/relationships/slide" Target="/ppt/slides/slide6.xml" Id="R0a3bff29b1a34c69" /><Relationship Type="http://schemas.openxmlformats.org/officeDocument/2006/relationships/slide" Target="/ppt/slides/slide7.xml" Id="Rfe13a6c1d5734df4" /><Relationship Type="http://schemas.openxmlformats.org/officeDocument/2006/relationships/slide" Target="/ppt/slides/slide8.xml" Id="R222f52327c174115" /><Relationship Type="http://schemas.openxmlformats.org/officeDocument/2006/relationships/slide" Target="/ppt/slides/slide9.xml" Id="R1106662eccd94348" /><Relationship Type="http://schemas.openxmlformats.org/officeDocument/2006/relationships/slide" Target="/ppt/slides/slide10.xml" Id="R2b52bc6b74404c56" /><Relationship Type="http://schemas.openxmlformats.org/officeDocument/2006/relationships/slide" Target="/ppt/slides/slide11.xml" Id="R43c78fed28b34095" /><Relationship Type="http://schemas.openxmlformats.org/officeDocument/2006/relationships/slide" Target="/ppt/slides/slide12.xml" Id="R857f9c7c6b7347ef" /><Relationship Type="http://schemas.openxmlformats.org/officeDocument/2006/relationships/slide" Target="/ppt/slides/slide13.xml" Id="R39184e65ea714100" /><Relationship Type="http://schemas.openxmlformats.org/officeDocument/2006/relationships/slide" Target="/ppt/slides/slide14.xml" Id="R81080f0b281544a6" /><Relationship Type="http://schemas.openxmlformats.org/officeDocument/2006/relationships/slide" Target="/ppt/slides/slide15.xml" Id="R536ca98e928a49a1" /><Relationship Type="http://schemas.openxmlformats.org/officeDocument/2006/relationships/slide" Target="/ppt/slides/slide16.xml" Id="R493a46084f764371" /><Relationship Type="http://schemas.openxmlformats.org/officeDocument/2006/relationships/slide" Target="/ppt/slides/slide17.xml" Id="R4877535f194545e0" /><Relationship Type="http://schemas.openxmlformats.org/officeDocument/2006/relationships/slide" Target="/ppt/slides/slide18.xml" Id="Ra4142ba2f2184db4" /><Relationship Type="http://schemas.openxmlformats.org/officeDocument/2006/relationships/slide" Target="/ppt/slides/slide19.xml" Id="R795903200a4c413b" /><Relationship Type="http://schemas.openxmlformats.org/officeDocument/2006/relationships/slide" Target="/ppt/slides/slide20.xml" Id="R9cf6513fd43f4847" /><Relationship Type="http://schemas.openxmlformats.org/officeDocument/2006/relationships/slide" Target="/ppt/slides/slide21.xml" Id="R0599cc38c89c47a1" /><Relationship Type="http://schemas.openxmlformats.org/officeDocument/2006/relationships/slide" Target="/ppt/slides/slide22.xml" Id="Rc42100b8d20845cb" /><Relationship Type="http://schemas.openxmlformats.org/officeDocument/2006/relationships/slide" Target="/ppt/slides/slide23.xml" Id="R64264395402549b9" /><Relationship Type="http://schemas.openxmlformats.org/officeDocument/2006/relationships/slide" Target="/ppt/slides/slide24.xml" Id="Rea924fa149a24a78" /><Relationship Type="http://schemas.openxmlformats.org/officeDocument/2006/relationships/slide" Target="/ppt/slides/slide25.xml" Id="Ra5716c896ad547fb" /><Relationship Type="http://schemas.openxmlformats.org/officeDocument/2006/relationships/slide" Target="/ppt/slides/slide26.xml" Id="R66437776fb5345e4" /><Relationship Type="http://schemas.openxmlformats.org/officeDocument/2006/relationships/slide" Target="/ppt/slides/slide27.xml" Id="Rf2601a6f7213425c" /><Relationship Type="http://schemas.openxmlformats.org/officeDocument/2006/relationships/slide" Target="/ppt/slides/slide28.xml" Id="R37e8f8306e804c01" /><Relationship Type="http://schemas.openxmlformats.org/officeDocument/2006/relationships/slide" Target="/ppt/slides/slide29.xml" Id="R4af349596c9646cc" /><Relationship Type="http://schemas.openxmlformats.org/officeDocument/2006/relationships/slide" Target="/ppt/slides/slide30.xml" Id="R721a6abebc994696" /><Relationship Type="http://schemas.openxmlformats.org/officeDocument/2006/relationships/slide" Target="/ppt/slides/slide31.xml" Id="Rb25f63b386c840d4" /><Relationship Type="http://schemas.openxmlformats.org/officeDocument/2006/relationships/slide" Target="/ppt/slides/slide32.xml" Id="R9712fb580f5f40fe" /><Relationship Type="http://schemas.openxmlformats.org/officeDocument/2006/relationships/slide" Target="/ppt/slides/slide33.xml" Id="Redc9e839c3344ce0" /><Relationship Type="http://schemas.openxmlformats.org/officeDocument/2006/relationships/slide" Target="/ppt/slides/slide34.xml" Id="R91be27eb95e24919" /><Relationship Type="http://schemas.openxmlformats.org/officeDocument/2006/relationships/slide" Target="/ppt/slides/slide35.xml" Id="Rdac2fff2e2dd45e2" /><Relationship Type="http://schemas.openxmlformats.org/officeDocument/2006/relationships/slide" Target="/ppt/slides/slide36.xml" Id="R073c975bb86841b2" /><Relationship Type="http://schemas.openxmlformats.org/officeDocument/2006/relationships/slide" Target="/ppt/slides/slide37.xml" Id="Rf0ff8d845a5245e7" /><Relationship Type="http://schemas.openxmlformats.org/officeDocument/2006/relationships/slide" Target="/ppt/slides/slide38.xml" Id="R5791a75b89d64ebc" /><Relationship Type="http://schemas.openxmlformats.org/officeDocument/2006/relationships/slide" Target="/ppt/slides/slide39.xml" Id="R6c6314c296f84a68" /><Relationship Type="http://schemas.openxmlformats.org/officeDocument/2006/relationships/slide" Target="/ppt/slides/slide40.xml" Id="Ra7abe07c5a324a7d" /><Relationship Type="http://schemas.openxmlformats.org/officeDocument/2006/relationships/slide" Target="/ppt/slides/slide41.xml" Id="R0624a2625e514fe3" /><Relationship Type="http://schemas.openxmlformats.org/officeDocument/2006/relationships/slide" Target="/ppt/slides/slide42.xml" Id="Re601c49db2ac4b84" /><Relationship Type="http://schemas.openxmlformats.org/officeDocument/2006/relationships/slide" Target="/ppt/slides/slide43.xml" Id="R0070443601754c0c" /><Relationship Type="http://schemas.openxmlformats.org/officeDocument/2006/relationships/slide" Target="/ppt/slides/slide44.xml" Id="R452d9013f3414152" /><Relationship Type="http://schemas.openxmlformats.org/officeDocument/2006/relationships/slide" Target="/ppt/slides/slide45.xml" Id="Rb2c24d35fff2437d" /><Relationship Type="http://schemas.openxmlformats.org/officeDocument/2006/relationships/slide" Target="/ppt/slides/slide46.xml" Id="R8d5331bf9b6443fb" /><Relationship Type="http://schemas.openxmlformats.org/officeDocument/2006/relationships/slide" Target="/ppt/slides/slide47.xml" Id="Re6287266675745cf" /><Relationship Type="http://schemas.openxmlformats.org/officeDocument/2006/relationships/slide" Target="/ppt/slides/slide48.xml" Id="R78f1999822374a85" /><Relationship Type="http://schemas.openxmlformats.org/officeDocument/2006/relationships/slide" Target="/ppt/slides/slide49.xml" Id="Rf3b67cbe09d64da6" /><Relationship Type="http://schemas.openxmlformats.org/officeDocument/2006/relationships/slide" Target="/ppt/slides/slide50.xml" Id="R9d97e8d876c14043" /><Relationship Type="http://schemas.openxmlformats.org/officeDocument/2006/relationships/slide" Target="/ppt/slides/slide51.xml" Id="R5638026fc9f2457a" /><Relationship Type="http://schemas.openxmlformats.org/officeDocument/2006/relationships/slide" Target="/ppt/slides/slide52.xml" Id="Rd8a345b5e7ab4fd6" /><Relationship Type="http://schemas.openxmlformats.org/officeDocument/2006/relationships/slide" Target="/ppt/slides/slide53.xml" Id="Rcdba20502f8f4977" /><Relationship Type="http://schemas.openxmlformats.org/officeDocument/2006/relationships/slide" Target="/ppt/slides/slide54.xml" Id="R0af9e84e90ff45f7" /><Relationship Type="http://schemas.openxmlformats.org/officeDocument/2006/relationships/slide" Target="/ppt/slides/slide55.xml" Id="R2e801e3566204a47" /><Relationship Type="http://schemas.openxmlformats.org/officeDocument/2006/relationships/slide" Target="/ppt/slides/slide56.xml" Id="R997d07112a2140f2" /><Relationship Type="http://schemas.openxmlformats.org/officeDocument/2006/relationships/slide" Target="/ppt/slides/slide57.xml" Id="R506393e5ac8b40d5" /><Relationship Type="http://schemas.openxmlformats.org/officeDocument/2006/relationships/slide" Target="/ppt/slides/slide58.xml" Id="Rf46a608017bf438a" /><Relationship Type="http://schemas.openxmlformats.org/officeDocument/2006/relationships/slide" Target="/ppt/slides/slide59.xml" Id="R1c0c1df76a2542d8" /><Relationship Type="http://schemas.openxmlformats.org/officeDocument/2006/relationships/slide" Target="/ppt/slides/slide60.xml" Id="Ra998f995254c4db6" /><Relationship Type="http://schemas.openxmlformats.org/officeDocument/2006/relationships/slide" Target="/ppt/slides/slide61.xml" Id="R444756379fab4a66" /><Relationship Type="http://schemas.openxmlformats.org/officeDocument/2006/relationships/slide" Target="/ppt/slides/slide62.xml" Id="Ra4019dfd05c64323" /><Relationship Type="http://schemas.openxmlformats.org/officeDocument/2006/relationships/slide" Target="/ppt/slides/slide63.xml" Id="Rd074137051274ec3" /><Relationship Type="http://schemas.openxmlformats.org/officeDocument/2006/relationships/slide" Target="/ppt/slides/slide64.xml" Id="R10a8d77ee48f44a6" /><Relationship Type="http://schemas.openxmlformats.org/officeDocument/2006/relationships/slide" Target="/ppt/slides/slide65.xml" Id="R14931bd4114a49b3" /><Relationship Type="http://schemas.openxmlformats.org/officeDocument/2006/relationships/slide" Target="/ppt/slides/slide66.xml" Id="R42db46e23799468e" /><Relationship Type="http://schemas.openxmlformats.org/officeDocument/2006/relationships/slide" Target="/ppt/slides/slide67.xml" Id="R027a6f488173428d" /><Relationship Type="http://schemas.openxmlformats.org/officeDocument/2006/relationships/slide" Target="/ppt/slides/slide68.xml" Id="R1f478dd41fd14118" /><Relationship Type="http://schemas.openxmlformats.org/officeDocument/2006/relationships/slide" Target="/ppt/slides/slide69.xml" Id="Rce6749af0c9f4903" /><Relationship Type="http://schemas.openxmlformats.org/officeDocument/2006/relationships/slide" Target="/ppt/slides/slide70.xml" Id="R2a46ef017025450d" /><Relationship Type="http://schemas.openxmlformats.org/officeDocument/2006/relationships/slide" Target="/ppt/slides/slide71.xml" Id="Re31cc94f655b492c" /><Relationship Type="http://schemas.openxmlformats.org/officeDocument/2006/relationships/slide" Target="/ppt/slides/slide72.xml" Id="R8337ed7454654aa4" /><Relationship Type="http://schemas.openxmlformats.org/officeDocument/2006/relationships/slide" Target="/ppt/slides/slide73.xml" Id="R01f8ee0cc30245d5" /><Relationship Type="http://schemas.openxmlformats.org/officeDocument/2006/relationships/slide" Target="/ppt/slides/slide74.xml" Id="R1209ddc7be6a4ec5" /><Relationship Type="http://schemas.openxmlformats.org/officeDocument/2006/relationships/slide" Target="/ppt/slides/slide75.xml" Id="Rac8fa3bfb5d14290" /><Relationship Type="http://schemas.openxmlformats.org/officeDocument/2006/relationships/slide" Target="/ppt/slides/slide76.xml" Id="R79701fcdc9044c64" /><Relationship Type="http://schemas.openxmlformats.org/officeDocument/2006/relationships/slide" Target="/ppt/slides/slide77.xml" Id="R490b7c45e0d74fb4" /><Relationship Type="http://schemas.openxmlformats.org/officeDocument/2006/relationships/slide" Target="/ppt/slides/slide78.xml" Id="R165371aa95f94577" /><Relationship Type="http://schemas.openxmlformats.org/officeDocument/2006/relationships/slide" Target="/ppt/slides/slide79.xml" Id="R9bd5c4c95eee418c" /><Relationship Type="http://schemas.openxmlformats.org/officeDocument/2006/relationships/slide" Target="/ppt/slides/slide80.xml" Id="Rb03a79d0e48c4cb2" /><Relationship Type="http://schemas.openxmlformats.org/officeDocument/2006/relationships/slide" Target="/ppt/slides/slide81.xml" Id="R6af0a93f1d384dbc" /><Relationship Type="http://schemas.openxmlformats.org/officeDocument/2006/relationships/slide" Target="/ppt/slides/slide82.xml" Id="Rbf27c81e46d24e65" /><Relationship Type="http://schemas.openxmlformats.org/officeDocument/2006/relationships/slide" Target="/ppt/slides/slide83.xml" Id="Rfb326726b692487c" /><Relationship Type="http://schemas.openxmlformats.org/officeDocument/2006/relationships/slide" Target="/ppt/slides/slide84.xml" Id="R7b70a50969cf4f7b" /><Relationship Type="http://schemas.openxmlformats.org/officeDocument/2006/relationships/slide" Target="/ppt/slides/slide85.xml" Id="R07a42a886fcf44e8" /><Relationship Type="http://schemas.openxmlformats.org/officeDocument/2006/relationships/slide" Target="/ppt/slides/slide86.xml" Id="R3881bec44aab446c" /><Relationship Type="http://schemas.openxmlformats.org/officeDocument/2006/relationships/slide" Target="/ppt/slides/slide87.xml" Id="R626070a3e06a4f9e" /><Relationship Type="http://schemas.openxmlformats.org/officeDocument/2006/relationships/slide" Target="/ppt/slides/slide88.xml" Id="R7c8d330a087f4af0" /><Relationship Type="http://schemas.openxmlformats.org/officeDocument/2006/relationships/slide" Target="/ppt/slides/slide89.xml" Id="Rc3e0c7eedd3649c4" /><Relationship Type="http://schemas.openxmlformats.org/officeDocument/2006/relationships/slide" Target="/ppt/slides/slide90.xml" Id="R66e6e2dd4b7a4902" /><Relationship Type="http://schemas.openxmlformats.org/officeDocument/2006/relationships/slide" Target="/ppt/slides/slide91.xml" Id="R87cc562f37c74526" /><Relationship Type="http://schemas.openxmlformats.org/officeDocument/2006/relationships/slide" Target="/ppt/slides/slide92.xml" Id="Re22407473bd741bb" /><Relationship Type="http://schemas.openxmlformats.org/officeDocument/2006/relationships/slide" Target="/ppt/slides/slide93.xml" Id="Rd49a8bba9dd445b9" /><Relationship Type="http://schemas.openxmlformats.org/officeDocument/2006/relationships/slide" Target="/ppt/slides/slide94.xml" Id="Ra626c50d1501466e" /><Relationship Type="http://schemas.openxmlformats.org/officeDocument/2006/relationships/slide" Target="/ppt/slides/slide95.xml" Id="R70c6be7b53be4258" /><Relationship Type="http://schemas.openxmlformats.org/officeDocument/2006/relationships/slide" Target="/ppt/slides/slide96.xml" Id="Re636c37cd09c4f36" /><Relationship Type="http://schemas.openxmlformats.org/officeDocument/2006/relationships/slide" Target="/ppt/slides/slide97.xml" Id="R49a2b64383a44f5b" /><Relationship Type="http://schemas.openxmlformats.org/officeDocument/2006/relationships/slide" Target="/ppt/slides/slide98.xml" Id="R9eba6e81f2a84e62" /><Relationship Type="http://schemas.openxmlformats.org/officeDocument/2006/relationships/slide" Target="/ppt/slides/slide99.xml" Id="Rb28f5f009e6943ce" /><Relationship Type="http://schemas.openxmlformats.org/officeDocument/2006/relationships/slide" Target="/ppt/slides/slide100.xml" Id="R23d6a6eecdb248d4" /><Relationship Type="http://schemas.openxmlformats.org/officeDocument/2006/relationships/slide" Target="/ppt/slides/slide101.xml" Id="R15012784a46f4f33" /><Relationship Type="http://schemas.openxmlformats.org/officeDocument/2006/relationships/slide" Target="/ppt/slides/slide102.xml" Id="Re0801d5f0ba94543" /><Relationship Type="http://schemas.openxmlformats.org/officeDocument/2006/relationships/slide" Target="/ppt/slides/slide103.xml" Id="Rca8519c604b64bfe" /><Relationship Type="http://schemas.openxmlformats.org/officeDocument/2006/relationships/slide" Target="/ppt/slides/slide104.xml" Id="Rd9d0d2a1ee8b449d" /><Relationship Type="http://schemas.openxmlformats.org/officeDocument/2006/relationships/slide" Target="/ppt/slides/slide105.xml" Id="R388c9b582df743f1" /><Relationship Type="http://schemas.openxmlformats.org/officeDocument/2006/relationships/slide" Target="/ppt/slides/slide106.xml" Id="R8a0d71997d6e47ed" /><Relationship Type="http://schemas.openxmlformats.org/officeDocument/2006/relationships/slide" Target="/ppt/slides/slide107.xml" Id="R5545f82807eb4bb1" /><Relationship Type="http://schemas.openxmlformats.org/officeDocument/2006/relationships/slide" Target="/ppt/slides/slide108.xml" Id="R8258ab39d3d14ea1" /><Relationship Type="http://schemas.openxmlformats.org/officeDocument/2006/relationships/slide" Target="/ppt/slides/slide109.xml" Id="Rc8b822f3e6234098" /><Relationship Type="http://schemas.openxmlformats.org/officeDocument/2006/relationships/slide" Target="/ppt/slides/slide110.xml" Id="R61c2837e0fc64cdf" /><Relationship Type="http://schemas.openxmlformats.org/officeDocument/2006/relationships/slide" Target="/ppt/slides/slide111.xml" Id="Rb39cceb186f24358" /><Relationship Type="http://schemas.openxmlformats.org/officeDocument/2006/relationships/slide" Target="/ppt/slides/slide112.xml" Id="R6bec54c5a8b84900" /><Relationship Type="http://schemas.openxmlformats.org/officeDocument/2006/relationships/slide" Target="/ppt/slides/slide113.xml" Id="R63e492e9517f4c5f" /><Relationship Type="http://schemas.openxmlformats.org/officeDocument/2006/relationships/slide" Target="/ppt/slides/slide114.xml" Id="R444631612eb64d08" /><Relationship Type="http://schemas.openxmlformats.org/officeDocument/2006/relationships/slide" Target="/ppt/slides/slide115.xml" Id="R0b448bc70d2b47b9" /><Relationship Type="http://schemas.openxmlformats.org/officeDocument/2006/relationships/slide" Target="/ppt/slides/slide116.xml" Id="R11c197b6887c4404" /><Relationship Type="http://schemas.openxmlformats.org/officeDocument/2006/relationships/slide" Target="/ppt/slides/slide117.xml" Id="Rfe0ea81625f247d8" /><Relationship Type="http://schemas.openxmlformats.org/officeDocument/2006/relationships/slide" Target="/ppt/slides/slide118.xml" Id="R33d2a9909bba488a" /><Relationship Type="http://schemas.openxmlformats.org/officeDocument/2006/relationships/slide" Target="/ppt/slides/slide119.xml" Id="R2f91d76d0ecc4164" /><Relationship Type="http://schemas.openxmlformats.org/officeDocument/2006/relationships/slide" Target="/ppt/slides/slide120.xml" Id="R9c2b99612c184d2c" /><Relationship Type="http://schemas.openxmlformats.org/officeDocument/2006/relationships/slide" Target="/ppt/slides/slide121.xml" Id="R1b7c9648eef94994" /><Relationship Type="http://schemas.openxmlformats.org/officeDocument/2006/relationships/slide" Target="/ppt/slides/slide122.xml" Id="Rb7dd177a4b174b55" /><Relationship Type="http://schemas.openxmlformats.org/officeDocument/2006/relationships/slide" Target="/ppt/slides/slide123.xml" Id="R92157d02989c4dbb" /><Relationship Type="http://schemas.openxmlformats.org/officeDocument/2006/relationships/slide" Target="/ppt/slides/slide124.xml" Id="Rf325c1b9c2a54e30" /><Relationship Type="http://schemas.openxmlformats.org/officeDocument/2006/relationships/slide" Target="/ppt/slides/slide125.xml" Id="R69d40684311e416b" /><Relationship Type="http://schemas.openxmlformats.org/officeDocument/2006/relationships/slide" Target="/ppt/slides/slide126.xml" Id="Rc7e1a44563a24aee" /><Relationship Type="http://schemas.openxmlformats.org/officeDocument/2006/relationships/slide" Target="/ppt/slides/slide127.xml" Id="Rdabbeef30fe94bfc" /><Relationship Type="http://schemas.openxmlformats.org/officeDocument/2006/relationships/slide" Target="/ppt/slides/slide128.xml" Id="R185d8ab276d147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fd00b22f474b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f7c31af8264459" /><Relationship Type="http://schemas.openxmlformats.org/officeDocument/2006/relationships/notesMaster" Target="/ppt/notesMasters/notesMaster1.xml" Id="Re200a743a7744b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3d3817d3284f61" /><Relationship Type="http://schemas.openxmlformats.org/officeDocument/2006/relationships/notesMaster" Target="/ppt/notesMasters/notesMaster1.xml" Id="Re334ad64b2a54a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b99b123bba48b5" /><Relationship Type="http://schemas.openxmlformats.org/officeDocument/2006/relationships/notesMaster" Target="/ppt/notesMasters/notesMaster1.xml" Id="R65e774553d8844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752bce0d414ce5" /><Relationship Type="http://schemas.openxmlformats.org/officeDocument/2006/relationships/notesMaster" Target="/ppt/notesMasters/notesMaster1.xml" Id="R8191892c12a54f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d59c1d4a8f4a4f" /><Relationship Type="http://schemas.openxmlformats.org/officeDocument/2006/relationships/notesMaster" Target="/ppt/notesMasters/notesMaster1.xml" Id="R83345f129e3c45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3078b28d0c4ac2" /><Relationship Type="http://schemas.openxmlformats.org/officeDocument/2006/relationships/notesMaster" Target="/ppt/notesMasters/notesMaster1.xml" Id="Rbc74661fa27b40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cd9245cb9642ae" /><Relationship Type="http://schemas.openxmlformats.org/officeDocument/2006/relationships/notesMaster" Target="/ppt/notesMasters/notesMaster1.xml" Id="Re5e42176a00a47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84ef9449cf415f" /><Relationship Type="http://schemas.openxmlformats.org/officeDocument/2006/relationships/notesMaster" Target="/ppt/notesMasters/notesMaster1.xml" Id="R4c822ec8d75f4d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65b168d878488c" /><Relationship Type="http://schemas.openxmlformats.org/officeDocument/2006/relationships/notesMaster" Target="/ppt/notesMasters/notesMaster1.xml" Id="R8a3cdddafbda4d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2e0723964d4464" /><Relationship Type="http://schemas.openxmlformats.org/officeDocument/2006/relationships/notesMaster" Target="/ppt/notesMasters/notesMaster1.xml" Id="Rd5d44a3e91e44c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c6a3d3b6c0480b" /><Relationship Type="http://schemas.openxmlformats.org/officeDocument/2006/relationships/notesMaster" Target="/ppt/notesMasters/notesMaster1.xml" Id="Rb240650ac4fb40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034bf789544d54" /><Relationship Type="http://schemas.openxmlformats.org/officeDocument/2006/relationships/notesMaster" Target="/ppt/notesMasters/notesMaster1.xml" Id="R8f6b93a9375643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8db2b6272248c2" /><Relationship Type="http://schemas.openxmlformats.org/officeDocument/2006/relationships/notesMaster" Target="/ppt/notesMasters/notesMaster1.xml" Id="R71bdc01bdf7f4e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45588a22d04d35" /><Relationship Type="http://schemas.openxmlformats.org/officeDocument/2006/relationships/notesMaster" Target="/ppt/notesMasters/notesMaster1.xml" Id="R06f831a6c23641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50b243bfee4dd4" /><Relationship Type="http://schemas.openxmlformats.org/officeDocument/2006/relationships/notesMaster" Target="/ppt/notesMasters/notesMaster1.xml" Id="R420e2d11de8f42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66eabc5d374a05" /><Relationship Type="http://schemas.openxmlformats.org/officeDocument/2006/relationships/notesMaster" Target="/ppt/notesMasters/notesMaster1.xml" Id="R65366983bfdf4a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03895ed8130462d" /><Relationship Type="http://schemas.openxmlformats.org/officeDocument/2006/relationships/notesMaster" Target="/ppt/notesMasters/notesMaster1.xml" Id="R52395b0a83bc4b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1330d7c99534deb" /><Relationship Type="http://schemas.openxmlformats.org/officeDocument/2006/relationships/notesMaster" Target="/ppt/notesMasters/notesMaster1.xml" Id="Rd13fbc499d724c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47e2167ff4f4261" /><Relationship Type="http://schemas.openxmlformats.org/officeDocument/2006/relationships/notesMaster" Target="/ppt/notesMasters/notesMaster1.xml" Id="R77407844fcc24a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cedc1f723e541eb" /><Relationship Type="http://schemas.openxmlformats.org/officeDocument/2006/relationships/notesMaster" Target="/ppt/notesMasters/notesMaster1.xml" Id="R5aa16d72b34946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e412bec24184617" /><Relationship Type="http://schemas.openxmlformats.org/officeDocument/2006/relationships/notesMaster" Target="/ppt/notesMasters/notesMaster1.xml" Id="R0bdd75de15f8467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32c9251326d4cf0" /><Relationship Type="http://schemas.openxmlformats.org/officeDocument/2006/relationships/notesMaster" Target="/ppt/notesMasters/notesMaster1.xml" Id="Rc47b6b21b174466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5284c600b0d48b3" /><Relationship Type="http://schemas.openxmlformats.org/officeDocument/2006/relationships/notesMaster" Target="/ppt/notesMasters/notesMaster1.xml" Id="R399a270d55d84d0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dd194ba9aa04231" /><Relationship Type="http://schemas.openxmlformats.org/officeDocument/2006/relationships/notesMaster" Target="/ppt/notesMasters/notesMaster1.xml" Id="Re10e7a94659e413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aec2ea478b04324" /><Relationship Type="http://schemas.openxmlformats.org/officeDocument/2006/relationships/notesMaster" Target="/ppt/notesMasters/notesMaster1.xml" Id="Rd54b2346a9114fe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ca3d1023553460a" /><Relationship Type="http://schemas.openxmlformats.org/officeDocument/2006/relationships/notesMaster" Target="/ppt/notesMasters/notesMaster1.xml" Id="R4ba6ad4f231046c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18c1cbd780d46ce" /><Relationship Type="http://schemas.openxmlformats.org/officeDocument/2006/relationships/notesMaster" Target="/ppt/notesMasters/notesMaster1.xml" Id="Rf29a21e782e1421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0ee8b97a3aa4f63" /><Relationship Type="http://schemas.openxmlformats.org/officeDocument/2006/relationships/notesMaster" Target="/ppt/notesMasters/notesMaster1.xml" Id="Re98b12e948184eb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9cc31a9181c4c6d" /><Relationship Type="http://schemas.openxmlformats.org/officeDocument/2006/relationships/notesMaster" Target="/ppt/notesMasters/notesMaster1.xml" Id="R1b125999406a4c8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060cf3edd9a431b" /><Relationship Type="http://schemas.openxmlformats.org/officeDocument/2006/relationships/notesMaster" Target="/ppt/notesMasters/notesMaster1.xml" Id="Re17a055fb1254a5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a096e14547e4700" /><Relationship Type="http://schemas.openxmlformats.org/officeDocument/2006/relationships/notesMaster" Target="/ppt/notesMasters/notesMaster1.xml" Id="R5aecc8924023455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d47ad4a41d24ba1" /><Relationship Type="http://schemas.openxmlformats.org/officeDocument/2006/relationships/notesMaster" Target="/ppt/notesMasters/notesMaster1.xml" Id="R30087696dc92478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3ecd438ce834e32" /><Relationship Type="http://schemas.openxmlformats.org/officeDocument/2006/relationships/notesMaster" Target="/ppt/notesMasters/notesMaster1.xml" Id="Rde0b1dc2acda4cb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ee6770b39b5422c" /><Relationship Type="http://schemas.openxmlformats.org/officeDocument/2006/relationships/notesMaster" Target="/ppt/notesMasters/notesMaster1.xml" Id="Rff792e88261f41f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74e99218e464380" /><Relationship Type="http://schemas.openxmlformats.org/officeDocument/2006/relationships/notesMaster" Target="/ppt/notesMasters/notesMaster1.xml" Id="Re96651a849594ae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2f703859d364fde" /><Relationship Type="http://schemas.openxmlformats.org/officeDocument/2006/relationships/notesMaster" Target="/ppt/notesMasters/notesMaster1.xml" Id="Ra8a8632cb003459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3110c2d0e6d44ec" /><Relationship Type="http://schemas.openxmlformats.org/officeDocument/2006/relationships/notesMaster" Target="/ppt/notesMasters/notesMaster1.xml" Id="R84f601017c854f8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8a89284006a4f25" /><Relationship Type="http://schemas.openxmlformats.org/officeDocument/2006/relationships/notesMaster" Target="/ppt/notesMasters/notesMaster1.xml" Id="R3abc4fe8f04c4b2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609a62ae4434c09" /><Relationship Type="http://schemas.openxmlformats.org/officeDocument/2006/relationships/notesMaster" Target="/ppt/notesMasters/notesMaster1.xml" Id="R33742eed769c420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291d5a8d03f4809" /><Relationship Type="http://schemas.openxmlformats.org/officeDocument/2006/relationships/notesMaster" Target="/ppt/notesMasters/notesMaster1.xml" Id="Rd7a100a5df9840f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c46f0bf3f13479e" /><Relationship Type="http://schemas.openxmlformats.org/officeDocument/2006/relationships/notesMaster" Target="/ppt/notesMasters/notesMaster1.xml" Id="R561bc824799242f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0077367e0104483" /><Relationship Type="http://schemas.openxmlformats.org/officeDocument/2006/relationships/notesMaster" Target="/ppt/notesMasters/notesMaster1.xml" Id="Re37a9f85d471454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c8b408c9c584878" /><Relationship Type="http://schemas.openxmlformats.org/officeDocument/2006/relationships/notesMaster" Target="/ppt/notesMasters/notesMaster1.xml" Id="R9363dfde6e554cd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72a4a6d2b32464a" /><Relationship Type="http://schemas.openxmlformats.org/officeDocument/2006/relationships/notesMaster" Target="/ppt/notesMasters/notesMaster1.xml" Id="Ra2892c3a044340e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66b087f81944a94" /><Relationship Type="http://schemas.openxmlformats.org/officeDocument/2006/relationships/notesMaster" Target="/ppt/notesMasters/notesMaster1.xml" Id="Redd859bbd408495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292b027e34d4363" /><Relationship Type="http://schemas.openxmlformats.org/officeDocument/2006/relationships/notesMaster" Target="/ppt/notesMasters/notesMaster1.xml" Id="R11ab12c9314e41d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887b46f9fcb4a06" /><Relationship Type="http://schemas.openxmlformats.org/officeDocument/2006/relationships/notesMaster" Target="/ppt/notesMasters/notesMaster1.xml" Id="R7bfe0c1033f6449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6226ea10ea34434" /><Relationship Type="http://schemas.openxmlformats.org/officeDocument/2006/relationships/notesMaster" Target="/ppt/notesMasters/notesMaster1.xml" Id="R4c856e7b80e4428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e52b7ab37ef45fd" /><Relationship Type="http://schemas.openxmlformats.org/officeDocument/2006/relationships/notesMaster" Target="/ppt/notesMasters/notesMaster1.xml" Id="R6ab8d66f9b0b4b0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47f5796881741f4" /><Relationship Type="http://schemas.openxmlformats.org/officeDocument/2006/relationships/notesMaster" Target="/ppt/notesMasters/notesMaster1.xml" Id="R54a80227fc904ae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cab010288ed456e" /><Relationship Type="http://schemas.openxmlformats.org/officeDocument/2006/relationships/notesMaster" Target="/ppt/notesMasters/notesMaster1.xml" Id="R260a47e266484f7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c6e4f4d8c664acc" /><Relationship Type="http://schemas.openxmlformats.org/officeDocument/2006/relationships/notesMaster" Target="/ppt/notesMasters/notesMaster1.xml" Id="Red283b45205c422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cfe728f9f234347" /><Relationship Type="http://schemas.openxmlformats.org/officeDocument/2006/relationships/notesMaster" Target="/ppt/notesMasters/notesMaster1.xml" Id="Rf30740d55a9a4b7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4c7fe5361044ef2" /><Relationship Type="http://schemas.openxmlformats.org/officeDocument/2006/relationships/notesMaster" Target="/ppt/notesMasters/notesMaster1.xml" Id="R16ef59f61cc04c2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5641213d032447f" /><Relationship Type="http://schemas.openxmlformats.org/officeDocument/2006/relationships/notesMaster" Target="/ppt/notesMasters/notesMaster1.xml" Id="R5f202d5a81d745d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41d5f2220ec459b" /><Relationship Type="http://schemas.openxmlformats.org/officeDocument/2006/relationships/notesMaster" Target="/ppt/notesMasters/notesMaster1.xml" Id="R0e2afcdf4c0544e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3df4de8b77914fc2" /><Relationship Type="http://schemas.openxmlformats.org/officeDocument/2006/relationships/notesMaster" Target="/ppt/notesMasters/notesMaster1.xml" Id="R00aefd8e71e5441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937a36a7b754ae2" /><Relationship Type="http://schemas.openxmlformats.org/officeDocument/2006/relationships/notesMaster" Target="/ppt/notesMasters/notesMaster1.xml" Id="R0120d02447424da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97d5e5ac32a4019" /><Relationship Type="http://schemas.openxmlformats.org/officeDocument/2006/relationships/notesMaster" Target="/ppt/notesMasters/notesMaster1.xml" Id="R10c903cc37944396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2122ef0375f4778" /><Relationship Type="http://schemas.openxmlformats.org/officeDocument/2006/relationships/notesMaster" Target="/ppt/notesMasters/notesMaster1.xml" Id="R59f3821e26cb4ff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0e350788e632476a" /><Relationship Type="http://schemas.openxmlformats.org/officeDocument/2006/relationships/notesMaster" Target="/ppt/notesMasters/notesMaster1.xml" Id="R6f149850073047d6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0c6f8b3b93c4a26" /><Relationship Type="http://schemas.openxmlformats.org/officeDocument/2006/relationships/notesMaster" Target="/ppt/notesMasters/notesMaster1.xml" Id="R875cab69174e45ee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2089d5e9e0644a4" /><Relationship Type="http://schemas.openxmlformats.org/officeDocument/2006/relationships/notesMaster" Target="/ppt/notesMasters/notesMaster1.xml" Id="R453aa3fbb43a4c87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4703383d63b047f9" /><Relationship Type="http://schemas.openxmlformats.org/officeDocument/2006/relationships/notesMaster" Target="/ppt/notesMasters/notesMaster1.xml" Id="R7724860dc40f45d3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9cc8e45cbf5a4afc" /><Relationship Type="http://schemas.openxmlformats.org/officeDocument/2006/relationships/notesMaster" Target="/ppt/notesMasters/notesMaster1.xml" Id="R4d2519585f2a45ca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e4ac04624da349eb" /><Relationship Type="http://schemas.openxmlformats.org/officeDocument/2006/relationships/notesMaster" Target="/ppt/notesMasters/notesMaster1.xml" Id="Rea29607b4f484ade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70559692428f4730" /><Relationship Type="http://schemas.openxmlformats.org/officeDocument/2006/relationships/notesMaster" Target="/ppt/notesMasters/notesMaster1.xml" Id="R5f8ee202dcef4012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b22103179c164012" /><Relationship Type="http://schemas.openxmlformats.org/officeDocument/2006/relationships/notesMaster" Target="/ppt/notesMasters/notesMaster1.xml" Id="Ra1cd54363fbb4de5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057e93be688a4ce9" /><Relationship Type="http://schemas.openxmlformats.org/officeDocument/2006/relationships/notesMaster" Target="/ppt/notesMasters/notesMaster1.xml" Id="Rbf8a1035bc524794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17452f8d6ca54b4d" /><Relationship Type="http://schemas.openxmlformats.org/officeDocument/2006/relationships/notesMaster" Target="/ppt/notesMasters/notesMaster1.xml" Id="Rd802a3c66b5645f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cdf478a0f07b4390" /><Relationship Type="http://schemas.openxmlformats.org/officeDocument/2006/relationships/notesMaster" Target="/ppt/notesMasters/notesMaster1.xml" Id="Ra59283d157c349a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114a13c8ce54ac0" /><Relationship Type="http://schemas.openxmlformats.org/officeDocument/2006/relationships/notesMaster" Target="/ppt/notesMasters/notesMaster1.xml" Id="Re35bc9e3d885439e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f96c465a4fb446b3" /><Relationship Type="http://schemas.openxmlformats.org/officeDocument/2006/relationships/notesMaster" Target="/ppt/notesMasters/notesMaster1.xml" Id="Rdfbe8c46a9674ceb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ab2f5d79041f42f2" /><Relationship Type="http://schemas.openxmlformats.org/officeDocument/2006/relationships/notesMaster" Target="/ppt/notesMasters/notesMaster1.xml" Id="R81499613b9b64a40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86e2fc62ff1d40bb" /><Relationship Type="http://schemas.openxmlformats.org/officeDocument/2006/relationships/notesMaster" Target="/ppt/notesMasters/notesMaster1.xml" Id="R4129fb2a9eba4138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b15ba885925e4ccc" /><Relationship Type="http://schemas.openxmlformats.org/officeDocument/2006/relationships/notesMaster" Target="/ppt/notesMasters/notesMaster1.xml" Id="R3c3230f59cc34f2b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640a3ec8bfa34571" /><Relationship Type="http://schemas.openxmlformats.org/officeDocument/2006/relationships/notesMaster" Target="/ppt/notesMasters/notesMaster1.xml" Id="R3db6b9be91794b2e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a35f9eb9369b4369" /><Relationship Type="http://schemas.openxmlformats.org/officeDocument/2006/relationships/notesMaster" Target="/ppt/notesMasters/notesMaster1.xml" Id="R4893872604fa4333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1a4f7c0e315e4c74" /><Relationship Type="http://schemas.openxmlformats.org/officeDocument/2006/relationships/notesMaster" Target="/ppt/notesMasters/notesMaster1.xml" Id="R717858c975184f83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4d9e4413926944cf" /><Relationship Type="http://schemas.openxmlformats.org/officeDocument/2006/relationships/notesMaster" Target="/ppt/notesMasters/notesMaster1.xml" Id="R432d47e58c544c07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61ed70b24c5e4f4e" /><Relationship Type="http://schemas.openxmlformats.org/officeDocument/2006/relationships/notesMaster" Target="/ppt/notesMasters/notesMaster1.xml" Id="R7c76ee2bb9b5454f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29cabb9492d8471c" /><Relationship Type="http://schemas.openxmlformats.org/officeDocument/2006/relationships/notesMaster" Target="/ppt/notesMasters/notesMaster1.xml" Id="R26aba9a92a044a86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365263f899134dca" /><Relationship Type="http://schemas.openxmlformats.org/officeDocument/2006/relationships/notesMaster" Target="/ppt/notesMasters/notesMaster1.xml" Id="Rde4926bbe34f4e93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c946785816d7427c" /><Relationship Type="http://schemas.openxmlformats.org/officeDocument/2006/relationships/notesMaster" Target="/ppt/notesMasters/notesMaster1.xml" Id="R6a7f268e7691480b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4d1f5959d0df4025" /><Relationship Type="http://schemas.openxmlformats.org/officeDocument/2006/relationships/notesMaster" Target="/ppt/notesMasters/notesMaster1.xml" Id="Re8a6c4909a73494e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87cf1fe9ea704085" /><Relationship Type="http://schemas.openxmlformats.org/officeDocument/2006/relationships/notesMaster" Target="/ppt/notesMasters/notesMaster1.xml" Id="R6928a0ae250447d8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7fe024530cf34342" /><Relationship Type="http://schemas.openxmlformats.org/officeDocument/2006/relationships/notesMaster" Target="/ppt/notesMasters/notesMaster1.xml" Id="Rc5d869636e014223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d957463f2b1e43c4" /><Relationship Type="http://schemas.openxmlformats.org/officeDocument/2006/relationships/notesMaster" Target="/ppt/notesMasters/notesMaster1.xml" Id="Rc7cb0075311d4ecd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55a8940cc4854b0c" /><Relationship Type="http://schemas.openxmlformats.org/officeDocument/2006/relationships/notesMaster" Target="/ppt/notesMasters/notesMaster1.xml" Id="Rad50eb5d443d4af7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05140a5b6dd24efe" /><Relationship Type="http://schemas.openxmlformats.org/officeDocument/2006/relationships/notesMaster" Target="/ppt/notesMasters/notesMaster1.xml" Id="R1e23b16012a64849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bccfcf301a624a9d" /><Relationship Type="http://schemas.openxmlformats.org/officeDocument/2006/relationships/notesMaster" Target="/ppt/notesMasters/notesMaster1.xml" Id="R56878edc77314cd2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8bf317d73e544e7d" /><Relationship Type="http://schemas.openxmlformats.org/officeDocument/2006/relationships/notesMaster" Target="/ppt/notesMasters/notesMaster1.xml" Id="R2e45ef3466e84ab6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77cab860116b4ea1" /><Relationship Type="http://schemas.openxmlformats.org/officeDocument/2006/relationships/notesMaster" Target="/ppt/notesMasters/notesMaster1.xml" Id="Red629d661224450b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b86a7acf71f74d2a" /><Relationship Type="http://schemas.openxmlformats.org/officeDocument/2006/relationships/notesMaster" Target="/ppt/notesMasters/notesMaster1.xml" Id="R226e766d07b94acc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7edd1500900f4105" /><Relationship Type="http://schemas.openxmlformats.org/officeDocument/2006/relationships/notesMaster" Target="/ppt/notesMasters/notesMaster1.xml" Id="R24d448a841514098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3ed1ad36ce8146ab" /><Relationship Type="http://schemas.openxmlformats.org/officeDocument/2006/relationships/notesMaster" Target="/ppt/notesMasters/notesMaster1.xml" Id="R69ee520326aa41df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3ecdcee22c8a4911" /><Relationship Type="http://schemas.openxmlformats.org/officeDocument/2006/relationships/notesMaster" Target="/ppt/notesMasters/notesMaster1.xml" Id="R33ed584d220e4596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fdd7199b97fb4411" /><Relationship Type="http://schemas.openxmlformats.org/officeDocument/2006/relationships/notesMaster" Target="/ppt/notesMasters/notesMaster1.xml" Id="R535b0b35ab444891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4c85cce701b74d82" /><Relationship Type="http://schemas.openxmlformats.org/officeDocument/2006/relationships/notesMaster" Target="/ppt/notesMasters/notesMaster1.xml" Id="Ra4f0dbe748c44463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59f613bfc58d481d" /><Relationship Type="http://schemas.openxmlformats.org/officeDocument/2006/relationships/notesMaster" Target="/ppt/notesMasters/notesMaster1.xml" Id="R3e2f21047f1c4345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41bd623672d34950" /><Relationship Type="http://schemas.openxmlformats.org/officeDocument/2006/relationships/notesMaster" Target="/ppt/notesMasters/notesMaster1.xml" Id="R4af6264dc92943fc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9ff61d2fb565404d" /><Relationship Type="http://schemas.openxmlformats.org/officeDocument/2006/relationships/notesMaster" Target="/ppt/notesMasters/notesMaster1.xml" Id="Rd18458414d444614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2d13e16b05574b90" /><Relationship Type="http://schemas.openxmlformats.org/officeDocument/2006/relationships/notesMaster" Target="/ppt/notesMasters/notesMaster1.xml" Id="Rfcdba1c9a9c24209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bdc09e1bb15f41f3" /><Relationship Type="http://schemas.openxmlformats.org/officeDocument/2006/relationships/notesMaster" Target="/ppt/notesMasters/notesMaster1.xml" Id="Ra4e95f935eaf4a42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a7d99c2db22b4549" /><Relationship Type="http://schemas.openxmlformats.org/officeDocument/2006/relationships/notesMaster" Target="/ppt/notesMasters/notesMaster1.xml" Id="Rdb553d6439dc4db4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e85101f3ac684f48" /><Relationship Type="http://schemas.openxmlformats.org/officeDocument/2006/relationships/notesMaster" Target="/ppt/notesMasters/notesMaster1.xml" Id="Rc9983b6217dc4693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f209ffd40c51477c" /><Relationship Type="http://schemas.openxmlformats.org/officeDocument/2006/relationships/notesMaster" Target="/ppt/notesMasters/notesMaster1.xml" Id="R9b2b5b75b7c84dfb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8d44081c8bde4914" /><Relationship Type="http://schemas.openxmlformats.org/officeDocument/2006/relationships/notesMaster" Target="/ppt/notesMasters/notesMaster1.xml" Id="Rf65070005615488d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a63aa73451024446" /><Relationship Type="http://schemas.openxmlformats.org/officeDocument/2006/relationships/notesMaster" Target="/ppt/notesMasters/notesMaster1.xml" Id="Rc4e8fbc153b645fd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d079275088f34662" /><Relationship Type="http://schemas.openxmlformats.org/officeDocument/2006/relationships/notesMaster" Target="/ppt/notesMasters/notesMaster1.xml" Id="Rb03dc64b703b4060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6a1c8b215a61455a" /><Relationship Type="http://schemas.openxmlformats.org/officeDocument/2006/relationships/notesMaster" Target="/ppt/notesMasters/notesMaster1.xml" Id="Rcb743be960614341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9baddc3c8402440a" /><Relationship Type="http://schemas.openxmlformats.org/officeDocument/2006/relationships/notesMaster" Target="/ppt/notesMasters/notesMaster1.xml" Id="R2f26d786b1334513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8ea209e8389c45b0" /><Relationship Type="http://schemas.openxmlformats.org/officeDocument/2006/relationships/notesMaster" Target="/ppt/notesMasters/notesMaster1.xml" Id="Rce2395ec8dbe4fa0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4bcd3b7b4e0f484d" /><Relationship Type="http://schemas.openxmlformats.org/officeDocument/2006/relationships/notesMaster" Target="/ppt/notesMasters/notesMaster1.xml" Id="R7b6a2d5b74fd45a6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fd0a64a834ed4068" /><Relationship Type="http://schemas.openxmlformats.org/officeDocument/2006/relationships/notesMaster" Target="/ppt/notesMasters/notesMaster1.xml" Id="Raa628daf6d734bbe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c67bbd91741647b7" /><Relationship Type="http://schemas.openxmlformats.org/officeDocument/2006/relationships/notesMaster" Target="/ppt/notesMasters/notesMaster1.xml" Id="R3ef500b6d88349d3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edb46b679277400b" /><Relationship Type="http://schemas.openxmlformats.org/officeDocument/2006/relationships/notesMaster" Target="/ppt/notesMasters/notesMaster1.xml" Id="Ref2c9783cbb34bbe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9ec207c6f50341d4" /><Relationship Type="http://schemas.openxmlformats.org/officeDocument/2006/relationships/notesMaster" Target="/ppt/notesMasters/notesMaster1.xml" Id="Rcd37faa24a5d4b9a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fec78871f2314bce" /><Relationship Type="http://schemas.openxmlformats.org/officeDocument/2006/relationships/notesMaster" Target="/ppt/notesMasters/notesMaster1.xml" Id="Rd58ccd18089247dc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1e7c0a3f01b74a36" /><Relationship Type="http://schemas.openxmlformats.org/officeDocument/2006/relationships/notesMaster" Target="/ppt/notesMasters/notesMaster1.xml" Id="Rff21c7f0ecbe47e4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fc5b44dbadfa43ad" /><Relationship Type="http://schemas.openxmlformats.org/officeDocument/2006/relationships/notesMaster" Target="/ppt/notesMasters/notesMaster1.xml" Id="R4f317e8215be45a2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e92733fe2f0c4775" /><Relationship Type="http://schemas.openxmlformats.org/officeDocument/2006/relationships/notesMaster" Target="/ppt/notesMasters/notesMaster1.xml" Id="R79f9c350c5f9474f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bf5e553dcc16475f" /><Relationship Type="http://schemas.openxmlformats.org/officeDocument/2006/relationships/notesMaster" Target="/ppt/notesMasters/notesMaster1.xml" Id="Rd8005ba03c4a489e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6e50209302474811" /><Relationship Type="http://schemas.openxmlformats.org/officeDocument/2006/relationships/notesMaster" Target="/ppt/notesMasters/notesMaster1.xml" Id="Rc5c226a340ca473c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d6e75570b11541ea" /><Relationship Type="http://schemas.openxmlformats.org/officeDocument/2006/relationships/notesMaster" Target="/ppt/notesMasters/notesMaster1.xml" Id="Rb99e9bd53c4a4a9f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6967d36d049049f6" /><Relationship Type="http://schemas.openxmlformats.org/officeDocument/2006/relationships/notesMaster" Target="/ppt/notesMasters/notesMaster1.xml" Id="R953bd6be9a044345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4cc6d546c6f14741" /><Relationship Type="http://schemas.openxmlformats.org/officeDocument/2006/relationships/notesMaster" Target="/ppt/notesMasters/notesMaster1.xml" Id="R196c72ab07f24b26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bf17e9753d9b442c" /><Relationship Type="http://schemas.openxmlformats.org/officeDocument/2006/relationships/notesMaster" Target="/ppt/notesMasters/notesMaster1.xml" Id="R9e91f85f3b8148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5-7: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cover page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BÖWE OEM product pages and cited equipment listings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P12-P15-P18 Operating Manual (2018-02): https://www.ziermann.com/wp-content/uploads/2021/03/BA-Instruction-manual-BOeWE-P12-P15-P18-2018-02.pdf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P18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https://www.wotol.com/product/bowe-p-18-d-cl-dry-cleaning-machines/1687942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P12-P15-P18 Operating Manual (2018-02): https://www.ziermann.com/wp-content/uploads/2021/03/BA-Instruction-manual-BOeWE-P12-P15-P18-2018-02.pdf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P18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P12-P15-P18 Operating Manual (2018-02): https://www.ziermann.com/wp-content/uploads/2021/03/BA-Instruction-manual-BOeWE-P12-P15-P18-2018-02.pdf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P18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https://bowe-germany.de/bowe-produkte/flusenfilter-und-nadelfaenger/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P12-P15-P18 Operating Manual (2018-02): https://www.ziermann.com/wp-content/uploads/2021/03/BA-Instruction-manual-BOeWE-P12-P15-P18-2018-02.pdf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P18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https://bowe-germany.de/bowe-produkte/flusenfilter-und-nadelfaenger/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P12-P15-P18 Operating Manual (2018-02): https://www.ziermann.com/wp-content/uploads/2021/03/BA-Instruction-manual-BOeWE-P12-P15-P18-2018-02.pdf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P18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https://bowe-germany.de/bowe-produkte/flusenfilter-und-nadelfaenger/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P12-P15-P18 Operating Manual (2018-02): https://www.ziermann.com/wp-content/uploads/2021/03/BA-Instruction-manual-BOeWE-P12-P15-P18-2018-02.pdf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P18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P12-P15-P18 Operating Manual (2018-02): https://www.ziermann.com/wp-content/uploads/2021/03/BA-Instruction-manual-BOeWE-P12-P15-P18-2018-02.pdf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P18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P12-P15-P18 Operating Manual (2018-02): https://www.ziermann.com/wp-content/uploads/2021/03/BA-Instruction-manual-BOeWE-P12-P15-P18-2018-02.pdf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P18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P12-P15-P18 Operating Manual (2018-02): https://www.ziermann.com/wp-content/uploads/2021/03/BA-Instruction-manual-BOeWE-P12-P15-P18-2018-02.pdf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P18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P12-P15-P18 Operating Manual (2018-02): https://www.ziermann.com/wp-content/uploads/2021/03/BA-Instruction-manual-BOeWE-P12-P15-P18-2018-02.pdf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P18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P12-P15-P18 Operating Manual (2018-02): https://www.ziermann.com/wp-content/uploads/2021/03/BA-Instruction-manual-BOeWE-P12-P15-P18-2018-02.pdf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P18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P12-P15-P18 Operating Manual (2018-02): https://www.ziermann.com/wp-content/uploads/2021/03/BA-Instruction-manual-BOeWE-P12-P15-P18-2018-02.pdf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P18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P12-P15-P18 Operating Manual (2018-02): https://www.ziermann.com/wp-content/uploads/2021/03/BA-Instruction-manual-BOeWE-P12-P15-P18-2018-02.pdf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P18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Physical machine/component photograph: https://bowe-germany.de/en/premiumline-multisolvent/</a:t>
            </a:r>
          </a:p>
          <a:p xmlns:a="http://schemas.openxmlformats.org/drawingml/2006/main">
            <a:r>
              <a:t>- BÖWE PremiumLine product information: https://bowe-germany.de/en/premiumline-multisolvent/</a:t>
            </a:r>
          </a:p>
          <a:p xmlns:a="http://schemas.openxmlformats.org/drawingml/2006/main">
            <a:r>
              <a:t>- BÖWE P12-P15-P18 Operating Manual (2018-02): https://www.ziermann.com/wp-content/uploads/2021/03/BA-Instruction-manual-BOeWE-P12-P15-P18-2018-02.pdf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Physical-photo reference only. Confirm the installed P18 configuration, serial number, OEM parts catalogue, approved site PTW/LOTO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5-7: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5-7: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5-7: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5-7: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5-7: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5-7: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8-13: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14-22: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14-22: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14-22: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14-22: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14-22: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14-22: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14-22: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14-22: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14-22: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14-22: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14-22: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14-22: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14-22: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4, 21-25: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4, 21-25: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4, 21-25: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4, 21-25: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4, 21-25: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4, 21-25: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4, 21-25: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4, 21-25: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4, 21-25: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4, 21-25: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4, 21-25: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Operating Manual (2018-02), PDF page 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37-59: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60-75: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60-75: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60-75: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60-75: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60-75: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60-75: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60-75: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60-75: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60-75: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60-75: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60-75: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60-75: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60-75: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72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76-100: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>- Practical visual: BÖWE P12-P15-P18 Spare Parts Catalogue, PDF page 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BÖWE P12-P15-P18 Operating Manual (2018-02), pages 60-100: https://www.ziermann.com/wp-content/uploads/2021/03/BA-Instruction-manual-BOeWE-P12-P15-P18-2018-02.pdf</a:t>
            </a:r>
          </a:p>
          <a:p xmlns:a="http://schemas.openxmlformats.org/drawingml/2006/main">
            <a:r>
              <a:t>- BÖWE P12-P15-P18 Spare Parts Catalogue: https://www.bowe-webshop.com/images/P12-P15-P18%20ET%20D%2BE%202003-06%20eckiger%20Luftschacht.pdf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interpretation: confirm the installed machine, current OEM revision, approved site PTW/LOTO, SDS and approved risk assessment before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209e59e104f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577d1aa0944e53" /><Relationship Type="http://schemas.openxmlformats.org/officeDocument/2006/relationships/slideLayout" Target="/ppt/slideLayouts/slideLayout1.xml" Id="R29e1b21a877748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e1b21a877748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9b1fce2e747f2" /><Relationship Type="http://schemas.openxmlformats.org/officeDocument/2006/relationships/image" Target="/ppt/media/image.jpeg" Id="Rd13e5a54bd474113" /><Relationship Type="http://schemas.openxmlformats.org/officeDocument/2006/relationships/notesSlide" Target="/ppt/notesSlides/notesSlide1.xml" Id="Rca9d1a1636f84d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299fdb1504075" /><Relationship Type="http://schemas.openxmlformats.org/officeDocument/2006/relationships/notesSlide" Target="/ppt/notesSlides/notesSlide2.xml" Id="R7d8e02329e0545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3286a95ae4bd6" /><Relationship Type="http://schemas.openxmlformats.org/officeDocument/2006/relationships/image" Target="/ppt/media/image2.jpeg" Id="Ra12ca5d144ff4826" /><Relationship Type="http://schemas.openxmlformats.org/officeDocument/2006/relationships/notesSlide" Target="/ppt/notesSlides/notesSlide3.xml" Id="R0f46c73f2b504b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f6169c0ba46f3" /><Relationship Type="http://schemas.openxmlformats.org/officeDocument/2006/relationships/image" Target="/ppt/media/image3.jpeg" Id="R9fb11364f08b4ef7" /><Relationship Type="http://schemas.openxmlformats.org/officeDocument/2006/relationships/notesSlide" Target="/ppt/notesSlides/notesSlide4.xml" Id="R727cdffac25641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b419ac6834fbd" /><Relationship Type="http://schemas.openxmlformats.org/officeDocument/2006/relationships/image" Target="/ppt/media/image4.jpeg" Id="R8ca56caa29d04694" /><Relationship Type="http://schemas.openxmlformats.org/officeDocument/2006/relationships/notesSlide" Target="/ppt/notesSlides/notesSlide5.xml" Id="Ree8b14fbdea64c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5c0c7418c463b" /><Relationship Type="http://schemas.openxmlformats.org/officeDocument/2006/relationships/image" Target="/ppt/media/image5.jpeg" Id="R2862e91fab7a4aaa" /><Relationship Type="http://schemas.openxmlformats.org/officeDocument/2006/relationships/notesSlide" Target="/ppt/notesSlides/notesSlide6.xml" Id="R620aa9f740cd42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99a3d5dd84a14" /><Relationship Type="http://schemas.openxmlformats.org/officeDocument/2006/relationships/image" Target="/ppt/media/image6.jpeg" Id="R07ba0cc73e0649dc" /><Relationship Type="http://schemas.openxmlformats.org/officeDocument/2006/relationships/notesSlide" Target="/ppt/notesSlides/notesSlide7.xml" Id="R312a263dc6a342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e6852f84640d2" /><Relationship Type="http://schemas.openxmlformats.org/officeDocument/2006/relationships/image" Target="/ppt/media/image7.jpeg" Id="R8dd85d8fadb74e4d" /><Relationship Type="http://schemas.openxmlformats.org/officeDocument/2006/relationships/notesSlide" Target="/ppt/notesSlides/notesSlide8.xml" Id="R7a20eb3397234d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da683d6a64331" /><Relationship Type="http://schemas.openxmlformats.org/officeDocument/2006/relationships/image" Target="/ppt/media/image8.jpeg" Id="R1c2a46ee16de4c78" /><Relationship Type="http://schemas.openxmlformats.org/officeDocument/2006/relationships/notesSlide" Target="/ppt/notesSlides/notesSlide9.xml" Id="R8fa2d13fa6564a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be6f51d694221" /><Relationship Type="http://schemas.openxmlformats.org/officeDocument/2006/relationships/image" Target="/ppt/media/image9.jpeg" Id="Rdf75ccbe88a640a5" /><Relationship Type="http://schemas.openxmlformats.org/officeDocument/2006/relationships/notesSlide" Target="/ppt/notesSlides/notesSlide10.xml" Id="Raa90cc035b6541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eb3c88ba34e40" /><Relationship Type="http://schemas.openxmlformats.org/officeDocument/2006/relationships/image" Target="/ppt/media/image10.jpeg" Id="R7bc5ef85da95475a" /><Relationship Type="http://schemas.openxmlformats.org/officeDocument/2006/relationships/notesSlide" Target="/ppt/notesSlides/notesSlide11.xml" Id="Rce1aedf6a65540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da69e5a9d4f3d" /><Relationship Type="http://schemas.openxmlformats.org/officeDocument/2006/relationships/image" Target="/ppt/media/image11.jpeg" Id="R18100e924cdf4b39" /><Relationship Type="http://schemas.openxmlformats.org/officeDocument/2006/relationships/notesSlide" Target="/ppt/notesSlides/notesSlide12.xml" Id="Rc41525795c6d4d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e0e89427c4886" /><Relationship Type="http://schemas.openxmlformats.org/officeDocument/2006/relationships/image" Target="/ppt/media/image12.jpeg" Id="R2bb027c67f3949de" /><Relationship Type="http://schemas.openxmlformats.org/officeDocument/2006/relationships/notesSlide" Target="/ppt/notesSlides/notesSlide13.xml" Id="Rd71cc148968b4f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bd1c27c38423d" /><Relationship Type="http://schemas.openxmlformats.org/officeDocument/2006/relationships/image" Target="/ppt/media/image13.jpeg" Id="Rfeb09ab82705476d" /><Relationship Type="http://schemas.openxmlformats.org/officeDocument/2006/relationships/notesSlide" Target="/ppt/notesSlides/notesSlide14.xml" Id="R502059c4b47c45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660f56af64bd5" /><Relationship Type="http://schemas.openxmlformats.org/officeDocument/2006/relationships/image" Target="/ppt/media/image14.jpeg" Id="R03b52a8054384e8b" /><Relationship Type="http://schemas.openxmlformats.org/officeDocument/2006/relationships/notesSlide" Target="/ppt/notesSlides/notesSlide15.xml" Id="R6c68d521834b43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986760f4a4d76" /><Relationship Type="http://schemas.openxmlformats.org/officeDocument/2006/relationships/notesSlide" Target="/ppt/notesSlides/notesSlide16.xml" Id="Rd6c5e8f4998b41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f3efc4c4d4e40" /><Relationship Type="http://schemas.openxmlformats.org/officeDocument/2006/relationships/image" Target="/ppt/media/image15.jpeg" Id="R305abb87e177479c" /><Relationship Type="http://schemas.openxmlformats.org/officeDocument/2006/relationships/notesSlide" Target="/ppt/notesSlides/notesSlide17.xml" Id="Re851612bf91a42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ce9299e5c47ad" /><Relationship Type="http://schemas.openxmlformats.org/officeDocument/2006/relationships/notesSlide" Target="/ppt/notesSlides/notesSlide18.xml" Id="Rcba492ba54464f5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a9739c39946e2" /><Relationship Type="http://schemas.openxmlformats.org/officeDocument/2006/relationships/image" Target="/ppt/media/image16.jpeg" Id="R2c98afb6bc344d7f" /><Relationship Type="http://schemas.openxmlformats.org/officeDocument/2006/relationships/notesSlide" Target="/ppt/notesSlides/notesSlide19.xml" Id="R09ccfb79928f455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39d42a6a046c8" /><Relationship Type="http://schemas.openxmlformats.org/officeDocument/2006/relationships/notesSlide" Target="/ppt/notesSlides/notesSlide20.xml" Id="Rc2dbf5159dc3462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c13882d1f4c6b" /><Relationship Type="http://schemas.openxmlformats.org/officeDocument/2006/relationships/image" Target="/ppt/media/image17.jpeg" Id="Rf581221261b74ac7" /><Relationship Type="http://schemas.openxmlformats.org/officeDocument/2006/relationships/notesSlide" Target="/ppt/notesSlides/notesSlide21.xml" Id="Rbd22013590734e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8a6140c5d49f9" /><Relationship Type="http://schemas.openxmlformats.org/officeDocument/2006/relationships/notesSlide" Target="/ppt/notesSlides/notesSlide22.xml" Id="R7f49c7b2a2b1414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2959102774a00" /><Relationship Type="http://schemas.openxmlformats.org/officeDocument/2006/relationships/notesSlide" Target="/ppt/notesSlides/notesSlide23.xml" Id="Rd6719f596f2242a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b92a60cfe4005" /><Relationship Type="http://schemas.openxmlformats.org/officeDocument/2006/relationships/image" Target="/ppt/media/image18.jpeg" Id="Ra1b99d27923e4358" /><Relationship Type="http://schemas.openxmlformats.org/officeDocument/2006/relationships/notesSlide" Target="/ppt/notesSlides/notesSlide24.xml" Id="R89da4570ac5948e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6627a79a94c96" /><Relationship Type="http://schemas.openxmlformats.org/officeDocument/2006/relationships/notesSlide" Target="/ppt/notesSlides/notesSlide25.xml" Id="R0ec21863ba2e412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c3aad53e54a3f" /><Relationship Type="http://schemas.openxmlformats.org/officeDocument/2006/relationships/image" Target="/ppt/media/image19.jpeg" Id="Rdd2959044bd4408d" /><Relationship Type="http://schemas.openxmlformats.org/officeDocument/2006/relationships/notesSlide" Target="/ppt/notesSlides/notesSlide26.xml" Id="Rfabe3dedde86494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cc8399d584f04" /><Relationship Type="http://schemas.openxmlformats.org/officeDocument/2006/relationships/notesSlide" Target="/ppt/notesSlides/notesSlide27.xml" Id="R68461b1901e44da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8c60c0d724a55" /><Relationship Type="http://schemas.openxmlformats.org/officeDocument/2006/relationships/image" Target="/ppt/media/image20.jpeg" Id="Rd399920b32f7405e" /><Relationship Type="http://schemas.openxmlformats.org/officeDocument/2006/relationships/notesSlide" Target="/ppt/notesSlides/notesSlide28.xml" Id="R0a64fba9b7fe41a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86cb39cde4a22" /><Relationship Type="http://schemas.openxmlformats.org/officeDocument/2006/relationships/notesSlide" Target="/ppt/notesSlides/notesSlide29.xml" Id="Ra65939ff3f37482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1cbdd0ca44323" /><Relationship Type="http://schemas.openxmlformats.org/officeDocument/2006/relationships/image" Target="/ppt/media/image21.jpeg" Id="R28920ecbbaa74d3f" /><Relationship Type="http://schemas.openxmlformats.org/officeDocument/2006/relationships/notesSlide" Target="/ppt/notesSlides/notesSlide30.xml" Id="R23daa8a5c28e412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f30b59fce496c" /><Relationship Type="http://schemas.openxmlformats.org/officeDocument/2006/relationships/notesSlide" Target="/ppt/notesSlides/notesSlide31.xml" Id="R531c2bdf2d744ea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4cd03abf941d5" /><Relationship Type="http://schemas.openxmlformats.org/officeDocument/2006/relationships/image" Target="/ppt/media/image22.jpeg" Id="R0a5dee38cdac4270" /><Relationship Type="http://schemas.openxmlformats.org/officeDocument/2006/relationships/notesSlide" Target="/ppt/notesSlides/notesSlide32.xml" Id="Rf553d2d55745425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03c9675114427" /><Relationship Type="http://schemas.openxmlformats.org/officeDocument/2006/relationships/notesSlide" Target="/ppt/notesSlides/notesSlide33.xml" Id="R4833c6962824480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5083cac52455a" /><Relationship Type="http://schemas.openxmlformats.org/officeDocument/2006/relationships/image" Target="/ppt/media/image23.jpeg" Id="R1de7972749184694" /><Relationship Type="http://schemas.openxmlformats.org/officeDocument/2006/relationships/notesSlide" Target="/ppt/notesSlides/notesSlide34.xml" Id="R2642489784ee4d4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db694732447d6" /><Relationship Type="http://schemas.openxmlformats.org/officeDocument/2006/relationships/notesSlide" Target="/ppt/notesSlides/notesSlide35.xml" Id="Rec293e0eb86e484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7709af7924b5b" /><Relationship Type="http://schemas.openxmlformats.org/officeDocument/2006/relationships/image" Target="/ppt/media/image24.jpeg" Id="R26eb855ffcf9472e" /><Relationship Type="http://schemas.openxmlformats.org/officeDocument/2006/relationships/notesSlide" Target="/ppt/notesSlides/notesSlide36.xml" Id="R36fed6d1a717405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0faafdcd2494f" /><Relationship Type="http://schemas.openxmlformats.org/officeDocument/2006/relationships/notesSlide" Target="/ppt/notesSlides/notesSlide37.xml" Id="R62b72a34639f431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27f53df864063" /><Relationship Type="http://schemas.openxmlformats.org/officeDocument/2006/relationships/notesSlide" Target="/ppt/notesSlides/notesSlide38.xml" Id="R29d8278dbb104ba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142f7076642eb" /><Relationship Type="http://schemas.openxmlformats.org/officeDocument/2006/relationships/image" Target="/ppt/media/image25.jpeg" Id="R5bae032db1b54893" /><Relationship Type="http://schemas.openxmlformats.org/officeDocument/2006/relationships/notesSlide" Target="/ppt/notesSlides/notesSlide39.xml" Id="R084f532100f248c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b05ad66f149b8" /><Relationship Type="http://schemas.openxmlformats.org/officeDocument/2006/relationships/notesSlide" Target="/ppt/notesSlides/notesSlide40.xml" Id="R7576f5250f694e6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34114eb724f56" /><Relationship Type="http://schemas.openxmlformats.org/officeDocument/2006/relationships/image" Target="/ppt/media/image26.jpeg" Id="Rf361e72b772745aa" /><Relationship Type="http://schemas.openxmlformats.org/officeDocument/2006/relationships/notesSlide" Target="/ppt/notesSlides/notesSlide41.xml" Id="R31c28e58734948a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86c58e1404f59" /><Relationship Type="http://schemas.openxmlformats.org/officeDocument/2006/relationships/notesSlide" Target="/ppt/notesSlides/notesSlide42.xml" Id="Rdefd053333cd40f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b98fbd5374a5b" /><Relationship Type="http://schemas.openxmlformats.org/officeDocument/2006/relationships/image" Target="/ppt/media/image27.jpeg" Id="R775815ff0f664f88" /><Relationship Type="http://schemas.openxmlformats.org/officeDocument/2006/relationships/notesSlide" Target="/ppt/notesSlides/notesSlide43.xml" Id="R617fc83b39bb485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aa30cd6624e15" /><Relationship Type="http://schemas.openxmlformats.org/officeDocument/2006/relationships/notesSlide" Target="/ppt/notesSlides/notesSlide44.xml" Id="R071569d8a58e42c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de691d6d24b77" /><Relationship Type="http://schemas.openxmlformats.org/officeDocument/2006/relationships/image" Target="/ppt/media/image28.jpeg" Id="R13138a0868af4da1" /><Relationship Type="http://schemas.openxmlformats.org/officeDocument/2006/relationships/notesSlide" Target="/ppt/notesSlides/notesSlide45.xml" Id="Rf1c3f7becddd4fb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1d4afd8894ff9" /><Relationship Type="http://schemas.openxmlformats.org/officeDocument/2006/relationships/notesSlide" Target="/ppt/notesSlides/notesSlide46.xml" Id="R1d8cc38212db477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8f2cee96045a3" /><Relationship Type="http://schemas.openxmlformats.org/officeDocument/2006/relationships/image" Target="/ppt/media/image29.jpeg" Id="R9d88943538fd4d97" /><Relationship Type="http://schemas.openxmlformats.org/officeDocument/2006/relationships/notesSlide" Target="/ppt/notesSlides/notesSlide47.xml" Id="R730044dee6db4c5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e585d0ca6490f" /><Relationship Type="http://schemas.openxmlformats.org/officeDocument/2006/relationships/notesSlide" Target="/ppt/notesSlides/notesSlide48.xml" Id="R757ef1d36d0d4c0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5ce81a9ad4307" /><Relationship Type="http://schemas.openxmlformats.org/officeDocument/2006/relationships/image" Target="/ppt/media/image30.jpeg" Id="R0540871aee72421a" /><Relationship Type="http://schemas.openxmlformats.org/officeDocument/2006/relationships/notesSlide" Target="/ppt/notesSlides/notesSlide49.xml" Id="Refb66a89e8d0465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c3182f34d4713" /><Relationship Type="http://schemas.openxmlformats.org/officeDocument/2006/relationships/notesSlide" Target="/ppt/notesSlides/notesSlide50.xml" Id="R0eb33f9e2c3d49b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d54227e1a4bf4" /><Relationship Type="http://schemas.openxmlformats.org/officeDocument/2006/relationships/notesSlide" Target="/ppt/notesSlides/notesSlide51.xml" Id="Rbb6c86ae64d6404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4b62b3e4a4eb4" /><Relationship Type="http://schemas.openxmlformats.org/officeDocument/2006/relationships/image" Target="/ppt/media/image31.jpeg" Id="Rb57969fa37964169" /><Relationship Type="http://schemas.openxmlformats.org/officeDocument/2006/relationships/notesSlide" Target="/ppt/notesSlides/notesSlide52.xml" Id="Rd23381ec10a8428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db371dce34abd" /><Relationship Type="http://schemas.openxmlformats.org/officeDocument/2006/relationships/notesSlide" Target="/ppt/notesSlides/notesSlide53.xml" Id="R200bf16b5ceb48cf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33882712e408a" /><Relationship Type="http://schemas.openxmlformats.org/officeDocument/2006/relationships/image" Target="/ppt/media/image32.jpeg" Id="R1d956d84b9494c77" /><Relationship Type="http://schemas.openxmlformats.org/officeDocument/2006/relationships/notesSlide" Target="/ppt/notesSlides/notesSlide54.xml" Id="Rdef9d01b0ddf431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82f53d2284082" /><Relationship Type="http://schemas.openxmlformats.org/officeDocument/2006/relationships/notesSlide" Target="/ppt/notesSlides/notesSlide55.xml" Id="R5cf0b4981b6f457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0f3296b274c42" /><Relationship Type="http://schemas.openxmlformats.org/officeDocument/2006/relationships/image" Target="/ppt/media/image33.jpeg" Id="Rd4b6fe5ce4304b22" /><Relationship Type="http://schemas.openxmlformats.org/officeDocument/2006/relationships/notesSlide" Target="/ppt/notesSlides/notesSlide56.xml" Id="R3eadef5ecfd24b6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5571f1f684259" /><Relationship Type="http://schemas.openxmlformats.org/officeDocument/2006/relationships/notesSlide" Target="/ppt/notesSlides/notesSlide57.xml" Id="Rae38021248bf4b5b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84b0fe4044db0" /><Relationship Type="http://schemas.openxmlformats.org/officeDocument/2006/relationships/image" Target="/ppt/media/image34.jpeg" Id="Ra5772cbf752b4d5e" /><Relationship Type="http://schemas.openxmlformats.org/officeDocument/2006/relationships/notesSlide" Target="/ppt/notesSlides/notesSlide58.xml" Id="R03790b40be7748b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344cd28b9430f" /><Relationship Type="http://schemas.openxmlformats.org/officeDocument/2006/relationships/notesSlide" Target="/ppt/notesSlides/notesSlide59.xml" Id="Rb658badbc52841d4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8ab647343463c" /><Relationship Type="http://schemas.openxmlformats.org/officeDocument/2006/relationships/image" Target="/ppt/media/image35.jpeg" Id="R4cb3b9cd21024a77" /><Relationship Type="http://schemas.openxmlformats.org/officeDocument/2006/relationships/notesSlide" Target="/ppt/notesSlides/notesSlide60.xml" Id="Re02be0fb87654f36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d6e1a271b40cc" /><Relationship Type="http://schemas.openxmlformats.org/officeDocument/2006/relationships/notesSlide" Target="/ppt/notesSlides/notesSlide61.xml" Id="R6eb572aa0b28431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37280c8964e78" /><Relationship Type="http://schemas.openxmlformats.org/officeDocument/2006/relationships/notesSlide" Target="/ppt/notesSlides/notesSlide62.xml" Id="R2629127978854c8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cffa7e5e347db" /><Relationship Type="http://schemas.openxmlformats.org/officeDocument/2006/relationships/image" Target="/ppt/media/image36.jpeg" Id="Rfc3e7d7b94244128" /><Relationship Type="http://schemas.openxmlformats.org/officeDocument/2006/relationships/notesSlide" Target="/ppt/notesSlides/notesSlide63.xml" Id="Rc64d9e4ddbfc44be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dca3ea4654e6c" /><Relationship Type="http://schemas.openxmlformats.org/officeDocument/2006/relationships/notesSlide" Target="/ppt/notesSlides/notesSlide64.xml" Id="Rd45fad9a2c074289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c540b86114bf0" /><Relationship Type="http://schemas.openxmlformats.org/officeDocument/2006/relationships/image" Target="/ppt/media/image37.jpeg" Id="Ra30b15ef9ec74668" /><Relationship Type="http://schemas.openxmlformats.org/officeDocument/2006/relationships/notesSlide" Target="/ppt/notesSlides/notesSlide65.xml" Id="R9f151ac1ab104c8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f42c251c443b9" /><Relationship Type="http://schemas.openxmlformats.org/officeDocument/2006/relationships/notesSlide" Target="/ppt/notesSlides/notesSlide66.xml" Id="R8cb79fcd9c8145a4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f6a02b5d94d24" /><Relationship Type="http://schemas.openxmlformats.org/officeDocument/2006/relationships/image" Target="/ppt/media/image38.jpeg" Id="R10d8b2ac37ce413e" /><Relationship Type="http://schemas.openxmlformats.org/officeDocument/2006/relationships/notesSlide" Target="/ppt/notesSlides/notesSlide67.xml" Id="R48b7069f0eb44f68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2fc32c57840ea" /><Relationship Type="http://schemas.openxmlformats.org/officeDocument/2006/relationships/notesSlide" Target="/ppt/notesSlides/notesSlide68.xml" Id="Rab55d971854f41ed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099f991884196" /><Relationship Type="http://schemas.openxmlformats.org/officeDocument/2006/relationships/image" Target="/ppt/media/image39.jpeg" Id="Reeae09a27f7d440c" /><Relationship Type="http://schemas.openxmlformats.org/officeDocument/2006/relationships/notesSlide" Target="/ppt/notesSlides/notesSlide69.xml" Id="R1ee16f32b0d2424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1fc0fa18b43a1" /><Relationship Type="http://schemas.openxmlformats.org/officeDocument/2006/relationships/notesSlide" Target="/ppt/notesSlides/notesSlide70.xml" Id="Rdd4d69bdc01947e0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b9e8eb86e4b95" /><Relationship Type="http://schemas.openxmlformats.org/officeDocument/2006/relationships/image" Target="/ppt/media/image40.jpeg" Id="R46b6ce3fae974dc0" /><Relationship Type="http://schemas.openxmlformats.org/officeDocument/2006/relationships/notesSlide" Target="/ppt/notesSlides/notesSlide71.xml" Id="R15145316bc924fe7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10c41c05a4e10" /><Relationship Type="http://schemas.openxmlformats.org/officeDocument/2006/relationships/notesSlide" Target="/ppt/notesSlides/notesSlide72.xml" Id="R812ff01e627148a1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abefeab214710" /><Relationship Type="http://schemas.openxmlformats.org/officeDocument/2006/relationships/image" Target="/ppt/media/image41.jpeg" Id="R8fec9a9fb1584208" /><Relationship Type="http://schemas.openxmlformats.org/officeDocument/2006/relationships/notesSlide" Target="/ppt/notesSlides/notesSlide73.xml" Id="R627d1b628bc84c5d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63e75a2374f74" /><Relationship Type="http://schemas.openxmlformats.org/officeDocument/2006/relationships/notesSlide" Target="/ppt/notesSlides/notesSlide74.xml" Id="R50a016a269024f8b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9a04c70e14bdc" /><Relationship Type="http://schemas.openxmlformats.org/officeDocument/2006/relationships/image" Target="/ppt/media/image42.jpeg" Id="R2bd77ae4299a46f1" /><Relationship Type="http://schemas.openxmlformats.org/officeDocument/2006/relationships/notesSlide" Target="/ppt/notesSlides/notesSlide75.xml" Id="R5ea469d3bc6e4eb0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a8da57d6c48e9" /><Relationship Type="http://schemas.openxmlformats.org/officeDocument/2006/relationships/notesSlide" Target="/ppt/notesSlides/notesSlide76.xml" Id="R2882c21e18a4470e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63a39e5464ef2" /><Relationship Type="http://schemas.openxmlformats.org/officeDocument/2006/relationships/image" Target="/ppt/media/image43.jpeg" Id="Rcd48a87c82ea4578" /><Relationship Type="http://schemas.openxmlformats.org/officeDocument/2006/relationships/notesSlide" Target="/ppt/notesSlides/notesSlide77.xml" Id="R30bcb62d6bb4434c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43d3734f24c69" /><Relationship Type="http://schemas.openxmlformats.org/officeDocument/2006/relationships/notesSlide" Target="/ppt/notesSlides/notesSlide78.xml" Id="R9e499039d6c540c5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ba8c155fd43c4" /><Relationship Type="http://schemas.openxmlformats.org/officeDocument/2006/relationships/image" Target="/ppt/media/image44.jpeg" Id="R638e7bf7ce724d8e" /><Relationship Type="http://schemas.openxmlformats.org/officeDocument/2006/relationships/notesSlide" Target="/ppt/notesSlides/notesSlide79.xml" Id="R7bf53ebc0d1945e3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a39cb65db48b0" /><Relationship Type="http://schemas.openxmlformats.org/officeDocument/2006/relationships/notesSlide" Target="/ppt/notesSlides/notesSlide80.xml" Id="R83839d507c6f4f33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fe3115c494c70" /><Relationship Type="http://schemas.openxmlformats.org/officeDocument/2006/relationships/image" Target="/ppt/media/image45.jpeg" Id="R01359f990b3140fb" /><Relationship Type="http://schemas.openxmlformats.org/officeDocument/2006/relationships/notesSlide" Target="/ppt/notesSlides/notesSlide81.xml" Id="Re7de076062a143cd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67d9ab5dc4512" /><Relationship Type="http://schemas.openxmlformats.org/officeDocument/2006/relationships/notesSlide" Target="/ppt/notesSlides/notesSlide82.xml" Id="R54b3134ed1224e7e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87ba722ea4438" /><Relationship Type="http://schemas.openxmlformats.org/officeDocument/2006/relationships/image" Target="/ppt/media/image46.jpeg" Id="R9ef7cbd1a7254cd4" /><Relationship Type="http://schemas.openxmlformats.org/officeDocument/2006/relationships/notesSlide" Target="/ppt/notesSlides/notesSlide83.xml" Id="R946ea5f6385a41da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79a8e7d514d95" /><Relationship Type="http://schemas.openxmlformats.org/officeDocument/2006/relationships/notesSlide" Target="/ppt/notesSlides/notesSlide84.xml" Id="Rc21734cfcb1745ec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c9bb4c6914861" /><Relationship Type="http://schemas.openxmlformats.org/officeDocument/2006/relationships/notesSlide" Target="/ppt/notesSlides/notesSlide85.xml" Id="Re9b513be35614844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b48b462764562" /><Relationship Type="http://schemas.openxmlformats.org/officeDocument/2006/relationships/image" Target="/ppt/media/image47.jpeg" Id="R542e519b0b064f8c" /><Relationship Type="http://schemas.openxmlformats.org/officeDocument/2006/relationships/notesSlide" Target="/ppt/notesSlides/notesSlide86.xml" Id="Rdd8ccef4aa40424b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70bff4588415b" /><Relationship Type="http://schemas.openxmlformats.org/officeDocument/2006/relationships/notesSlide" Target="/ppt/notesSlides/notesSlide87.xml" Id="Rdba69d63016c4bca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51ea6c7544e13" /><Relationship Type="http://schemas.openxmlformats.org/officeDocument/2006/relationships/image" Target="/ppt/media/image48.jpeg" Id="R4e6d4329bfcd46db" /><Relationship Type="http://schemas.openxmlformats.org/officeDocument/2006/relationships/notesSlide" Target="/ppt/notesSlides/notesSlide88.xml" Id="R3251a4099a604d7a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a38137a64424f" /><Relationship Type="http://schemas.openxmlformats.org/officeDocument/2006/relationships/notesSlide" Target="/ppt/notesSlides/notesSlide89.xml" Id="Rec09196d7cc84d7c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b3fd7d6694c5a" /><Relationship Type="http://schemas.openxmlformats.org/officeDocument/2006/relationships/image" Target="/ppt/media/image49.jpeg" Id="R04f5c3a3aa9b4fd4" /><Relationship Type="http://schemas.openxmlformats.org/officeDocument/2006/relationships/notesSlide" Target="/ppt/notesSlides/notesSlide90.xml" Id="R67061dd06bb542d0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23b076a28492a" /><Relationship Type="http://schemas.openxmlformats.org/officeDocument/2006/relationships/notesSlide" Target="/ppt/notesSlides/notesSlide91.xml" Id="Reecd7c1b63d24b4f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69e47a74d474f" /><Relationship Type="http://schemas.openxmlformats.org/officeDocument/2006/relationships/image" Target="/ppt/media/image50.jpeg" Id="Rbb94cd2d87ca42c9" /><Relationship Type="http://schemas.openxmlformats.org/officeDocument/2006/relationships/notesSlide" Target="/ppt/notesSlides/notesSlide92.xml" Id="R5a48ac92b5cd4dc0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6c3b079f341b7" /><Relationship Type="http://schemas.openxmlformats.org/officeDocument/2006/relationships/notesSlide" Target="/ppt/notesSlides/notesSlide93.xml" Id="R0911dc0a279c41ed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7ca5091b54e85" /><Relationship Type="http://schemas.openxmlformats.org/officeDocument/2006/relationships/image" Target="/ppt/media/image51.jpeg" Id="R897d388e556d4b64" /><Relationship Type="http://schemas.openxmlformats.org/officeDocument/2006/relationships/notesSlide" Target="/ppt/notesSlides/notesSlide94.xml" Id="R1cfc48e18d844468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2e3d4d2b848e3" /><Relationship Type="http://schemas.openxmlformats.org/officeDocument/2006/relationships/notesSlide" Target="/ppt/notesSlides/notesSlide95.xml" Id="R932bc56430fc4c63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72be0e1774da1" /><Relationship Type="http://schemas.openxmlformats.org/officeDocument/2006/relationships/image" Target="/ppt/media/image52.jpeg" Id="R02a120a4be444449" /><Relationship Type="http://schemas.openxmlformats.org/officeDocument/2006/relationships/notesSlide" Target="/ppt/notesSlides/notesSlide96.xml" Id="Race0cecbfd9f4bf2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555130b734be5" /><Relationship Type="http://schemas.openxmlformats.org/officeDocument/2006/relationships/notesSlide" Target="/ppt/notesSlides/notesSlide97.xml" Id="Rc4013de5aa0c4a2a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635e891284bc0" /><Relationship Type="http://schemas.openxmlformats.org/officeDocument/2006/relationships/notesSlide" Target="/ppt/notesSlides/notesSlide98.xml" Id="R3f39ef5b97ed4e4d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b50f16f294f56" /><Relationship Type="http://schemas.openxmlformats.org/officeDocument/2006/relationships/image" Target="/ppt/media/image53.jpeg" Id="R16f7283e15a4407f" /><Relationship Type="http://schemas.openxmlformats.org/officeDocument/2006/relationships/notesSlide" Target="/ppt/notesSlides/notesSlide99.xml" Id="R1741e27a63bb4b37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68d3b8d394421" /><Relationship Type="http://schemas.openxmlformats.org/officeDocument/2006/relationships/notesSlide" Target="/ppt/notesSlides/notesSlide100.xml" Id="Rffa4d5dc2bc54ca6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8f095dd7343ba" /><Relationship Type="http://schemas.openxmlformats.org/officeDocument/2006/relationships/image" Target="/ppt/media/image54.jpeg" Id="R53f88f7f0a034425" /><Relationship Type="http://schemas.openxmlformats.org/officeDocument/2006/relationships/notesSlide" Target="/ppt/notesSlides/notesSlide101.xml" Id="Rb917ba2e46204073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f252fdd0e412d" /><Relationship Type="http://schemas.openxmlformats.org/officeDocument/2006/relationships/notesSlide" Target="/ppt/notesSlides/notesSlide102.xml" Id="R0e5a872647134083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fa54910db4038" /><Relationship Type="http://schemas.openxmlformats.org/officeDocument/2006/relationships/image" Target="/ppt/media/image55.jpeg" Id="R2c43568c46094098" /><Relationship Type="http://schemas.openxmlformats.org/officeDocument/2006/relationships/notesSlide" Target="/ppt/notesSlides/notesSlide103.xml" Id="Rc507e58198c141e7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d5380d03143e7" /><Relationship Type="http://schemas.openxmlformats.org/officeDocument/2006/relationships/notesSlide" Target="/ppt/notesSlides/notesSlide104.xml" Id="R8503450e23ac4075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2da241e92473f" /><Relationship Type="http://schemas.openxmlformats.org/officeDocument/2006/relationships/image" Target="/ppt/media/image56.jpeg" Id="Ra16f568fee5f4dbc" /><Relationship Type="http://schemas.openxmlformats.org/officeDocument/2006/relationships/notesSlide" Target="/ppt/notesSlides/notesSlide105.xml" Id="Rf4876279eac74a10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4daaba3e94d1a" /><Relationship Type="http://schemas.openxmlformats.org/officeDocument/2006/relationships/notesSlide" Target="/ppt/notesSlides/notesSlide106.xml" Id="Radcf6dca771e47ff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14622d6db4d07" /><Relationship Type="http://schemas.openxmlformats.org/officeDocument/2006/relationships/image" Target="/ppt/media/image57.jpeg" Id="Rbefa48403f6242aa" /><Relationship Type="http://schemas.openxmlformats.org/officeDocument/2006/relationships/notesSlide" Target="/ppt/notesSlides/notesSlide107.xml" Id="R83f88afb25bb4937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098eb7c524ea0" /><Relationship Type="http://schemas.openxmlformats.org/officeDocument/2006/relationships/notesSlide" Target="/ppt/notesSlides/notesSlide108.xml" Id="R74e6ac01f90740cd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cf6558d5b4e21" /><Relationship Type="http://schemas.openxmlformats.org/officeDocument/2006/relationships/image" Target="/ppt/media/image58.jpeg" Id="R60fb61f6c5b7428b" /><Relationship Type="http://schemas.openxmlformats.org/officeDocument/2006/relationships/notesSlide" Target="/ppt/notesSlides/notesSlide109.xml" Id="Ref653dbf5b67409c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92c0e251a48bc" /><Relationship Type="http://schemas.openxmlformats.org/officeDocument/2006/relationships/notesSlide" Target="/ppt/notesSlides/notesSlide110.xml" Id="Rdc638825c29642d7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512bf36ea4bfd" /><Relationship Type="http://schemas.openxmlformats.org/officeDocument/2006/relationships/image" Target="/ppt/media/image59.jpeg" Id="R96cb79668e224a07" /><Relationship Type="http://schemas.openxmlformats.org/officeDocument/2006/relationships/notesSlide" Target="/ppt/notesSlides/notesSlide111.xml" Id="R51d9bce7805744ef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c8e7bef4f4d4d" /><Relationship Type="http://schemas.openxmlformats.org/officeDocument/2006/relationships/notesSlide" Target="/ppt/notesSlides/notesSlide112.xml" Id="R2b3e5051d69143bd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dc7d70783436d" /><Relationship Type="http://schemas.openxmlformats.org/officeDocument/2006/relationships/image" Target="/ppt/media/image60.jpeg" Id="Ra283e2637169415a" /><Relationship Type="http://schemas.openxmlformats.org/officeDocument/2006/relationships/notesSlide" Target="/ppt/notesSlides/notesSlide113.xml" Id="R07dfc032479c4054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2bdb51dc14db1" /><Relationship Type="http://schemas.openxmlformats.org/officeDocument/2006/relationships/notesSlide" Target="/ppt/notesSlides/notesSlide114.xml" Id="Re474b2fda69348c8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9a3ad21dd4259" /><Relationship Type="http://schemas.openxmlformats.org/officeDocument/2006/relationships/image" Target="/ppt/media/image61.jpeg" Id="Rd784db1687cd4bcc" /><Relationship Type="http://schemas.openxmlformats.org/officeDocument/2006/relationships/notesSlide" Target="/ppt/notesSlides/notesSlide115.xml" Id="R29123117b7f44451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5aa2cdad943dd" /><Relationship Type="http://schemas.openxmlformats.org/officeDocument/2006/relationships/notesSlide" Target="/ppt/notesSlides/notesSlide116.xml" Id="Rb934546ba7ca40dc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67af780e2441b" /><Relationship Type="http://schemas.openxmlformats.org/officeDocument/2006/relationships/image" Target="/ppt/media/image62.jpeg" Id="R76562a04fef44aaa" /><Relationship Type="http://schemas.openxmlformats.org/officeDocument/2006/relationships/notesSlide" Target="/ppt/notesSlides/notesSlide117.xml" Id="R291adb5684414936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ba1063c7849a7" /><Relationship Type="http://schemas.openxmlformats.org/officeDocument/2006/relationships/notesSlide" Target="/ppt/notesSlides/notesSlide118.xml" Id="R43634dcef424426e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cf28cfa33448e" /><Relationship Type="http://schemas.openxmlformats.org/officeDocument/2006/relationships/notesSlide" Target="/ppt/notesSlides/notesSlide119.xml" Id="R04a140adee3b4103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7f8d354c444d0" /><Relationship Type="http://schemas.openxmlformats.org/officeDocument/2006/relationships/image" Target="/ppt/media/image63.jpeg" Id="R65a2d28e4d334187" /><Relationship Type="http://schemas.openxmlformats.org/officeDocument/2006/relationships/notesSlide" Target="/ppt/notesSlides/notesSlide120.xml" Id="R0dfa074cd0164f1c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7ba4422e04694" /><Relationship Type="http://schemas.openxmlformats.org/officeDocument/2006/relationships/notesSlide" Target="/ppt/notesSlides/notesSlide121.xml" Id="R63c2164fb9dc46a7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034fc8c2c48e6" /><Relationship Type="http://schemas.openxmlformats.org/officeDocument/2006/relationships/notesSlide" Target="/ppt/notesSlides/notesSlide122.xml" Id="Ra96b535d5b1a4dbe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6c89e133446ae" /><Relationship Type="http://schemas.openxmlformats.org/officeDocument/2006/relationships/notesSlide" Target="/ppt/notesSlides/notesSlide123.xml" Id="R6abf6ba30d2142f9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205877bff4b34" /><Relationship Type="http://schemas.openxmlformats.org/officeDocument/2006/relationships/notesSlide" Target="/ppt/notesSlides/notesSlide124.xml" Id="R61334db8b2a84334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77be39edc4e71" /><Relationship Type="http://schemas.openxmlformats.org/officeDocument/2006/relationships/notesSlide" Target="/ppt/notesSlides/notesSlide125.xml" Id="Rdaad3cc2663d4cb6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56b270cbd40ad" /><Relationship Type="http://schemas.openxmlformats.org/officeDocument/2006/relationships/notesSlide" Target="/ppt/notesSlides/notesSlide126.xml" Id="R6f0299b6a60d4252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24a82a00d4cad" /><Relationship Type="http://schemas.openxmlformats.org/officeDocument/2006/relationships/notesSlide" Target="/ppt/notesSlides/notesSlide127.xml" Id="Rc4545b996c814439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d53a67e4547ae" /><Relationship Type="http://schemas.openxmlformats.org/officeDocument/2006/relationships/notesSlide" Target="/ppt/notesSlides/notesSlide128.xml" Id="R45b1831c020b49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FCC8F-41B8-43AA-9E5F-CACB5F30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BÖWE TECHNICAL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147A5-91EC-457B-8233-43B7BBA0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F8D3D-745C-401C-91C6-B136DA9F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PERC dry-cleaning machine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7CCEE-9335-4359-BF7E-B5F0E53C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Operation • Safety • Functional Systems • Preventive Maintenance • Troubleshooting • Spare Parts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25259-45B0-44E5-91AF-0EE90ABA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563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e5a54bd474113"/>
          <a:stretch xmlns:a="http://schemas.openxmlformats.org/drawingml/2006/main"/>
        </p:blipFill>
        <p:spPr>
          <a:xfrm xmlns:a="http://schemas.openxmlformats.org/drawingml/2006/main">
            <a:off x="7360698" y="523875"/>
            <a:ext cx="4042854" cy="5715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C68A8-683B-44AF-98E8-81008A11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53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114 SLIDES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6D533-5AEF-44ED-B88B-F37D4C6D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Sajjad's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9342476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F486B-9BB7-4BF4-B8DC-56B1D06A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A09F7-7F2F-443F-A908-B3ED561F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Photo atlas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7AE1E-207F-4368-AE10-671D3D25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Real BÖWE machine and component photographs for technician orientation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831B6-50F8-4693-AD8B-710742B3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002</a:t>
            </a:r>
          </a:p>
        </p:txBody>
      </p:sp>
    </p:spTree>
    <p:extLst>
      <p:ext uri="{BB962C8B-B14F-4D97-AF65-F5344CB8AC3E}">
        <p14:creationId xmlns:p14="http://schemas.microsoft.com/office/powerpoint/2010/main" val="2114328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E404B-349E-442B-9C26-D2B1E31C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0A21B-E37F-45DB-9066-D093BD37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BÖWE P18 — complete physical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182BC-0999-4E83-BF03-34D73B5F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ca5d144ff4826"/>
          <a:stretch xmlns:a="http://schemas.openxmlformats.org/drawingml/2006/main"/>
        </p:blipFill>
        <p:spPr>
          <a:xfrm xmlns:a="http://schemas.openxmlformats.org/drawingml/2006/main">
            <a:off x="2564606" y="1828800"/>
            <a:ext cx="2900363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39E70-389F-4ECA-B222-0C794495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8F509-70A0-4C70-B675-56B2F570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Front drum module and CrossLine distillation section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Control panel, gauges and loading-door position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nameplate and serial number to confirm this installed variant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DC8BA-E175-4623-9949-A8B2853A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34813-EBD1-4CE4-A5FC-DBC196D5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99374-7768-4743-8197-7529A6CB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B734E-EB40-4A9A-AB1B-4CF0FADA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003</a:t>
            </a:r>
          </a:p>
        </p:txBody>
      </p:sp>
    </p:spTree>
    <p:extLst>
      <p:ext uri="{BB962C8B-B14F-4D97-AF65-F5344CB8AC3E}">
        <p14:creationId xmlns:p14="http://schemas.microsoft.com/office/powerpoint/2010/main" val="5226986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4F360-AF3A-4763-AB98-EE035139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6D545-AC17-4C11-8620-A86ADB8F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Loading door, seal and drum opening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D8ED5-BB0A-4180-8453-3315CE2B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11364f08b4ef7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DB6E3-80D7-4B84-A41A-DBCEE775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9EE32-5A6F-493C-9299-E91DD7E6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gasket condition and seating surface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Check hinge, handle and interlock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Never bypass the loading-door safety circuit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D0CD4-A9DD-403F-A321-20B8ABD4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C0B07-C3AA-4B4F-A0F4-DA706B32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5B013-91F0-42EB-B8B5-D4D13634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70A7E-5DA2-4917-96CB-2BE2C80D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004</a:t>
            </a:r>
          </a:p>
        </p:txBody>
      </p:sp>
    </p:spTree>
    <p:extLst>
      <p:ext uri="{BB962C8B-B14F-4D97-AF65-F5344CB8AC3E}">
        <p14:creationId xmlns:p14="http://schemas.microsoft.com/office/powerpoint/2010/main" val="258377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B4248-DD5A-4A78-9143-8738EF6C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4C4B1-E6B0-476C-A4C2-30370AD7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Lint filter — physical maintenance component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45195-6709-462B-AB3E-5AE4933A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56caa29d04694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2A657-6E79-4F44-B0D5-FFF234D7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EA48F-DACB-43A7-ADBC-78307AA4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Remove lint at the OEM/site interval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mesh, seals and correct seating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Restriction increases drying time and thermal 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5AFD3-83EC-411E-84BB-84EEE0EF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74996-C32B-4932-A056-02018630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9EBFC-39EC-4D69-9A99-1B612926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ECE42-137C-4FCC-B7D8-5481FBEE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005</a:t>
            </a:r>
          </a:p>
        </p:txBody>
      </p:sp>
    </p:spTree>
    <p:extLst>
      <p:ext uri="{BB962C8B-B14F-4D97-AF65-F5344CB8AC3E}">
        <p14:creationId xmlns:p14="http://schemas.microsoft.com/office/powerpoint/2010/main" val="1903844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49E3F-8331-4B2C-A97C-7943A0CE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76411-8158-4324-85DA-0752AD79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Button trap basket and low-level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ACB02-4A19-4BE2-92F1-35AF151E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2e91fab7a4aaa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AF499-1F89-4DD9-85ED-2729AAE7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4225E-16FE-483A-9162-3CC8371C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Remove coins, needles, buttons and lint safely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additional bottom mesh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basket seating and sensor condition before restart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2C749-89BE-4515-9899-E99AE258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EFFD5-1868-410B-A271-477DB93F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9A5B5-F004-4D77-8841-A20E95F7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9EA2A-8924-4822-AD14-96D16F4A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006</a:t>
            </a:r>
          </a:p>
        </p:txBody>
      </p:sp>
    </p:spTree>
    <p:extLst>
      <p:ext uri="{BB962C8B-B14F-4D97-AF65-F5344CB8AC3E}">
        <p14:creationId xmlns:p14="http://schemas.microsoft.com/office/powerpoint/2010/main" val="4605214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9DD7D-79E1-4183-81A9-FD8E5704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69358-982F-4EC8-97B4-FCF41A61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Lint filter and button-trap installed 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BFD0E-733A-4EA5-B976-5F48867A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a0cc73e0649dc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0FEEF-F9A3-4E3D-8D33-2343DB9B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60E0C-C446-414F-A192-7C653E5C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Locate the assembly on the actual machine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Identify connected hoses, valves and access clearances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Isolate and verify safe condition before opening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B76B8-1808-45AF-89D6-010F8E1E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DC028-F7CE-4938-84D0-C4ADB3C4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7AF2F-E114-450C-8995-7B9822BE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6D92B-CF8B-432C-A7DD-09292922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007</a:t>
            </a:r>
          </a:p>
        </p:txBody>
      </p:sp>
    </p:spTree>
    <p:extLst>
      <p:ext uri="{BB962C8B-B14F-4D97-AF65-F5344CB8AC3E}">
        <p14:creationId xmlns:p14="http://schemas.microsoft.com/office/powerpoint/2010/main" val="21332690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9DDCB-47D6-4EB1-9525-DD8F3402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29561-29F3-4000-8954-A7842D24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Air blower and drive assembly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AF2E0-D791-4BEC-8AE4-316662B1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85d8fadb74e4d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B9057-0CD9-4AB8-9B04-6EB56F5D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62517-C6C2-4387-A6A8-CFD5A2D8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motor, fan housing and mountings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Check abnormal noise, heat and vibration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Verify guards and isolation before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CCD0C-6926-4E65-8134-DC740ABF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EB9D6-BBFB-48C0-9D46-3F2A3DAC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E42DE-FEBD-4949-AA0B-3B78887F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AB919-464B-4E5D-879F-AD5ABD68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008</a:t>
            </a:r>
          </a:p>
        </p:txBody>
      </p:sp>
    </p:spTree>
    <p:extLst>
      <p:ext uri="{BB962C8B-B14F-4D97-AF65-F5344CB8AC3E}">
        <p14:creationId xmlns:p14="http://schemas.microsoft.com/office/powerpoint/2010/main" val="17986911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02896-01A5-4374-AC01-1C72C4DF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E9DF2-8A3E-4DB0-818E-3E628196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Dynamic drying-airflow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082BB-0E68-4411-9106-7D2F63A7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a46ee16de4c78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49767-03BC-44D5-AD51-0C9ECD14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EF930-E8A2-433B-97A2-B380E926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Trace airflow through filter, heater and recovery 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flexible connections and sealing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Poor airflow extends drying and solvent-recovery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7E4E5-4815-46C5-846F-0FFCBB7F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6CE7F-B921-4BC7-B0AC-1EBB3C22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C0816-A122-4585-A75B-6EB3892E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6BDED-9B12-494B-9DC0-83258E2F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009</a:t>
            </a:r>
          </a:p>
        </p:txBody>
      </p:sp>
    </p:spTree>
    <p:extLst>
      <p:ext uri="{BB962C8B-B14F-4D97-AF65-F5344CB8AC3E}">
        <p14:creationId xmlns:p14="http://schemas.microsoft.com/office/powerpoint/2010/main" val="875640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47B09-9608-4C1A-BCB4-8D6D9FD6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EE221-D7C7-4D8F-9E87-2ED3CBA3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Distillation unit — physical assembly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BB780-B2DD-43AD-9B5D-FA0E3EC0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5ccbe88a640a5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1D0BF-5FA4-4DC4-B365-C71BFCFF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715F0-8244-4EDA-9ACC-0F660CA5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Identify still body, access and connected pipework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Allow complete cooling before maintenance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Residues require controlled hazardous-waste handling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27B9C-D641-4818-9279-1E179B7F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02CFD-1CAF-43D3-9A50-11198500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63654-3ECE-4ED3-8741-8BD184DF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DC900-C4AF-491E-97E1-ACE9429A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010</a:t>
            </a:r>
          </a:p>
        </p:txBody>
      </p:sp>
    </p:spTree>
    <p:extLst>
      <p:ext uri="{BB962C8B-B14F-4D97-AF65-F5344CB8AC3E}">
        <p14:creationId xmlns:p14="http://schemas.microsoft.com/office/powerpoint/2010/main" val="480637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F8138-0525-4254-8B69-6AD39894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7D3A1-6D51-44F6-BF87-50E84C4F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Self-cleaning solvent tank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E74F9-D320-4DB5-B6F3-C62B4660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5ef85da95475a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2DED6-4414-4F9C-BC8B-C024EC6A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1622E-5CD3-4EFF-9AB8-684D378F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tank duty using the installed schematic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sight-glass, level sensing and leakage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 not open or enter a tank without the approved procedure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9EE72-F086-4322-8E08-517A2060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56D26-A097-4FE5-A530-039D5BB5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8A828-C655-4214-8EBB-3835E111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A5890-6121-4B24-A139-3B24E5DF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011</a:t>
            </a:r>
          </a:p>
        </p:txBody>
      </p:sp>
    </p:spTree>
    <p:extLst>
      <p:ext uri="{BB962C8B-B14F-4D97-AF65-F5344CB8AC3E}">
        <p14:creationId xmlns:p14="http://schemas.microsoft.com/office/powerpoint/2010/main" val="426938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A06BE-DC7F-47B7-91EE-95F33BF6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C6E07-EDE7-4CC9-9991-E9787B44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Water separator — physical component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BE429-4296-4F07-B196-EAB383B3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00e924cdf4b39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AB88E-FBAC-4281-B0B8-65C04449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4737B-76DF-4AC9-8483-EC50D625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phase separation through the viewing area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Check hoses, valves, sensor and signs of contamination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Follow the automatic/manual maintenance sequence exactly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5F8B1-0B67-4D6E-8265-68DB28DF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AB812-74A7-4E44-88EF-27CE5808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B0894-16FA-476C-B62B-75437E24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DDA19-983C-4342-B300-CC1E2F12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012</a:t>
            </a:r>
          </a:p>
        </p:txBody>
      </p:sp>
    </p:spTree>
    <p:extLst>
      <p:ext uri="{BB962C8B-B14F-4D97-AF65-F5344CB8AC3E}">
        <p14:creationId xmlns:p14="http://schemas.microsoft.com/office/powerpoint/2010/main" val="11850694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FE980-541C-4271-AB06-48DB0714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5DB56-EC9C-492C-A2DE-5C84850E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Drying controller capacitive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838FE-A9B0-4E20-A366-25E1CC1D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027c67f3949de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3B21D-A0C4-4A5A-AA80-0390029B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970E1-4724-4462-9818-1DB4A94F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Keep the sensor face clean and correctly positioned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cable and connector condition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readings against cycle behaviour before replacement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2FE9A-754A-480F-9CF5-A0945354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D85E2-D91D-4346-A87A-C179FAFC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A11B2-4786-4562-9535-7AB37CC3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68B96-3D6B-420C-B495-3971E9BC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013</a:t>
            </a:r>
          </a:p>
        </p:txBody>
      </p:sp>
    </p:spTree>
    <p:extLst>
      <p:ext uri="{BB962C8B-B14F-4D97-AF65-F5344CB8AC3E}">
        <p14:creationId xmlns:p14="http://schemas.microsoft.com/office/powerpoint/2010/main" val="18051472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5768F-A8C3-4F7D-8DB6-3A24F0F1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0B9B0-946D-4FBE-908A-061B5929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Solvent turbidity measurement component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24645-A216-4F36-AD2C-5F5FE28B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09ab82705476d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941F3-DBFA-47C8-8029-FA0459E9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4922D-9596-436C-B593-FAE75B25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Keep optical surfaces clean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readings with solvent condition and filtration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Verify calibration/diagnostic evidence before condemning the sensor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29A63-26C1-4525-9914-E7247018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CB973-8006-4FAA-B801-06B5C67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7B86E-5BBF-4120-A2A2-430947BB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F89C0-C306-4784-8ACF-F4923C4C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014</a:t>
            </a:r>
          </a:p>
        </p:txBody>
      </p:sp>
    </p:spTree>
    <p:extLst>
      <p:ext uri="{BB962C8B-B14F-4D97-AF65-F5344CB8AC3E}">
        <p14:creationId xmlns:p14="http://schemas.microsoft.com/office/powerpoint/2010/main" val="8879368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75938-B957-4F84-93FE-FE827398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PHYSICAL MACHINE &amp;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5F4EF-268E-443F-94AF-D9C1660A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Maintenance access — components behind panels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4A2CE-415A-4401-BB0A-8BE13DB8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70008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52a8054384e8b"/>
          <a:stretch xmlns:a="http://schemas.openxmlformats.org/drawingml/2006/main"/>
        </p:blipFill>
        <p:spPr>
          <a:xfrm xmlns:a="http://schemas.openxmlformats.org/drawingml/2006/main">
            <a:off x="2081213" y="1828800"/>
            <a:ext cx="386715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8863B-7ED5-46AF-B30D-C6AA6873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IDENTIFY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737AB-8378-4747-88A6-C3521A04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Remove panels only after verified isolation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Maintain clear access and good housekeeping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Reinstall guards, covers and fasteners before test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C1273-A147-4400-BF32-4CA12F49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34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Physical-photo reference • verify installed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47083-9A92-4973-AFD8-48B1A202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61D5F-8BE4-4078-9BD6-EB710452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Physical Parts Atlas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1776A-AB5C-4547-993E-80C77920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015</a:t>
            </a:r>
          </a:p>
        </p:txBody>
      </p:sp>
    </p:spTree>
    <p:extLst>
      <p:ext uri="{BB962C8B-B14F-4D97-AF65-F5344CB8AC3E}">
        <p14:creationId xmlns:p14="http://schemas.microsoft.com/office/powerpoint/2010/main" val="17540051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9C25F-8354-48A2-8DE5-48EDE6B4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67A8C-A00B-4607-95DA-426C0276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09D17-DE24-494B-8073-A5E9DB2D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3A2A1-8D57-4F15-A807-2B0CC925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016</a:t>
            </a:r>
          </a:p>
        </p:txBody>
      </p:sp>
    </p:spTree>
    <p:extLst>
      <p:ext uri="{BB962C8B-B14F-4D97-AF65-F5344CB8AC3E}">
        <p14:creationId xmlns:p14="http://schemas.microsoft.com/office/powerpoint/2010/main" val="18607234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A0515-D165-4306-843F-603B1754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83DE3-46C3-490E-AC6E-B730321C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How to use this training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BFD0A-8C68-4249-B7BF-68148029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abb87e177479c"/>
          <a:stretch xmlns:a="http://schemas.openxmlformats.org/drawingml/2006/main"/>
        </p:blipFill>
        <p:spPr>
          <a:xfrm xmlns:a="http://schemas.openxmlformats.org/drawingml/2006/main">
            <a:off x="3013160" y="1885950"/>
            <a:ext cx="224137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EFF13-FF90-4936-9731-94A59BFD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C34DD-8F56-486E-8D99-24450C9E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F5779-6980-44CE-99F8-FAB44608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EEF30-95D8-432C-B8C9-9B527A46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Validate all decisions against the installed machine and current controlled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Capture questions and configuration gaps before practical assessment.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036F1-1254-4574-8B8A-F919DE72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8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AAB7B-FAA1-47EE-A01E-10724730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64C76-DC30-4643-AF8D-805B5B1B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Orientation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03A00-926A-4FDC-A813-33C32222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017</a:t>
            </a:r>
          </a:p>
        </p:txBody>
      </p:sp>
    </p:spTree>
    <p:extLst>
      <p:ext uri="{BB962C8B-B14F-4D97-AF65-F5344CB8AC3E}">
        <p14:creationId xmlns:p14="http://schemas.microsoft.com/office/powerpoint/2010/main" val="878540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A5FF0-C00C-41C6-898C-94B42A41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AF307-435E-4087-AF25-97E4E747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Learning outcomes for technicians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0AE24-3B58-46E7-9DD1-50177F68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FD03E-77C4-45F3-B424-4D68D92C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this topic to connect learning outcomes for technicians with safe daily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B1796-D215-4AB1-95CA-7029D1AA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25DD7-2AA7-4A2B-8F72-958100C9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Validate all decisions against the installed machine and current controlled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Capture questions and configuration gaps before practical assessment.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283AD-3AF5-4D7E-88B5-DCE442A2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39CB8-5E19-462C-A67C-D245DDD6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Orientation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0F1FB-A40B-4394-B6DA-938D10A8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018</a:t>
            </a:r>
          </a:p>
        </p:txBody>
      </p:sp>
    </p:spTree>
    <p:extLst>
      <p:ext uri="{BB962C8B-B14F-4D97-AF65-F5344CB8AC3E}">
        <p14:creationId xmlns:p14="http://schemas.microsoft.com/office/powerpoint/2010/main" val="11720610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665AB-DF8A-42B1-AD3E-EE43F36F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16476-2212-4CD8-9C8D-D16CA4FF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Training scope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E0C0D-C467-49CA-8244-E9689790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8afb6bc344d7f"/>
          <a:stretch xmlns:a="http://schemas.openxmlformats.org/drawingml/2006/main"/>
        </p:blipFill>
        <p:spPr>
          <a:xfrm xmlns:a="http://schemas.openxmlformats.org/drawingml/2006/main">
            <a:off x="3002280" y="1885950"/>
            <a:ext cx="226314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4CFAF-9D2F-49DA-8BC7-C6B5E7B4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DADB2-957D-495C-8077-E9AB76C1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C7932-E833-4C75-9B60-8D701A3E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CF16D-6240-48E8-93B3-7E1A74E7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Validate all decisions against the installed machine and current controlled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Capture questions and configuration gaps before practical assessment.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0488C-CFD0-4CAD-9B07-2E42A8B4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57E80-68C3-4C87-BC69-E303ADE4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0B64B-0DAA-42DF-8B7B-965A857B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Orientation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E2A6A-A96B-43B8-8AD9-E5D28100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019</a:t>
            </a:r>
          </a:p>
        </p:txBody>
      </p:sp>
    </p:spTree>
    <p:extLst>
      <p:ext uri="{BB962C8B-B14F-4D97-AF65-F5344CB8AC3E}">
        <p14:creationId xmlns:p14="http://schemas.microsoft.com/office/powerpoint/2010/main" val="16309622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3D211-141F-44F8-93D7-B95521AD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69406-CFDF-4C12-88F4-C141AB0C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Machine identity and serial-number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98725-3371-4BD2-8F8E-32DE2D9B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this topic to connect machine identity and serial-number control with safe daily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Validate all decisions against the installed machine and current controlled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Capture questions and configuration gaps before practical assessment.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0FCD7-681E-497A-8144-1B635383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D1C48-BE11-4775-BBC2-F4545E48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0A394-B600-4ED3-885C-76C17668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AC9B7-B75C-4B85-A2B4-35440A27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F9FF7-E92D-4359-8D16-66EFB676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Orientation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0C1BB-4246-4656-B328-4BFC50E6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020</a:t>
            </a:r>
          </a:p>
        </p:txBody>
      </p:sp>
    </p:spTree>
    <p:extLst>
      <p:ext uri="{BB962C8B-B14F-4D97-AF65-F5344CB8AC3E}">
        <p14:creationId xmlns:p14="http://schemas.microsoft.com/office/powerpoint/2010/main" val="4382360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16C56-0FB9-4C78-A955-5C2E3B76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EB901-1229-4228-99E3-A3093305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Documentation hierarchy and revision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6C3AF-AD60-4996-AC9F-EC2183FF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1221261b74ac7"/>
          <a:stretch xmlns:a="http://schemas.openxmlformats.org/drawingml/2006/main"/>
        </p:blipFill>
        <p:spPr>
          <a:xfrm xmlns:a="http://schemas.openxmlformats.org/drawingml/2006/main">
            <a:off x="3007720" y="1885950"/>
            <a:ext cx="225226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8B705-8318-4ED3-9547-09BE865F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76F36-D8DA-4C59-B937-0847EC6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D5BD7-05EE-4F1C-A727-2573C000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3BCEA-3016-486F-BB6A-C15E13B5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Validate all decisions against the installed machine and current controlled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Capture questions and configuration gaps before practical assessment.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0DCE3-680F-405A-8795-010791FA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C6686-2FE1-401C-A6BF-0C1C14F1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3368C-4C34-4D1F-BA2E-340ED86B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Orientation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9950F-46F3-489A-AAC8-7B02AD22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021</a:t>
            </a:r>
          </a:p>
        </p:txBody>
      </p:sp>
    </p:spTree>
    <p:extLst>
      <p:ext uri="{BB962C8B-B14F-4D97-AF65-F5344CB8AC3E}">
        <p14:creationId xmlns:p14="http://schemas.microsoft.com/office/powerpoint/2010/main" val="11807589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EC03D-F634-4FDC-B162-F6B81180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68525-AE0B-4864-A175-7F7D74AF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D27D3-CE6B-4378-BF0A-E3979898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C6160-A2B3-48D8-B5B8-E43F119C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022</a:t>
            </a:r>
          </a:p>
        </p:txBody>
      </p:sp>
    </p:spTree>
    <p:extLst>
      <p:ext uri="{BB962C8B-B14F-4D97-AF65-F5344CB8AC3E}">
        <p14:creationId xmlns:p14="http://schemas.microsoft.com/office/powerpoint/2010/main" val="7620602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F11D4-21C2-4059-B046-CF209BD0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0F003-62B9-4764-98DC-498DF0A4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Safety begins before the machine starts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5B0C9-69D6-4DB7-ADB8-1AFF0249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Recognize how safety begins before the machine starts can affect people, equipment and the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509FA-FAC2-4864-8566-459968FB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5E13D-1AA2-4034-A70E-8378D214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1FED7-A675-47A5-BE7B-EA913CF4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9478F-4DFC-4108-949C-6EA84EDC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692AE-52BA-47E0-8013-F72E53A6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97ECD-E71C-46F9-B2F0-C532F8CF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219345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0518B-DBC7-4AB3-AAF8-016B42BF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4FAC6-11BB-4278-B50D-CEF3F9D9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Authorized use defines the safe operating envelope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51A3C-8E04-4F6E-BF65-69F82A12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99d27923e4358"/>
          <a:stretch xmlns:a="http://schemas.openxmlformats.org/drawingml/2006/main"/>
        </p:blipFill>
        <p:spPr>
          <a:xfrm xmlns:a="http://schemas.openxmlformats.org/drawingml/2006/main">
            <a:off x="3000832" y="1885950"/>
            <a:ext cx="2266036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7C28A-DA7C-4B43-8D1D-7E23DD6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6C55C-5891-4D72-BE01-8286237A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E3EAD-04E8-4160-A5D0-16552222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5F393-8763-430E-A876-C42448AE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F4C81-58CB-41F2-8306-21F575C0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AE4CF-577D-4E88-BE1E-8F1F2D84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3CDB3-F6BB-4DD4-B611-F68A92F8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D34FC-3BAF-4D77-A01E-8A7BDB20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13772218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74130-9AEA-46E6-BFB8-7946BAD7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32E05-178A-4859-BBB1-7A5AB839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Only trained personnel may operate or maintain the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B5BFB-E1FA-4BDA-AE59-865D48F3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85FEB-4F2E-45E1-B0BF-B714692C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Recognize how only trained personnel may operate or maintain the machine can affect people, equipment and the environment.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D64A4-7B68-452C-9279-243D6E6B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2ECA9-68B3-4F3C-9397-EECEBF5C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9796C-6356-4DFD-A8E3-C0039681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81BC5-1347-4A06-9D8D-9E042627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69DAC-9014-4BD1-A641-F329EA1F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E2F23-1CE1-431E-87D0-4466793F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025</a:t>
            </a:r>
          </a:p>
        </p:txBody>
      </p:sp>
    </p:spTree>
    <p:extLst>
      <p:ext uri="{BB962C8B-B14F-4D97-AF65-F5344CB8AC3E}">
        <p14:creationId xmlns:p14="http://schemas.microsoft.com/office/powerpoint/2010/main" val="14536199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216E3-44DE-4799-88D6-A95126B4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B5620-CF4E-4839-9E46-0305BE0A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PPE must match the solvent and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D68F4-406C-4693-B0FF-4F7A7A5E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959044bd4408d"/>
          <a:stretch xmlns:a="http://schemas.openxmlformats.org/drawingml/2006/main"/>
        </p:blipFill>
        <p:spPr>
          <a:xfrm xmlns:a="http://schemas.openxmlformats.org/drawingml/2006/main">
            <a:off x="3013160" y="1885950"/>
            <a:ext cx="224137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30AB9-B0B4-46FA-96DF-C1161C34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C31F7-FC72-40AD-8916-26D3DA41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6C647-A206-437F-9D56-3201F6C7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26822-3F51-47FA-ADA5-65F89F1B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00878-F387-49F4-BE40-1D10ECF4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EA14A-E8B5-4A3A-BB64-1A2F8620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61B58-0151-48A3-A5CA-F430A6C3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0DCBB-DB89-446E-A620-95E46329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026</a:t>
            </a:r>
          </a:p>
        </p:txBody>
      </p:sp>
    </p:spTree>
    <p:extLst>
      <p:ext uri="{BB962C8B-B14F-4D97-AF65-F5344CB8AC3E}">
        <p14:creationId xmlns:p14="http://schemas.microsoft.com/office/powerpoint/2010/main" val="5858993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06D81-A4CE-4D21-AC26-870B504C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FE732-D657-4657-BAA8-34A95B73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Ventilation controls routine solvent exposure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65E59-DF9D-481C-807E-1B92F648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3E63A-0B4D-4506-A08B-661947AA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2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Recognize how ventilation controls routine solvent exposure can affect people, equipment and the environment.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5E65F-E12A-4424-B19E-C7F2FF2A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DBD91-C32F-4794-8BD0-1F92EA12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Stop and escalate whenever the safe condition cannot be confirmed.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F4008-8649-4933-B519-23B71E18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BB2FB-C652-4E2D-B45B-43620EED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965D2-B25E-4998-AF2A-540D0AAF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027</a:t>
            </a:r>
          </a:p>
        </p:txBody>
      </p:sp>
    </p:spTree>
    <p:extLst>
      <p:ext uri="{BB962C8B-B14F-4D97-AF65-F5344CB8AC3E}">
        <p14:creationId xmlns:p14="http://schemas.microsoft.com/office/powerpoint/2010/main" val="14993741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C0557-C86D-4B8B-8DE7-F349B0C2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D26BD-DFA8-401D-A496-77AF1A31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Loading-door venting protects the operator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8E438-22CA-42A2-B5B7-7E784372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9920b32f7405e"/>
          <a:stretch xmlns:a="http://schemas.openxmlformats.org/drawingml/2006/main"/>
        </p:blipFill>
        <p:spPr>
          <a:xfrm xmlns:a="http://schemas.openxmlformats.org/drawingml/2006/main">
            <a:off x="2989586" y="1885950"/>
            <a:ext cx="2288528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A21A7-3DE4-46B5-8A09-D4E39DF3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61C9A-9834-413C-9984-56EA6E6C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B9CC6-4C7C-46AD-9565-72D60EF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8D52C-AEC1-4DFE-9127-1E83D33E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246B8-4ACD-40B4-89BF-D0674B9A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E6AFD-68C2-4260-846F-8D626A31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0463A-3872-448F-97F4-68024C19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32ACD-7C47-4473-B09D-1B6A31FA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028</a:t>
            </a:r>
          </a:p>
        </p:txBody>
      </p:sp>
    </p:spTree>
    <p:extLst>
      <p:ext uri="{BB962C8B-B14F-4D97-AF65-F5344CB8AC3E}">
        <p14:creationId xmlns:p14="http://schemas.microsoft.com/office/powerpoint/2010/main" val="16284155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50123-8C55-4819-8E59-A488AD35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757BE-CF8F-43AF-94C4-DB8F236F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Guards and interlocks must never be bypassed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69380-5AFA-4750-B14D-17D06C39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Recognize how guards and interlocks must never be bypassed can affect people, equipment and the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A7B50-D5DF-4018-B556-D7C64B81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6E2EE-6A2D-41AB-9B68-3A6A14E6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54D49-3D67-449C-9F21-F187B29D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4078A-EE59-4020-A060-6E7EC4EE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FCAFE-F71E-4C25-8946-C585D523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2A2FD-BD9A-4343-9001-82E10ABC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029</a:t>
            </a:r>
          </a:p>
        </p:txBody>
      </p:sp>
    </p:spTree>
    <p:extLst>
      <p:ext uri="{BB962C8B-B14F-4D97-AF65-F5344CB8AC3E}">
        <p14:creationId xmlns:p14="http://schemas.microsoft.com/office/powerpoint/2010/main" val="17660891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2A7D8-F8DC-4B77-A533-7CC575B6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FC27A-70B3-413B-9C33-6DA27AF7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Electrical isolation requires lockout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C418E-56C1-4E19-B320-D2DFD700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20ecbbaa74d3f"/>
          <a:stretch xmlns:a="http://schemas.openxmlformats.org/drawingml/2006/main"/>
        </p:blipFill>
        <p:spPr>
          <a:xfrm xmlns:a="http://schemas.openxmlformats.org/drawingml/2006/main">
            <a:off x="2969639" y="1885950"/>
            <a:ext cx="2328423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C56D2-28CC-440A-8FE0-142B8257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8B470-0015-482E-B236-EA2079AC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C5C0C-5E70-4502-A102-C1C88888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D6596-7336-45BD-8610-76B176D3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313C5-E89E-4206-B89B-5BFC0A5A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DA7DC-15C9-4D06-BB8B-C3AD2407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45374-3454-422D-BB50-353026AA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45BD7-5569-4572-AD12-EA36FCD2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030</a:t>
            </a:r>
          </a:p>
        </p:txBody>
      </p:sp>
    </p:spTree>
    <p:extLst>
      <p:ext uri="{BB962C8B-B14F-4D97-AF65-F5344CB8AC3E}">
        <p14:creationId xmlns:p14="http://schemas.microsoft.com/office/powerpoint/2010/main" val="138731333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F4C48-20B6-45A1-8CD1-60CE08E0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A27A6-E935-400D-A487-A6CFEFD0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Steam isolation must remove pressure and heat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84E97-D56C-4710-B036-37A87FA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594F0-2F2C-4F9B-8FA0-8F8FD0F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Recognize how steam isolation must remove pressure and heat can affect people, equipment and the environment.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8A3B2-25CB-4F87-A347-FDD116BC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D33D6-8E7C-41C9-BA8A-4C286883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CA02D-847D-47FA-AA14-A9FCBC5E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D66FF-A8AD-40CB-BE84-87F79476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04392-D26D-4C17-91B4-354F4AFD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9B69C-1C8D-4C79-85ED-78327DB8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031</a:t>
            </a:r>
          </a:p>
        </p:txBody>
      </p:sp>
    </p:spTree>
    <p:extLst>
      <p:ext uri="{BB962C8B-B14F-4D97-AF65-F5344CB8AC3E}">
        <p14:creationId xmlns:p14="http://schemas.microsoft.com/office/powerpoint/2010/main" val="50714605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28754-9FE7-4E68-A3A1-6D848384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BEA37-5CF3-4BB6-9D3A-CA0BD3FF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Compressed air stores hazardous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33290-7913-4DA6-89C0-4C429A5A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dee38cdac4270"/>
          <a:stretch xmlns:a="http://schemas.openxmlformats.org/drawingml/2006/main"/>
        </p:blipFill>
        <p:spPr>
          <a:xfrm xmlns:a="http://schemas.openxmlformats.org/drawingml/2006/main">
            <a:off x="2982332" y="1885950"/>
            <a:ext cx="2303035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A2ECA-E040-4540-AB1A-A076877C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50CDD-D6D9-4850-AF1C-E1AA6C89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E70BA-C0EC-4418-96CF-EBBDC2CC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17F04-CA0B-4863-9923-6D057BF6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E680A-DEE0-449D-8524-63D9D441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177F4-8067-45B1-B11E-BD047760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0F9BB-B3C8-4991-802C-79E6095F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A6F08-DE03-4BD5-9F2D-20D0E0E8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032</a:t>
            </a:r>
          </a:p>
        </p:txBody>
      </p:sp>
    </p:spTree>
    <p:extLst>
      <p:ext uri="{BB962C8B-B14F-4D97-AF65-F5344CB8AC3E}">
        <p14:creationId xmlns:p14="http://schemas.microsoft.com/office/powerpoint/2010/main" val="57131106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F47AD-2C96-4CD0-960D-729F18FE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6E3C3-38BB-4E27-AD81-147AEBA6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Refrigeration circuits require specialist competence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65460-6AF8-4E6D-8BFE-CDDB6564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311EE-D68A-4420-ABC4-CA8A626F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Recognize how refrigeration circuits require specialist competence can affect people, equipment and the environment.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5EECA-8B11-46D2-8923-F62AD1D9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99D37-EF14-49C9-8BBB-DDEDD61F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Stop and escalate whenever the safe condition cannot be confirmed.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9324C-E2D7-43D2-8B47-5521FDED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88967-1CF5-4550-BF10-DC8984B4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CF269-A1D1-4CA3-983D-B39F5BAE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033</a:t>
            </a:r>
          </a:p>
        </p:txBody>
      </p:sp>
    </p:spTree>
    <p:extLst>
      <p:ext uri="{BB962C8B-B14F-4D97-AF65-F5344CB8AC3E}">
        <p14:creationId xmlns:p14="http://schemas.microsoft.com/office/powerpoint/2010/main" val="39740885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84BF7-16C5-4EF9-A239-F2ABF742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863A4-556A-4961-B96C-AEDC4377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Hot surfaces remain hazardous after shutdown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A3BFB-073C-43F5-AB25-FEAB23BB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7972749184694"/>
          <a:stretch xmlns:a="http://schemas.openxmlformats.org/drawingml/2006/main"/>
        </p:blipFill>
        <p:spPr>
          <a:xfrm xmlns:a="http://schemas.openxmlformats.org/drawingml/2006/main">
            <a:off x="3013160" y="1885950"/>
            <a:ext cx="224137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1944F-2F86-4EF4-BCE3-D344FD14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D9DE7-EB81-4385-842F-7F546E3F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D26AD-9FDA-4060-A845-AE032A25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04418-5E7A-4E5F-BFC4-38A721B1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E1F4F-ADFA-46FC-B9C9-8B019464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5CA46-2B55-4A75-A887-60DD7203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C7DFC-5698-4971-BE27-170191CC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CBD85-8A60-45A9-881D-69E89E2F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034</a:t>
            </a:r>
          </a:p>
        </p:txBody>
      </p:sp>
    </p:spTree>
    <p:extLst>
      <p:ext uri="{BB962C8B-B14F-4D97-AF65-F5344CB8AC3E}">
        <p14:creationId xmlns:p14="http://schemas.microsoft.com/office/powerpoint/2010/main" val="98270850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5BFB6-5AB8-4803-A254-ACE8D30E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4EC89-629F-4CA9-9F70-D0AFADD2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Solvent spills require immediate controlled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70FA2-C84D-46F8-A559-28EB9F51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Recognize how solvent spills require immediate controlled response can affect people, equipment and the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D069E-B457-4CB4-B958-0A6408B4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EB792-58FA-48D2-B2B8-34147453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CAD7A-C383-456A-BC13-6CDF7D94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810B3-0F97-433D-B798-26BCF03B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96CA4-B9D0-47BA-AA1C-A4430441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9B441-84E4-44F5-BC03-6F605C39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035</a:t>
            </a:r>
          </a:p>
        </p:txBody>
      </p:sp>
    </p:spTree>
    <p:extLst>
      <p:ext uri="{BB962C8B-B14F-4D97-AF65-F5344CB8AC3E}">
        <p14:creationId xmlns:p14="http://schemas.microsoft.com/office/powerpoint/2010/main" val="90833285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08827-9129-4CBA-91A3-882535F2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928F4-19D5-43C0-971A-DB943F7E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Still residues and process water need compliant disposal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5BEC8-A50D-440C-9465-98F15BC7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b855ffcf9472e"/>
          <a:stretch xmlns:a="http://schemas.openxmlformats.org/drawingml/2006/main"/>
        </p:blipFill>
        <p:spPr>
          <a:xfrm xmlns:a="http://schemas.openxmlformats.org/drawingml/2006/main">
            <a:off x="3007720" y="1885950"/>
            <a:ext cx="225226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BF755-73F4-4CD3-A37A-FFEF51BD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FB182-FE65-43CF-8CEE-646DD1C3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101C6-5EA8-41C0-AEAC-311DFD3A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7E3A0-E04C-4F83-9853-448A85ED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9C2EC-8877-4BCB-9F95-FB838D98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FF5C6-544B-4962-BFB7-17C1240A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11D94-4ED7-4ED0-944D-4F92C0D8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5C063-1883-4BF1-A6D1-47B2C1C2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036</a:t>
            </a:r>
          </a:p>
        </p:txBody>
      </p:sp>
    </p:spTree>
    <p:extLst>
      <p:ext uri="{BB962C8B-B14F-4D97-AF65-F5344CB8AC3E}">
        <p14:creationId xmlns:p14="http://schemas.microsoft.com/office/powerpoint/2010/main" val="113501967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25D1A-347E-491A-9A08-AD633022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BBEE4-97D3-4A74-9B47-4AFEEDD3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Emergency response must be understood before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7591B-862B-404E-91B8-BC3D7719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36ED0-F172-4873-BF64-7C27F8E6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Recognize how emergency response must be understood before work can affect people, equipment and the environment.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B5E79-BB50-407A-9AAF-847FB553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0FB20-04F9-4AA0-8FA2-C90CAA5E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BF950-DB4E-4A52-A689-338A1AAB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Apply the hierarchy of controls: eliminate exposure, isolate energy, verify and protect.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Stop and escalate whenever the safe condition cannot be confirmed.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80E28-14CC-41EA-A662-84CDC835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E8335-86F8-4935-AC08-94D14F87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EC337-7A73-44E0-BF6E-0DF2967C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037</a:t>
            </a:r>
          </a:p>
        </p:txBody>
      </p:sp>
    </p:spTree>
    <p:extLst>
      <p:ext uri="{BB962C8B-B14F-4D97-AF65-F5344CB8AC3E}">
        <p14:creationId xmlns:p14="http://schemas.microsoft.com/office/powerpoint/2010/main" val="18475468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6628E-39D9-4B0E-B0DD-E933DD41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69E5F-3D36-4B9E-BACD-D04FD6BF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241DE-593E-46DB-A223-3ACC52BA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A3FA8-71B0-4506-A642-848E05F9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038</a:t>
            </a:r>
          </a:p>
        </p:txBody>
      </p:sp>
    </p:spTree>
    <p:extLst>
      <p:ext uri="{BB962C8B-B14F-4D97-AF65-F5344CB8AC3E}">
        <p14:creationId xmlns:p14="http://schemas.microsoft.com/office/powerpoint/2010/main" val="1089729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C89B9-FAE9-40FC-9BB6-AE756420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8D73E-7072-4366-8D22-8785C057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Read the machine as connected functional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6D3E7-8983-48C7-ABE3-0B8E822A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e032db1b54893"/>
          <a:stretch xmlns:a="http://schemas.openxmlformats.org/drawingml/2006/main"/>
        </p:blipFill>
        <p:spPr>
          <a:xfrm xmlns:a="http://schemas.openxmlformats.org/drawingml/2006/main">
            <a:off x="3013160" y="1885950"/>
            <a:ext cx="224137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52CFB-63DF-4EC9-A769-085C48CC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435D9-6101-43AB-BCED-290806DF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C5C9C-962B-45B3-9916-9501D115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5F2B6-01E3-4571-85DB-762E29E0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30499-15F8-413C-BD50-6338C21D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B8853-B241-4FF2-A194-17E4D71A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3CD40-E475-4F6A-B115-1F618FB5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66C03-E5B4-404B-8E66-B5C81D15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039</a:t>
            </a:r>
          </a:p>
        </p:txBody>
      </p:sp>
    </p:spTree>
    <p:extLst>
      <p:ext uri="{BB962C8B-B14F-4D97-AF65-F5344CB8AC3E}">
        <p14:creationId xmlns:p14="http://schemas.microsoft.com/office/powerpoint/2010/main" val="129530740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3E68A-A8DF-4059-A646-ABB07A6D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02422-F06B-452C-B11A-29BA2443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Front-side components support operation and 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5DD3A-E01D-4DFB-AA00-EE9DEDDA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D0FC2-8911-4CD3-A208-1921B391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relevant assembly and understand its interfaces.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91A6C-B319-48D7-B4E0-49612336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CC911-7C87-4147-AB50-B10E906C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5AB98-D84D-47EB-987C-310AD6F5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6F1BC-74B2-45EB-81AC-8E6C7AAC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B3190-5613-4EA2-9606-1AD72125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Construction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D0754-0041-4C1B-AA04-1F5F2EA8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040</a:t>
            </a:r>
          </a:p>
        </p:txBody>
      </p:sp>
    </p:spTree>
    <p:extLst>
      <p:ext uri="{BB962C8B-B14F-4D97-AF65-F5344CB8AC3E}">
        <p14:creationId xmlns:p14="http://schemas.microsoft.com/office/powerpoint/2010/main" val="67228820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77676-2C77-4298-ABEA-EEDB4351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C6B23-BD09-408E-8761-A49B2BB1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Rear-side components carry most service interfaces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66DAA-3A2B-44FB-9F3E-58B27482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1e72b772745aa"/>
          <a:stretch xmlns:a="http://schemas.openxmlformats.org/drawingml/2006/main"/>
        </p:blipFill>
        <p:spPr>
          <a:xfrm xmlns:a="http://schemas.openxmlformats.org/drawingml/2006/main">
            <a:off x="2998653" y="1885950"/>
            <a:ext cx="2270394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BDE75-15E9-4392-8425-4AF2B381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EF7BA-43AF-402F-A434-FCE409FF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B8374-456C-45AE-A806-975BD1DC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3C360-CAAA-44DC-9BEB-DB2E86BB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66AE1-C6AD-483E-BA0E-4098E3DA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61986-E482-41DC-BB98-3278297B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603DF-33F0-46A5-9090-F83D6BAB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27D28-EFB9-4482-9DD4-144BAA6C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041</a:t>
            </a:r>
          </a:p>
        </p:txBody>
      </p:sp>
    </p:spTree>
    <p:extLst>
      <p:ext uri="{BB962C8B-B14F-4D97-AF65-F5344CB8AC3E}">
        <p14:creationId xmlns:p14="http://schemas.microsoft.com/office/powerpoint/2010/main" val="66192909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096F7-BA99-4328-B5B3-26BB2271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D2944-3303-4315-9B83-690BBD93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cage and housing contain the process 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B3D2D-3E34-4079-BAF5-ADC05183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6D4E2-81BD-448C-8431-4B22CFE2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relevant assembly and understand its interfaces.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98D73-52D6-41BC-A6A9-CC91AA02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E70BD-E39F-4807-81C8-F210DA48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Confirm the exact installed variant before adjustment or replacement.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4FC1A-B1E0-430A-B923-E05B2E16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7D6D3-A68B-4A76-BEBE-362F2BE7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4FAA0-42F2-49E6-A645-3D1F7A70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042</a:t>
            </a:r>
          </a:p>
        </p:txBody>
      </p:sp>
    </p:spTree>
    <p:extLst>
      <p:ext uri="{BB962C8B-B14F-4D97-AF65-F5344CB8AC3E}">
        <p14:creationId xmlns:p14="http://schemas.microsoft.com/office/powerpoint/2010/main" val="104303907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2FDD0-62D7-4FBA-A64F-CF09C81F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15643-4C01-417D-8033-295136A2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cage drive converts motor power into controlled rotation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10E85-5D44-4A49-B9C1-E07C4F89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815ff0f664f88"/>
          <a:stretch xmlns:a="http://schemas.openxmlformats.org/drawingml/2006/main"/>
        </p:blipFill>
        <p:spPr>
          <a:xfrm xmlns:a="http://schemas.openxmlformats.org/drawingml/2006/main">
            <a:off x="3007720" y="1885950"/>
            <a:ext cx="225226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6BE86-8565-4EAC-8B05-89FE8670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484F1-BEAC-4CA2-BE0E-56DEF332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4009B-30FC-4689-BB3D-B372BC61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BC7C6-ADF7-484E-BCBB-35384412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8416F-EB1B-4D92-9578-4CB8F4C0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43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A5061-80A7-4E3D-9159-70CFEBC4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377B1-79A5-4D91-B634-AA7E8600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6CA62-12B6-4E45-BF26-0C44ED48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043</a:t>
            </a:r>
          </a:p>
        </p:txBody>
      </p:sp>
    </p:spTree>
    <p:extLst>
      <p:ext uri="{BB962C8B-B14F-4D97-AF65-F5344CB8AC3E}">
        <p14:creationId xmlns:p14="http://schemas.microsoft.com/office/powerpoint/2010/main" val="67055372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AC280-BFA0-4F36-B428-2F345AFD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3A9E5-C30F-45D5-9DE7-5EF8D803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loading door forms a pressure and solvent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0895E-FD6F-4AD1-9923-8B8F7F3A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Locate the relevant assembly and understand its interfaces.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0BEF0-D05F-47BA-90FF-FB94ED2F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49022-4D5E-4391-BC5E-DD82D073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71AC9-89BC-450D-9D49-5C471C33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D5393-7485-4892-94B4-9665292F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05028-196A-4B76-B866-E77F1B3C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6F18F-888E-4979-B2D6-F6645C8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044</a:t>
            </a:r>
          </a:p>
        </p:txBody>
      </p:sp>
    </p:spTree>
    <p:extLst>
      <p:ext uri="{BB962C8B-B14F-4D97-AF65-F5344CB8AC3E}">
        <p14:creationId xmlns:p14="http://schemas.microsoft.com/office/powerpoint/2010/main" val="146297999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F99F5-4F09-4147-959A-18227552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0CCFA-FB62-4933-B70F-816578CD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Tanks separate work, clean and extra solvent duties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A7E9C-AC97-4C21-8AE8-99B8B9B2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38a0868af4da1"/>
          <a:stretch xmlns:a="http://schemas.openxmlformats.org/drawingml/2006/main"/>
        </p:blipFill>
        <p:spPr>
          <a:xfrm xmlns:a="http://schemas.openxmlformats.org/drawingml/2006/main">
            <a:off x="3013160" y="1885950"/>
            <a:ext cx="224137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681E7-4F05-4C71-A578-F15F140C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AAE7F-4075-4997-BA95-E1EAD779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A5D59-1408-4CB4-8E63-4380E26A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B951D-92EE-402C-AC70-9AF9CF56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66133-C522-48C0-8C8E-002E87BC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46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35A84-EBED-48BB-A535-B07CD66B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B45FE-1AF7-42B5-B295-9ECBCF84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C90DF-3E58-49D8-8EE1-06C352F8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045</a:t>
            </a:r>
          </a:p>
        </p:txBody>
      </p:sp>
    </p:spTree>
    <p:extLst>
      <p:ext uri="{BB962C8B-B14F-4D97-AF65-F5344CB8AC3E}">
        <p14:creationId xmlns:p14="http://schemas.microsoft.com/office/powerpoint/2010/main" val="79818719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40E3D-2EED-492C-BE74-8C098DC5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0D93F-60D8-4751-9F35-A03AF9F8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Safety troughs contain unintended liquid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26237-2CE0-48AE-85A5-DE592640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C159B-EA72-4BE6-9FA7-1CDB76D2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relevant assembly and understand its interfaces.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CE474-56C7-4E40-B449-4F25F239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45EB4-697C-4CF0-9BF0-FEA1A2DE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0DB00-547C-4891-879A-A89AA646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9B7BC-98B7-4C4C-9DDB-25EFF8AD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A442F-8BA2-48E0-A218-640CC103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Construction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2A123-4D9A-493A-9C15-B9038BE7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046</a:t>
            </a:r>
          </a:p>
        </p:txBody>
      </p:sp>
    </p:spTree>
    <p:extLst>
      <p:ext uri="{BB962C8B-B14F-4D97-AF65-F5344CB8AC3E}">
        <p14:creationId xmlns:p14="http://schemas.microsoft.com/office/powerpoint/2010/main" val="42576787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92401-D819-4153-87F3-F7A22783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F102C-4E48-404A-B3FF-17585002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Slimline and Crossline layouts change access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14DC5-2332-42A5-8636-DEEF1AFC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8943538fd4d97"/>
          <a:stretch xmlns:a="http://schemas.openxmlformats.org/drawingml/2006/main"/>
        </p:blipFill>
        <p:spPr>
          <a:xfrm xmlns:a="http://schemas.openxmlformats.org/drawingml/2006/main">
            <a:off x="3002280" y="1885950"/>
            <a:ext cx="226314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EB193-79B3-49AE-88AC-F67B49AA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601B9-D351-4BED-91A4-5B188D24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5543A-7EE6-4BF2-93D9-003D15F8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94A0E-E4DB-482D-8E9D-0004FA0C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B0033-9091-4A23-BF1B-54CAD1B9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41983-C259-4DC8-B324-651DC2FA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66648-C8E9-4160-B95E-3C16291B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5FC5F-36F9-4677-92F9-7A107DDF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047</a:t>
            </a:r>
          </a:p>
        </p:txBody>
      </p:sp>
    </p:spTree>
    <p:extLst>
      <p:ext uri="{BB962C8B-B14F-4D97-AF65-F5344CB8AC3E}">
        <p14:creationId xmlns:p14="http://schemas.microsoft.com/office/powerpoint/2010/main" val="32604193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76828-CC1E-41AD-8236-ACA3A46F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6F93D-25B5-4E85-8E63-EAA4AAA6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Optional equipment changes the installed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40359-E955-441B-B299-BFA64F99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E1259-2AD1-4D38-9A41-EC610A5E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relevant assembly and understand its interfaces.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E6B27-0FFB-4866-AD8B-2CF24AE8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82A4D-BECE-46AB-9A8B-EA25B6E1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Confirm the exact installed variant before adjustment or replacement.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A93CA-A678-4E43-8CB6-F34E4381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97BCD-97E4-4BA1-9692-13D438AF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D1946-CEB2-4E07-81E1-5F03A0DE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048</a:t>
            </a:r>
          </a:p>
        </p:txBody>
      </p:sp>
    </p:spTree>
    <p:extLst>
      <p:ext uri="{BB962C8B-B14F-4D97-AF65-F5344CB8AC3E}">
        <p14:creationId xmlns:p14="http://schemas.microsoft.com/office/powerpoint/2010/main" val="142828306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EEB99-05EE-4E85-A00E-8282CF42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FF048-51E1-49EF-A73B-4116A67C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Nameplate data governs technical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832DE-4E59-41D8-8509-FCC0187E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0871aee72421a"/>
          <a:stretch xmlns:a="http://schemas.openxmlformats.org/drawingml/2006/main"/>
        </p:blipFill>
        <p:spPr>
          <a:xfrm xmlns:a="http://schemas.openxmlformats.org/drawingml/2006/main">
            <a:off x="3014237" y="1885950"/>
            <a:ext cx="2239226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ABCA9-3682-4924-9DCC-DC34359A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D37D1-231F-4737-BB1A-2F3032B0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6A55F-C10F-406E-96E1-485A4E46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534A8-F2D9-4C37-A4CC-F0A82FC7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860DD-F8FD-40B2-9238-6EF4F307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E7091-E1EE-40F0-8F67-3497DEC6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B73F2-5E22-40D4-84C7-41DF8B4C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Construction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CECD9-3D70-410B-9FDA-8CEA720F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049</a:t>
            </a:r>
          </a:p>
        </p:txBody>
      </p:sp>
    </p:spTree>
    <p:extLst>
      <p:ext uri="{BB962C8B-B14F-4D97-AF65-F5344CB8AC3E}">
        <p14:creationId xmlns:p14="http://schemas.microsoft.com/office/powerpoint/2010/main" val="44142815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6DA87-7C6B-4FB2-8B95-F38DF23E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26104-DF54-47C0-B953-5ADCD7EE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clean machine makes defects easier to detect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71394-D604-4FF5-908F-8248FC20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Locate the relevant assembly and understand its interfaces.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fasteners, seals, supports, access and surrounding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exact installed variant before adjustment or replacement.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CA5DC-F6ED-4359-84E5-7D1F0EF8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9E280-754E-4060-9787-DB8CAC27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FB6C2-363E-4C44-90A6-25EBB4FF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8AA9A-373A-45FA-8B4E-0F356F3C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79BAA-1A8F-4B37-A54C-7F2E66D6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DA965-677A-4898-9608-661EB5C7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050</a:t>
            </a:r>
          </a:p>
        </p:txBody>
      </p:sp>
    </p:spTree>
    <p:extLst>
      <p:ext uri="{BB962C8B-B14F-4D97-AF65-F5344CB8AC3E}">
        <p14:creationId xmlns:p14="http://schemas.microsoft.com/office/powerpoint/2010/main" val="119009793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34AC7-6EA5-4101-B8AD-127B71BC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5AA67-4A4B-408B-BB3C-51CA1DA0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415D9-FAE6-43E7-9DFC-270D8520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065B4-DD85-4984-A385-C4AFBFC7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051</a:t>
            </a:r>
          </a:p>
        </p:txBody>
      </p:sp>
    </p:spTree>
    <p:extLst>
      <p:ext uri="{BB962C8B-B14F-4D97-AF65-F5344CB8AC3E}">
        <p14:creationId xmlns:p14="http://schemas.microsoft.com/office/powerpoint/2010/main" val="156682419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70A3E-FB3E-4303-90D9-42474E60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962E5-4226-45E3-A09D-CE77DE23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67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Solvent selection must match the approved machine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454ED-DC26-4A9E-8498-B75AE064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969fa37964169"/>
          <a:stretch xmlns:a="http://schemas.openxmlformats.org/drawingml/2006/main"/>
        </p:blipFill>
        <p:spPr>
          <a:xfrm xmlns:a="http://schemas.openxmlformats.org/drawingml/2006/main">
            <a:off x="3012425" y="1885950"/>
            <a:ext cx="224284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85A73-AD06-4B14-BF0B-E4F78CAA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D75D2-07AD-45CC-BC5A-AAE22252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DD44B-68D2-4968-8417-2DBE5E8D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3118D-C7C1-465F-BC86-10E4102A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Machine family: P12 / P15 / P18.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solvent against the nameplate before filling, changing product or commissioning.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979FC-46AD-40C7-8DF8-09D6A918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9478B-9D15-4185-B47B-BC6C455E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9B2EB-8F8D-477A-B28B-B6DD6598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Materials &amp; Utilities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AA003-4825-4C4C-AC80-1611240F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052</a:t>
            </a:r>
          </a:p>
        </p:txBody>
      </p:sp>
    </p:spTree>
    <p:extLst>
      <p:ext uri="{BB962C8B-B14F-4D97-AF65-F5344CB8AC3E}">
        <p14:creationId xmlns:p14="http://schemas.microsoft.com/office/powerpoint/2010/main" val="48353383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4D8D9-0933-4C6F-913B-C7089709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435E6-C460-4D7E-BBD9-A207BDB8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9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Chemical additives must remain stable under process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5DF4E-C841-422A-95D2-0E7163E6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Treat chemical additives must remain stable under process conditions as a controlled operating parameter.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B5C69-C8C9-48E2-97EB-101B0306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D5532-3D71-424F-B5B2-629A3B79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C35A2-47B1-4622-9A2D-8BA99279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3F1C5-21CD-4985-AE14-1F8780F9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754CA-59AD-4F1E-ABAF-0A810137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Materials &amp; Utilities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7D257-98DE-470B-88C4-001E9D59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053</a:t>
            </a:r>
          </a:p>
        </p:txBody>
      </p:sp>
    </p:spTree>
    <p:extLst>
      <p:ext uri="{BB962C8B-B14F-4D97-AF65-F5344CB8AC3E}">
        <p14:creationId xmlns:p14="http://schemas.microsoft.com/office/powerpoint/2010/main" val="66843770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5039C-6176-4EC8-8FC0-7F017D0F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977BD-9D0B-4692-8593-44D9CBA8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First filling requires configuration-specific quantities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33B77-DAA6-4762-AB1E-3E8E5367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56d84b9494c77"/>
          <a:stretch xmlns:a="http://schemas.openxmlformats.org/drawingml/2006/main"/>
        </p:blipFill>
        <p:spPr>
          <a:xfrm xmlns:a="http://schemas.openxmlformats.org/drawingml/2006/main">
            <a:off x="3014237" y="1885950"/>
            <a:ext cx="2239226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3CB52-B82A-4E19-BD0F-4B47B4D9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08EC7-1246-4A5D-8ECF-B1511576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5654C-3AA2-44ED-B8F0-06458E68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62BFC-CAD3-468F-9CFC-AE287F05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Tank I and Tank III: 90 L minimum each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Additional filters increase the required quantity; verify the installed arrangement.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E0DAA-0086-4A6D-B3F2-5402596B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58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85C78-47AA-415A-8C66-93AFC495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B61F9-742A-4C67-95D1-D0767989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Materials &amp; Utilities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8649D-53CA-4CF4-82AF-93026558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054</a:t>
            </a:r>
          </a:p>
        </p:txBody>
      </p:sp>
    </p:spTree>
    <p:extLst>
      <p:ext uri="{BB962C8B-B14F-4D97-AF65-F5344CB8AC3E}">
        <p14:creationId xmlns:p14="http://schemas.microsoft.com/office/powerpoint/2010/main" val="27194248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D0C40-3014-4893-9B76-76846925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C26AE-020C-449C-BF64-EA972E9D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Tank minimum levels protect process stability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78484-20C2-4A78-90A7-E64274DE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C4D9A-4B83-48BE-A6CC-32A3658F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Tank I and Tank III: 90 L minimum each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EB714-39FB-42CD-8E12-AA4A3817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25F4B-5B46-411B-AB5C-7D25826D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8A1F9-2CC1-4E66-842D-6CA18ACA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Low level can disrupt transfer, filtration and process repeatability.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Record unexplained solvent loss and investigate before topping 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170ED-6488-44CD-A7C0-148F0D98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EA801-EC10-4757-AA13-D6CF26E5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Materials &amp; Utilities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0E70C-3514-4400-9569-2D6671DA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055</a:t>
            </a:r>
          </a:p>
        </p:txBody>
      </p:sp>
    </p:spTree>
    <p:extLst>
      <p:ext uri="{BB962C8B-B14F-4D97-AF65-F5344CB8AC3E}">
        <p14:creationId xmlns:p14="http://schemas.microsoft.com/office/powerpoint/2010/main" val="108497892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BD06D-7BF3-4AA4-B099-192AFCA3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63B7C-19FE-4748-8EEE-1D63F8A6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Steam quality affects heating and distillation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7C5F5-997E-428C-995C-DD741B40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6fe5ce4304b22"/>
          <a:stretch xmlns:a="http://schemas.openxmlformats.org/drawingml/2006/main"/>
        </p:blipFill>
        <p:spPr>
          <a:xfrm xmlns:a="http://schemas.openxmlformats.org/drawingml/2006/main">
            <a:off x="3011347" y="1885950"/>
            <a:ext cx="2245006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C4263-77F8-4AD4-9C25-F183C331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88F08-9238-4B77-8725-8944E480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34A1B-634C-4D12-BE74-74EC06DE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C97DA-D4DF-44C9-B297-005631BB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273B2-F56D-4125-8AF5-0A4863CA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3E787-0DBC-4CEF-9544-A931C245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C6DE7-3D63-4BFA-8091-463BE66E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Materials &amp; Utilities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8C03C-1785-443B-A34E-F50731AE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056</a:t>
            </a:r>
          </a:p>
        </p:txBody>
      </p:sp>
    </p:spTree>
    <p:extLst>
      <p:ext uri="{BB962C8B-B14F-4D97-AF65-F5344CB8AC3E}">
        <p14:creationId xmlns:p14="http://schemas.microsoft.com/office/powerpoint/2010/main" val="195452884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661E3-4CAC-4620-8834-98D48B07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4212D-4A09-45C8-844A-3E27F864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Cooling-water condition affects recovery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BCAE8-B933-4A48-828E-BCB5264E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A3554-C1AA-45E3-B61B-CA04DBCD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Treat cooling-water condition affects recovery performance as a controlled operating parameter.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4A5DE-478F-426C-BA41-317794F9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8CD4E-8D22-4142-AC12-4AFAE090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Trend deviations; do not normalize repeated abnormal readings.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6DBD4-AF2C-44C2-B86F-425B99E1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A94F3-7A6C-4D2B-90DB-CE6B4DAA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Materials &amp; Utilities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471EC-4E63-4D39-8FCF-C70D1C40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057</a:t>
            </a:r>
          </a:p>
        </p:txBody>
      </p:sp>
    </p:spTree>
    <p:extLst>
      <p:ext uri="{BB962C8B-B14F-4D97-AF65-F5344CB8AC3E}">
        <p14:creationId xmlns:p14="http://schemas.microsoft.com/office/powerpoint/2010/main" val="72440633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60E17-A3B3-42EE-BA2E-21EC97BC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F72C4-BC44-4DCA-80EA-5B521F92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Compressed-air quality affects valve reliability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AA2EC-734F-4D6B-AE00-320A0743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72cbf752b4d5e"/>
          <a:stretch xmlns:a="http://schemas.openxmlformats.org/drawingml/2006/main"/>
        </p:blipFill>
        <p:spPr>
          <a:xfrm xmlns:a="http://schemas.openxmlformats.org/drawingml/2006/main">
            <a:off x="3016049" y="1885950"/>
            <a:ext cx="2235603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5F0C8-4B16-46B9-A92D-A9A44644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3061F-A366-4BCA-8E9D-42A71F6F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A53F4-DA81-4ACC-BC6B-95C07ED0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4579B-BB2E-4E7C-B86C-54074282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168C0-ECD4-4131-B769-2974995E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68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29F5E-AD7A-4C30-9BD2-B7EAA83C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8AD51-9FFE-4E12-BDEA-23A49B5A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Materials &amp; Utilities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9F92D-F18D-4E50-B12E-52E4D9E9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058</a:t>
            </a:r>
          </a:p>
        </p:txBody>
      </p:sp>
    </p:spTree>
    <p:extLst>
      <p:ext uri="{BB962C8B-B14F-4D97-AF65-F5344CB8AC3E}">
        <p14:creationId xmlns:p14="http://schemas.microsoft.com/office/powerpoint/2010/main" val="70421092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EAFB8-FA8B-425B-A0EB-16664CB6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F16E2-DFEB-410D-A6BB-997348C5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Electrical supply must match the nameplate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7894D-BEE5-4A89-827F-B74FFF16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Treat electrical supply must match the nameplate as a controlled operating parameter.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088E0-969E-4BFB-8D40-9BC0BF33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EEF12-B3F1-4EE1-AA13-3D4448E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834A3-030B-4E71-9C0F-2AB1BBB4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5719D-4F75-4716-AD0C-7DBCAA18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3AF10-45D2-4F62-94A0-A9C6FAF7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Materials &amp; Utilities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8402C-7712-4A57-A65C-C8F281CD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059</a:t>
            </a:r>
          </a:p>
        </p:txBody>
      </p:sp>
    </p:spTree>
    <p:extLst>
      <p:ext uri="{BB962C8B-B14F-4D97-AF65-F5344CB8AC3E}">
        <p14:creationId xmlns:p14="http://schemas.microsoft.com/office/powerpoint/2010/main" val="44909009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5A2B1-381E-41D0-8A8F-37992E81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21C6B-CF61-473E-AD18-1CFD4257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Room temperature and ventilation affect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60790-D178-4B92-9C99-765E1DC3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3b9cd21024a77"/>
          <a:stretch xmlns:a="http://schemas.openxmlformats.org/drawingml/2006/main"/>
        </p:blipFill>
        <p:spPr>
          <a:xfrm xmlns:a="http://schemas.openxmlformats.org/drawingml/2006/main">
            <a:off x="3014974" y="1885950"/>
            <a:ext cx="2237752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710B6-8530-48FC-A8FE-4CCB2A6C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F6BF2-6DC4-4740-8C28-17C578FC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D7C3D-20DA-4E59-84B3-681BEF6C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3FF61-24F1-4427-B838-DF5BB5C8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9760D-D880-44FE-BB06-D8B2E2EB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76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20974-D8DD-4916-8BE7-4941BA3A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D33E4-0C5A-43D8-BB57-304E5B20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Materials &amp; Utilities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26CE2-FCC8-42CA-994E-F06E0678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060</a:t>
            </a:r>
          </a:p>
        </p:txBody>
      </p:sp>
    </p:spTree>
    <p:extLst>
      <p:ext uri="{BB962C8B-B14F-4D97-AF65-F5344CB8AC3E}">
        <p14:creationId xmlns:p14="http://schemas.microsoft.com/office/powerpoint/2010/main" val="123425944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A7B2F-0C8B-452E-A443-42F7C068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MATERIALS &amp;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E46BC-2C39-463B-AA9C-CB86A59D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Utility trends can reveal developing faults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BAED5-6717-4A35-A736-CB05B7F1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786C6-0221-4587-957E-DC307B40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Treat utility trends can reveal developing faults as a controlled operating parameter.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C73AE-FB78-423B-8C7B-02A4C4BA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38746-F4B2-46AA-81C2-653B9AF6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C7CD3-3CA9-4B74-842B-376CCB26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Compare actual condition with the nameplate, OEM range and site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Trend deviations; do not normalize repeated abnormal readings.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0D147-9340-435F-95C5-B70C0D08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0A667-4817-41D7-9B47-0E337791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Materials &amp; Utilities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3B35B-6D07-4F2F-89F9-C20FDD36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061</a:t>
            </a:r>
          </a:p>
        </p:txBody>
      </p:sp>
    </p:spTree>
    <p:extLst>
      <p:ext uri="{BB962C8B-B14F-4D97-AF65-F5344CB8AC3E}">
        <p14:creationId xmlns:p14="http://schemas.microsoft.com/office/powerpoint/2010/main" val="39184115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F3EE0-F6C5-4D0E-942C-77CD8959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2B47D-FCF6-403C-9E23-596D87F5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B3A77-B355-4C49-9806-C8DDFEB4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5ADAD-9FA2-4D83-ACC7-65B9BEF2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062</a:t>
            </a:r>
          </a:p>
        </p:txBody>
      </p:sp>
    </p:spTree>
    <p:extLst>
      <p:ext uri="{BB962C8B-B14F-4D97-AF65-F5344CB8AC3E}">
        <p14:creationId xmlns:p14="http://schemas.microsoft.com/office/powerpoint/2010/main" val="51062848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CC3B8-9F71-408D-B649-23DFF593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645CE-09F1-4AD8-9086-87B43C0B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solvent pump drives the cleaning circuit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4B9CA-E5F1-42FB-BDAF-2C71ADD0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e7d7b94244128"/>
          <a:stretch xmlns:a="http://schemas.openxmlformats.org/drawingml/2006/main"/>
        </p:blipFill>
        <p:spPr>
          <a:xfrm xmlns:a="http://schemas.openxmlformats.org/drawingml/2006/main">
            <a:off x="3013160" y="1885950"/>
            <a:ext cx="224137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B9168-4981-4AF5-9DE0-D8AA37B0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F6E66-4A15-4765-899C-F1829936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FFA02-5ECD-4EEE-ACAB-3698FC11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CB115-0B89-4A4E-A280-F8DFB999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50055-83E8-46DE-848E-060A395F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79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01109-92E9-4797-887B-F8BA97FE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F2E30-FE6F-4F7A-9E50-C7674003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5D741-07AB-40A0-8219-674F9536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063</a:t>
            </a:r>
          </a:p>
        </p:txBody>
      </p:sp>
    </p:spTree>
    <p:extLst>
      <p:ext uri="{BB962C8B-B14F-4D97-AF65-F5344CB8AC3E}">
        <p14:creationId xmlns:p14="http://schemas.microsoft.com/office/powerpoint/2010/main" val="133266702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6CC67-AE33-4D3C-8A17-6BC9053B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23029-4034-410B-AE08-65D9CFD7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Economy filters protect solvent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BA7A9-055D-4C2C-87FA-1ABB1056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8B0E3-D5AA-4EA2-9A5F-E4EE4BD3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E3B49-2AC1-4230-92E3-B8ABE4EA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ACF0E-8B16-4B46-AC43-56EF4AEE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B69AD-FD30-4E4C-97D9-234AEF29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02B36-D41E-4C53-8FF3-B3185855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88605-FC41-4C15-A050-4D22317E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971C4-C580-42F8-9E41-1CF4ACE4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064</a:t>
            </a:r>
          </a:p>
        </p:txBody>
      </p:sp>
    </p:spTree>
    <p:extLst>
      <p:ext uri="{BB962C8B-B14F-4D97-AF65-F5344CB8AC3E}">
        <p14:creationId xmlns:p14="http://schemas.microsoft.com/office/powerpoint/2010/main" val="63732324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DAD93-5282-43F0-AD39-7E5B9F99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22A48-4CBD-4E4B-92B1-ABF099F5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Cartridge filters provide optional adsorption capacity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0D21F-A6D5-474F-A564-ACC43583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b15ef9ec74668"/>
          <a:stretch xmlns:a="http://schemas.openxmlformats.org/drawingml/2006/main"/>
        </p:blipFill>
        <p:spPr>
          <a:xfrm xmlns:a="http://schemas.openxmlformats.org/drawingml/2006/main">
            <a:off x="2940624" y="1885950"/>
            <a:ext cx="2386452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B4E06-898A-4368-BAF6-8488E37E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B57ED-E08E-42C8-9166-C5847B30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58FBA-6D40-41B2-8769-FD1E5E8C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FA988-00E4-4F50-8FE6-C59EB41E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B55A1-5ECA-4AA4-B2BA-CA98E303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D9A51-670D-4464-9F87-86744A7F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81F1E-48C9-4FDE-A6E1-F79AD16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C4EE9-AB36-4B7B-87BA-9BA71FB8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065</a:t>
            </a:r>
          </a:p>
        </p:txBody>
      </p:sp>
    </p:spTree>
    <p:extLst>
      <p:ext uri="{BB962C8B-B14F-4D97-AF65-F5344CB8AC3E}">
        <p14:creationId xmlns:p14="http://schemas.microsoft.com/office/powerpoint/2010/main" val="37222399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6E236-7541-42B2-8621-ABCD667F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93EAF-98D8-434C-AF2F-6CDD00E9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button trap captures foreign objects and lint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F0D26-BB84-4C30-B5C4-B8528486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3B5AF-828F-42CC-A432-A38A6C48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11A1B-F43E-4ED7-9BD9-AE39014E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9312D-08D4-40BD-B71F-6397B70C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Use leakage, temperature, pressure, noise and cycle data to identify deterioration.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20068-33C4-40DC-A358-D150B5ED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98C39-ECE5-4C8A-934A-431B1F65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B23C4-FD3C-4731-BC58-76FECFE8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066</a:t>
            </a:r>
          </a:p>
        </p:txBody>
      </p:sp>
    </p:spTree>
    <p:extLst>
      <p:ext uri="{BB962C8B-B14F-4D97-AF65-F5344CB8AC3E}">
        <p14:creationId xmlns:p14="http://schemas.microsoft.com/office/powerpoint/2010/main" val="191154470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42189-F4CD-4BD5-8174-435E20CD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40EDE-8A28-4494-8ECA-4155C0B5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lint filter protects airflow and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F81E6-C8E3-489A-9765-C4E90D9D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8b2ac37ce413e"/>
          <a:stretch xmlns:a="http://schemas.openxmlformats.org/drawingml/2006/main"/>
        </p:blipFill>
        <p:spPr>
          <a:xfrm xmlns:a="http://schemas.openxmlformats.org/drawingml/2006/main">
            <a:off x="3013160" y="1885950"/>
            <a:ext cx="224137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D0482-BC29-47CD-8136-42813E9E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1B32A-53A9-43E8-8D80-D7685BEC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A5FC3-0A18-495A-B728-568F1BE2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647D7-6994-4FE4-8D9B-32D9A295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DBED7-7974-4F5B-9986-20FCE0AC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00A4D-B80E-40F1-B076-EF78415C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C9EDC-8B14-4862-B92A-A7DCF113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443B7-F08A-4F1D-8AE4-0E86368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067</a:t>
            </a:r>
          </a:p>
        </p:txBody>
      </p:sp>
    </p:spTree>
    <p:extLst>
      <p:ext uri="{BB962C8B-B14F-4D97-AF65-F5344CB8AC3E}">
        <p14:creationId xmlns:p14="http://schemas.microsoft.com/office/powerpoint/2010/main" val="171426841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EDD12-0234-4C31-A8DF-C9C3C637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93FFF-6122-44AE-85A1-D84613E8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airshaft controls drying and solvent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EACBF-74D4-4D9C-9C7D-307009BA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Understand the system purpose and what must happen before, during and after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8A78E-091F-49EB-9704-151DBB91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2DFE2-77CC-4EE0-928E-6701D281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899C3-CA0E-4A81-9AE8-4F4087C8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8794B-A98D-43B2-8418-F9FE762C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A8395-F297-4F81-9EFA-35FF9659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0B0CD-EC86-4B7A-A8D1-722EED26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068</a:t>
            </a:r>
          </a:p>
        </p:txBody>
      </p:sp>
    </p:spTree>
    <p:extLst>
      <p:ext uri="{BB962C8B-B14F-4D97-AF65-F5344CB8AC3E}">
        <p14:creationId xmlns:p14="http://schemas.microsoft.com/office/powerpoint/2010/main" val="670766944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611D1-ACF7-4F5F-BD54-51C3F586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765F3-392F-4B76-B871-2D59A508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refrigeration unit condenses solvent vapour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55A40-892E-4ABA-8DE5-949FCCD0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e09a27f7d440c"/>
          <a:stretch xmlns:a="http://schemas.openxmlformats.org/drawingml/2006/main"/>
        </p:blipFill>
        <p:spPr>
          <a:xfrm xmlns:a="http://schemas.openxmlformats.org/drawingml/2006/main">
            <a:off x="2967825" y="1885950"/>
            <a:ext cx="233205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68DB7-1583-4410-9A6D-4A2956C2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E14EC-FB34-4B21-8A45-7029A9BA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D0D63-0721-4F6F-8788-A74B029C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0BF73-F356-4DB4-AE3B-3C1A5E33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C6004-22B3-4DF0-AD8C-2709DAA2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86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21A17-D491-493D-A18F-B7EAAEDE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68DE4-71F7-4624-9B1C-BA7EA5E9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A1D57-1609-4267-9D4D-F8179FAC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069</a:t>
            </a:r>
          </a:p>
        </p:txBody>
      </p:sp>
    </p:spTree>
    <p:extLst>
      <p:ext uri="{BB962C8B-B14F-4D97-AF65-F5344CB8AC3E}">
        <p14:creationId xmlns:p14="http://schemas.microsoft.com/office/powerpoint/2010/main" val="448683190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D386B-5E52-48D2-80E4-4F9BF070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3AC64-96FF-4865-9FD3-103FA129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heater battery supplies controlled drying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2034D-EC8A-4257-9B96-187A838E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EE436-1A10-4189-B6D6-26B728C4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F6D31-A1F6-428D-B479-028183EA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C9504-0522-4A21-8301-77A71401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EF80E-CDA4-450D-9473-2B0D5859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B4136-84C6-4784-AC68-6D5AD700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A8E78-2155-40FC-9656-EF64CA41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B201B-3F93-471F-885C-9E7C8F7B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070</a:t>
            </a:r>
          </a:p>
        </p:txBody>
      </p:sp>
    </p:spTree>
    <p:extLst>
      <p:ext uri="{BB962C8B-B14F-4D97-AF65-F5344CB8AC3E}">
        <p14:creationId xmlns:p14="http://schemas.microsoft.com/office/powerpoint/2010/main" val="26653040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8D95E-9F1B-4F28-94FB-FF09C86C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B0935-FEB8-40A7-8B45-A095B3A2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drying controller ends the cycle 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FF0C7-85E5-4D33-A96A-255F1E74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6ce3fae974dc0"/>
          <a:stretch xmlns:a="http://schemas.openxmlformats.org/drawingml/2006/main"/>
        </p:blipFill>
        <p:spPr>
          <a:xfrm xmlns:a="http://schemas.openxmlformats.org/drawingml/2006/main">
            <a:off x="2978706" y="1885950"/>
            <a:ext cx="231028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67CAC-2D20-455F-9A93-06536D2F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4808-77E4-411B-9737-6C737F00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B31B4-F758-42C9-A0A3-9B502FEA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AE6D1-1AC5-4AE9-89BC-FFDA0519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DD02F-FDF9-4BDC-90DD-73B6B918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91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71DA9-76CB-47D2-B775-0E94E53D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4D2E3-E938-4092-8301-08C2EDE6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C0E4D-ACC1-4639-A565-0A52AB0E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071</a:t>
            </a:r>
          </a:p>
        </p:txBody>
      </p:sp>
    </p:spTree>
    <p:extLst>
      <p:ext uri="{BB962C8B-B14F-4D97-AF65-F5344CB8AC3E}">
        <p14:creationId xmlns:p14="http://schemas.microsoft.com/office/powerpoint/2010/main" val="457941787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A63FB-10AC-444E-A35A-8E4302BD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0746A-D2E9-418A-B757-9B3DEE2E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Loading-door venting reduces operator exposure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BC5DD-7A98-4C61-9CB1-B672E7D0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1636C-3C8B-44AD-AF37-EC67F28E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A13F7-0A15-44FE-8DF6-4A70041C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447B2-5D34-4194-A1CD-18B28631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Use leakage, temperature, pressure, noise and cycle data to identify deterioration.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FFC50-86C9-4254-B6DF-D37C21E5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17D3C-5209-436C-B1D8-BFF798E7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58F58-6665-4BD0-95F4-9CD689D3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072</a:t>
            </a:r>
          </a:p>
        </p:txBody>
      </p:sp>
    </p:spTree>
    <p:extLst>
      <p:ext uri="{BB962C8B-B14F-4D97-AF65-F5344CB8AC3E}">
        <p14:creationId xmlns:p14="http://schemas.microsoft.com/office/powerpoint/2010/main" val="1746582008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9CB9F-B180-4030-A151-FDB64D1E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27A86-4A04-4E84-BE94-756BDD04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still separates solvent from residues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FC543-D305-49D4-A908-C96EA0C9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c9a9fb1584208"/>
          <a:stretch xmlns:a="http://schemas.openxmlformats.org/drawingml/2006/main"/>
        </p:blipFill>
        <p:spPr>
          <a:xfrm xmlns:a="http://schemas.openxmlformats.org/drawingml/2006/main">
            <a:off x="3013160" y="1885950"/>
            <a:ext cx="2241379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AEE8D-3CC7-465B-B363-03D71881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62A71-B9AC-42E9-BB32-C598C6B0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/ SYSTEM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A7359-4D0D-43AE-8581-E70F8D37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machine area first, then connect the visible components to the operating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F7392-F575-44F0-966A-369CA388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91F71-F5EC-43CE-8559-B2CC4494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Machine / system reference • operating manual page 96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22920-4E45-42BD-8602-C36A5DC3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594BB-48AF-4825-A4CA-A42EE9A2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A4A95-352C-41F6-8BEB-9BFBCA83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073</a:t>
            </a:r>
          </a:p>
        </p:txBody>
      </p:sp>
    </p:spTree>
    <p:extLst>
      <p:ext uri="{BB962C8B-B14F-4D97-AF65-F5344CB8AC3E}">
        <p14:creationId xmlns:p14="http://schemas.microsoft.com/office/powerpoint/2010/main" val="169031377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A3BFF-60F5-4AB9-8EE4-B6E5C238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161EE-5963-4207-B703-5DEED021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Still overfill protection prevents an unsafe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E5188-B7DF-47D3-98CA-DB7D6296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Understand the system purpose and what must happen before, during and after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D1AF1-6E4C-46F9-A257-7D033057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A644A-39A2-4D8A-88E4-FEA387B5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1C3AF-E3DB-4166-9C08-277CAB61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C2787-1305-4D34-B6BF-226C500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55FCC-BB09-497C-9CD6-424944EE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A01AD-C0FF-4A59-AFD1-3682E71F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074</a:t>
            </a:r>
          </a:p>
        </p:txBody>
      </p:sp>
    </p:spTree>
    <p:extLst>
      <p:ext uri="{BB962C8B-B14F-4D97-AF65-F5344CB8AC3E}">
        <p14:creationId xmlns:p14="http://schemas.microsoft.com/office/powerpoint/2010/main" val="225725955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D43EA-436C-406F-8E42-46EB2FAB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F5B3F-B685-417B-8531-0EEFBE6D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Emission-free residue removal reduces open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85ADA-75B5-462F-878D-AF170A02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77ae4299a46f1"/>
          <a:stretch xmlns:a="http://schemas.openxmlformats.org/drawingml/2006/main"/>
        </p:blipFill>
        <p:spPr>
          <a:xfrm xmlns:a="http://schemas.openxmlformats.org/drawingml/2006/main">
            <a:off x="3151222" y="1885950"/>
            <a:ext cx="1965257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BB409-2E06-4FA1-82C9-602CCD12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37BEB-51C0-457A-B079-35D64EC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F8B1E-F56A-4585-B5F1-3DC631D5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ED9EB-C231-458A-8AFE-F74D8EA8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94A1F-9900-4CBC-9AF9-E6F4CFFC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9BFD2-8BD1-4849-8FEE-EEB29F84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B3214-4169-4992-B942-9DF1C639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D49E1-B80F-4C9D-BB3E-B6CEB76D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075</a:t>
            </a:r>
          </a:p>
        </p:txBody>
      </p:sp>
    </p:spTree>
    <p:extLst>
      <p:ext uri="{BB962C8B-B14F-4D97-AF65-F5344CB8AC3E}">
        <p14:creationId xmlns:p14="http://schemas.microsoft.com/office/powerpoint/2010/main" val="104768119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15977-B569-444B-8A70-26A97D9E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84C2A-EF03-43CF-995C-C5D34E12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condenser returns vapour to liquid solvent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2E3A4-977A-40CA-8C37-F3DEAC8B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9D427-4458-459D-AE3B-D79EC020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AB374-881B-4ED6-AE7F-406145BE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995F5-604C-4F5D-9167-129A13D6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309BD-D1D2-401D-B549-6415E978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F45B4-D559-416D-B597-8DB403B1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CCE59-EA68-4B0D-A695-C73F410D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DDF50-2E2C-448E-BAAE-09FAF202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076</a:t>
            </a:r>
          </a:p>
        </p:txBody>
      </p:sp>
    </p:spTree>
    <p:extLst>
      <p:ext uri="{BB962C8B-B14F-4D97-AF65-F5344CB8AC3E}">
        <p14:creationId xmlns:p14="http://schemas.microsoft.com/office/powerpoint/2010/main" val="1568514012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18C10-47C8-4D18-A843-3067AEB5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93111-803F-4551-99B2-9733329C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water separator divides solvent from process water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1A30C-3BAD-42A0-AE64-BD6F5BE7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8a87c82ea4578"/>
          <a:stretch xmlns:a="http://schemas.openxmlformats.org/drawingml/2006/main"/>
        </p:blipFill>
        <p:spPr>
          <a:xfrm xmlns:a="http://schemas.openxmlformats.org/drawingml/2006/main">
            <a:off x="2936632" y="1885950"/>
            <a:ext cx="2394436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3EC4A-C1D9-428A-BADF-056F737B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7BA83-23B9-4B6D-94A8-7A150143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A250B-88DF-4224-A1AF-9A332573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D2765-FAEB-4DE8-98CD-7EE9F6D5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9746A-A726-48C4-B063-53DCF48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C72F2-D974-438D-81A1-9C9B0922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B9B1E-D2E7-4025-ABEF-B4700393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3D82A-D7A8-4A91-9D92-FA1943A8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077</a:t>
            </a:r>
          </a:p>
        </p:txBody>
      </p:sp>
    </p:spTree>
    <p:extLst>
      <p:ext uri="{BB962C8B-B14F-4D97-AF65-F5344CB8AC3E}">
        <p14:creationId xmlns:p14="http://schemas.microsoft.com/office/powerpoint/2010/main" val="1205226313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0305F-A1FB-4027-8932-B759AB69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8F40B-19ED-49C0-8792-CF6E4870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safety separator provides additional protection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0C96B-50E0-498F-802D-5BA5B31A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B2188-FC06-4EE3-8966-D3DB73E3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715DD-CC53-4163-888C-EAC9E938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78CD1-D70C-4D5B-864E-639F670F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Use leakage, temperature, pressure, noise and cycle data to identify deterioration.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9831C-7A9B-4263-87C9-2B5E3A92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B77B6-278C-49BC-AC4C-8ABE37B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6AE53-5B9D-4B13-B079-16000DD6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078</a:t>
            </a:r>
          </a:p>
        </p:txBody>
      </p:sp>
    </p:spTree>
    <p:extLst>
      <p:ext uri="{BB962C8B-B14F-4D97-AF65-F5344CB8AC3E}">
        <p14:creationId xmlns:p14="http://schemas.microsoft.com/office/powerpoint/2010/main" val="1179814329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C749A-CDD2-4462-9885-2CDB07DB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93BBD-7728-4417-A879-FEBD77AD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dosing unit introduces controlled additives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0AC93-2683-46AD-BEBF-E23385E6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e7bf7ce724d8e"/>
          <a:stretch xmlns:a="http://schemas.openxmlformats.org/drawingml/2006/main"/>
        </p:blipFill>
        <p:spPr>
          <a:xfrm xmlns:a="http://schemas.openxmlformats.org/drawingml/2006/main">
            <a:off x="2818330" y="1885950"/>
            <a:ext cx="263104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7A9DC-01DF-4C48-BA59-3E4EAD44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DD085-D661-4B2D-8F7B-2E120231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F937C-0282-4A72-9E30-BEBDC041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2FA2A-78F8-4BD2-AA45-FFDF9FB8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7ECE5-9EC1-47D7-AF63-94A034D8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1D261-E3EA-4412-A6F5-AB0993E1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00A28-E87B-4A75-8184-C722286D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C1F0D-55CD-4AC0-93DE-79377724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079</a:t>
            </a:r>
          </a:p>
        </p:txBody>
      </p:sp>
    </p:spTree>
    <p:extLst>
      <p:ext uri="{BB962C8B-B14F-4D97-AF65-F5344CB8AC3E}">
        <p14:creationId xmlns:p14="http://schemas.microsoft.com/office/powerpoint/2010/main" val="472725051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45AC2-7BD7-4E23-BD14-EA432C64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8658D-5199-476F-ACA8-707A0F9B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sprayer applies treatment to garments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119FD-2C3B-4F3B-A8C6-C5D010E8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Understand the system purpose and what must happen before, during and after operation.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D9E68-1CF2-485F-9D0C-F59C00F8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6F26A-A464-41D6-9260-1C6FE3A1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B45D1-B48D-4AE9-BAF0-1E8EA218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19C0B-1538-49AF-ADD3-1F7FA614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D1A29-AAAB-4ADC-8D7E-F6A93AB9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DBDDD-55FC-4613-9B42-A434A911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080</a:t>
            </a:r>
          </a:p>
        </p:txBody>
      </p:sp>
    </p:spTree>
    <p:extLst>
      <p:ext uri="{BB962C8B-B14F-4D97-AF65-F5344CB8AC3E}">
        <p14:creationId xmlns:p14="http://schemas.microsoft.com/office/powerpoint/2010/main" val="877216138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D08AB-94F5-4F82-8CB2-A6260629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5FF76-6B44-4E99-A37A-6EFE0B57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Slimsorba reduces residual solvent concentration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F6509-C959-4675-A244-93EC9352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59f990b3140fb"/>
          <a:stretch xmlns:a="http://schemas.openxmlformats.org/drawingml/2006/main"/>
        </p:blipFill>
        <p:spPr>
          <a:xfrm xmlns:a="http://schemas.openxmlformats.org/drawingml/2006/main">
            <a:off x="2818330" y="1885950"/>
            <a:ext cx="263104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954F4-3CD0-461B-8193-52D7726B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48C5A-9A09-488C-925D-D71FA950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19AD0-569D-4150-AB99-D3A21181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48E5B-844F-4A78-AEF2-B15C396C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9037B-73B5-4E5E-B984-2F44CE26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74FDD-427A-45E0-8144-4281F6E7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F9A35-C769-43B6-B0DE-DB577D50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0D73B-5FA5-42A3-B29A-04A1BA37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081</a:t>
            </a:r>
          </a:p>
        </p:txBody>
      </p:sp>
    </p:spTree>
    <p:extLst>
      <p:ext uri="{BB962C8B-B14F-4D97-AF65-F5344CB8AC3E}">
        <p14:creationId xmlns:p14="http://schemas.microsoft.com/office/powerpoint/2010/main" val="841837204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F7546-0A4B-4FD3-93D8-11E8F419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E3AAC-F3AC-4CBB-9A67-6295143E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solvent safety trough protects the floor and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C36AA-4508-4933-9304-D0AE9B7A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E2F31-5620-4164-BD16-FD543AA6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0A9E5-9360-47B5-B04F-88C3DED8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A82BF-8D86-4E8E-91D8-0E76FDAC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98B6E-9704-4D1C-800E-C8089BA8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9EFF8-C815-4FE8-9B16-19484EE7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44A70-84CB-4E02-8083-CB335C5F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05D98-10C0-486A-B719-CE4333C7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082</a:t>
            </a:r>
          </a:p>
        </p:txBody>
      </p:sp>
    </p:spTree>
    <p:extLst>
      <p:ext uri="{BB962C8B-B14F-4D97-AF65-F5344CB8AC3E}">
        <p14:creationId xmlns:p14="http://schemas.microsoft.com/office/powerpoint/2010/main" val="744549203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75204-CA47-472B-97F2-4558AF98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10BA2-E26D-41BD-A962-32E9F68F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Level sensors govern transfer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4EAC1-FCD6-4513-9593-7057B5A4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7cbd1a7254cd4"/>
          <a:stretch xmlns:a="http://schemas.openxmlformats.org/drawingml/2006/main"/>
        </p:blipFill>
        <p:spPr>
          <a:xfrm xmlns:a="http://schemas.openxmlformats.org/drawingml/2006/main">
            <a:off x="2818330" y="1885950"/>
            <a:ext cx="263104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D6600-7CE0-4736-9BA0-600FBE65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19225-86B2-469A-974A-46E38DF8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CD800-81FA-42D2-A047-0D926867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49EFD-D1FB-40B8-9B2F-97DB58E2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leakage, temperature, pressure, noise and cycle data to identify deterioration.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6862E-F4F1-4F12-B9B6-DE1F1682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17BE8-BE77-40AD-8A12-66834B7B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33E8F-8D70-4FC4-81E6-14A6FD8E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461ED-1B9E-4F79-85AA-CDFE9250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083</a:t>
            </a:r>
          </a:p>
        </p:txBody>
      </p:sp>
    </p:spTree>
    <p:extLst>
      <p:ext uri="{BB962C8B-B14F-4D97-AF65-F5344CB8AC3E}">
        <p14:creationId xmlns:p14="http://schemas.microsoft.com/office/powerpoint/2010/main" val="1850400735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0A303-8F1D-4622-8C19-2AB24E3A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FUNCTIONAL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8B862-AF88-4DD8-B93B-DA13FAE7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Pressure switches verify air and process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E5A89-DF16-48A4-AF36-16994D10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6E8AE-58CC-4ADA-ACA1-9D95BF50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Understand the system purpose and what must happen before, during and after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671A9-7720-4CD4-B6C8-73B2631A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FBEB8-D66F-421C-B9FF-717C7CAF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Inspect the component, its upstream supply and downstream effect—not the part in isolation.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Use leakage, temperature, pressure, noise and cycle data to identify deterioration.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D798F-34C8-412D-A102-457F0EE6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42693-4816-47CC-8257-1125EBD7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Functional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6F535-C6A8-46AA-A960-00DA36A8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084</a:t>
            </a:r>
          </a:p>
        </p:txBody>
      </p:sp>
    </p:spTree>
    <p:extLst>
      <p:ext uri="{BB962C8B-B14F-4D97-AF65-F5344CB8AC3E}">
        <p14:creationId xmlns:p14="http://schemas.microsoft.com/office/powerpoint/2010/main" val="239260312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6799F-9872-4B89-B1CB-CCF72CA0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F4093-41E6-44CF-9996-ECFD345E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C4FE1-0085-47DD-B9D9-6003AA10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BE96A-B8CD-43AF-919E-86F5BF0F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085</a:t>
            </a:r>
          </a:p>
        </p:txBody>
      </p:sp>
    </p:spTree>
    <p:extLst>
      <p:ext uri="{BB962C8B-B14F-4D97-AF65-F5344CB8AC3E}">
        <p14:creationId xmlns:p14="http://schemas.microsoft.com/office/powerpoint/2010/main" val="190574294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213F6-16CB-446A-96B0-EEAD587A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B57A9-F5C0-4F32-ABB7-81BB69E3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Pre-start inspection determines whether operation is allowed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3EC79-A21C-4CA0-B8AE-2C989F00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e519b0b064f8c"/>
          <a:stretch xmlns:a="http://schemas.openxmlformats.org/drawingml/2006/main"/>
        </p:blipFill>
        <p:spPr>
          <a:xfrm xmlns:a="http://schemas.openxmlformats.org/drawingml/2006/main">
            <a:off x="2818330" y="1885950"/>
            <a:ext cx="263104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19B27-75CC-4380-8AD2-30117516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7CC50-21AB-4E38-9AEF-D8BFCCBB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7C530-9606-4F63-B24E-EA62BC1D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9C34C-A104-4BE4-94C0-DBBD7CF1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3AAA0-0777-43C4-97C0-416D872E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C90CD-9598-4990-A70F-5329CAE4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17A02-FBD5-4A27-9DE7-47FAF2B5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F27C1-59F6-4172-9FE5-D28B9D75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086</a:t>
            </a:r>
          </a:p>
        </p:txBody>
      </p:sp>
    </p:spTree>
    <p:extLst>
      <p:ext uri="{BB962C8B-B14F-4D97-AF65-F5344CB8AC3E}">
        <p14:creationId xmlns:p14="http://schemas.microsoft.com/office/powerpoint/2010/main" val="1246160798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F4A71-DA11-484B-B5DB-5FF203E1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E4447-3D44-4330-A0FD-6AE561B3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Garment checks protect both load and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7A21B-5051-4A08-A478-82F24288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8A667-876A-4F92-A1A6-E5A7791E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 garment checks protect both load and machine into the approved operating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A4222-53DB-4D43-A6B4-EFE49A74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099D0-9976-4DF4-A842-8967B40A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If the sequence deviates, preserve the evidence and place the machine in a safe condition.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06ED3-9493-47A2-BE42-C3CF85C0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C16E0-0F7F-48CA-8E3E-DBC0F716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Operation &amp;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15520-86EA-4FBC-99B0-3023DE7C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087</a:t>
            </a:r>
          </a:p>
        </p:txBody>
      </p:sp>
    </p:spTree>
    <p:extLst>
      <p:ext uri="{BB962C8B-B14F-4D97-AF65-F5344CB8AC3E}">
        <p14:creationId xmlns:p14="http://schemas.microsoft.com/office/powerpoint/2010/main" val="720104151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78C58-AF12-4017-A7AD-F9BDD213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D861D-2C47-4961-ACCE-AE3D8835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Correct loading prevents imbalance and poor cleaning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05D09-0317-46B1-A5E3-941116F0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d4329bfcd46db"/>
          <a:stretch xmlns:a="http://schemas.openxmlformats.org/drawingml/2006/main"/>
        </p:blipFill>
        <p:spPr>
          <a:xfrm xmlns:a="http://schemas.openxmlformats.org/drawingml/2006/main">
            <a:off x="2902512" y="1885950"/>
            <a:ext cx="2462676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0E023-B7F4-444B-932E-3C2825C1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EA846-F32D-449B-8A44-9DB9493B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318D9-A043-4FB3-966B-5B9BDFDF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A59D1-0752-47A6-96EB-5CB9A410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43011-AD87-4FD7-B0D1-67C6D9BD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971D3-E59F-4176-8276-C47FDEEA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62EBF-7DB5-49CC-82A5-B68A87DB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C5B9A-15AA-4157-B4CE-09BCF26A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088</a:t>
            </a:r>
          </a:p>
        </p:txBody>
      </p:sp>
    </p:spTree>
    <p:extLst>
      <p:ext uri="{BB962C8B-B14F-4D97-AF65-F5344CB8AC3E}">
        <p14:creationId xmlns:p14="http://schemas.microsoft.com/office/powerpoint/2010/main" val="1192771406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BE6B6-1780-4364-A908-1D0291A2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6DBD1-11F0-4614-91AE-A007477D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Program selection must follow garment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36A83-F726-45AB-A47C-ECE06162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Build program selection must follow garment requirements into the approved operating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A3692-4A72-45DB-AC07-07BAAFFA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AF64E-65BB-42CC-8E8C-7A2ADD6E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87AE3-B3BA-45A3-999F-332790F6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7DCDC-E29F-40F7-8BF3-2635712B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CD155-7B9C-426A-9974-E21771CE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Operation &amp;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17CC1-8161-4336-904E-329B65F4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089</a:t>
            </a:r>
          </a:p>
        </p:txBody>
      </p:sp>
    </p:spTree>
    <p:extLst>
      <p:ext uri="{BB962C8B-B14F-4D97-AF65-F5344CB8AC3E}">
        <p14:creationId xmlns:p14="http://schemas.microsoft.com/office/powerpoint/2010/main" val="464370156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E7D09-1A79-427A-BC7C-CDA09D8E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FACCE-3B5F-4901-B127-7AB92BF7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Automatic operation still requires active 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90474-901C-4E86-9765-694CEF21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5c3a3aa9b4fd4"/>
          <a:stretch xmlns:a="http://schemas.openxmlformats.org/drawingml/2006/main"/>
        </p:blipFill>
        <p:spPr>
          <a:xfrm xmlns:a="http://schemas.openxmlformats.org/drawingml/2006/main">
            <a:off x="2818330" y="1885950"/>
            <a:ext cx="263104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F65F0-24FD-4F63-8A44-50188955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C184B-20CF-4867-8854-92689C09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63374-AAE3-4DD1-A9AD-26109F3A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5605D-C70D-4AD0-B664-7A482E76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C7DB8-79A9-4B68-8FA9-90539559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5DBD2-8631-47E6-84C2-0E77B686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331C7-68E8-4FC9-9A25-810B9E94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5385B-4A6A-4B16-A0D5-2895451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090</a:t>
            </a:r>
          </a:p>
        </p:txBody>
      </p:sp>
    </p:spTree>
    <p:extLst>
      <p:ext uri="{BB962C8B-B14F-4D97-AF65-F5344CB8AC3E}">
        <p14:creationId xmlns:p14="http://schemas.microsoft.com/office/powerpoint/2010/main" val="599185661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A7A4F-7ED2-4FEA-9CAE-679EC674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4C450-DA3B-484A-BCAF-0E315CBB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Temperature display supports evidence-based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A73D4-ED96-4702-A841-254958E0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2563E-0E0B-4C4C-8752-08A69AD3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 temperature display supports evidence-based decisions into the approved operating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D2703-C444-48F2-BD96-8F23FA48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F3F6C-6FF2-4E8D-B07D-69568140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35026-CB9B-4DFA-A308-BB5B2367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82D01-623B-41B4-9C68-A809477D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E56AB-2A32-472C-B405-78A29549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Operation &amp;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D1168-ABBE-4490-8E44-8A74FA34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091</a:t>
            </a:r>
          </a:p>
        </p:txBody>
      </p:sp>
    </p:spTree>
    <p:extLst>
      <p:ext uri="{BB962C8B-B14F-4D97-AF65-F5344CB8AC3E}">
        <p14:creationId xmlns:p14="http://schemas.microsoft.com/office/powerpoint/2010/main" val="265505135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6D514-0B00-4491-B4B0-97E7B5EE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4DCF1-6974-40EF-AF7A-6A6B73D3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Operating data provides a performance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BAFAF-E119-4AE6-8A70-D7ABAC49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4cd2d87ca42c9"/>
          <a:stretch xmlns:a="http://schemas.openxmlformats.org/drawingml/2006/main"/>
        </p:blipFill>
        <p:spPr>
          <a:xfrm xmlns:a="http://schemas.openxmlformats.org/drawingml/2006/main">
            <a:off x="2902512" y="1885950"/>
            <a:ext cx="2462676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AAD59-8D94-4636-A7D0-D9EC2187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8A56A-4CDE-4888-A0C0-3837DC18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995FD-4990-4CF4-AB48-C1D9436D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D350B-4048-4F72-BBC6-C6F7AC0E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2ED5F-ED31-4D3B-A1B0-445C1A15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7D27A-E072-4ED8-AB9C-0D94AC89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FF732-5095-4012-A602-8DBFF171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523B4-ED25-4575-82EA-BAC2804A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092</a:t>
            </a:r>
          </a:p>
        </p:txBody>
      </p:sp>
    </p:spTree>
    <p:extLst>
      <p:ext uri="{BB962C8B-B14F-4D97-AF65-F5344CB8AC3E}">
        <p14:creationId xmlns:p14="http://schemas.microsoft.com/office/powerpoint/2010/main" val="1110844124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828C3-8497-4303-8C46-8DF59F21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F80ED-D16E-4892-A5AA-256DC1D5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Error messages and notices require different responses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49A88-4524-4DE0-9AEC-B975B33E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7FA72-A000-497E-9D34-97ACE639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 error messages and notices require different responses into the approved operating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F2730-D476-4E41-8321-49C3CA32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60616-A320-4C40-8DA8-260B2E64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If the sequence deviates, preserve the evidence and place the machine in a safe condition.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87372-7D5E-48FA-9B5B-0FE79E7E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CB517-5FD4-4404-927E-550BAE62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Operation &amp;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8FE3C-C689-4E33-B20A-774DD349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093</a:t>
            </a:r>
          </a:p>
        </p:txBody>
      </p:sp>
    </p:spTree>
    <p:extLst>
      <p:ext uri="{BB962C8B-B14F-4D97-AF65-F5344CB8AC3E}">
        <p14:creationId xmlns:p14="http://schemas.microsoft.com/office/powerpoint/2010/main" val="1763609673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3F1E3-B843-42E6-95EF-2ACE4FD6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CA236-AF80-45C3-8CF2-4539FAE4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 test run confirms safe return to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2CC41-9240-4FD0-9005-6BD28AE0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d388e556d4b64"/>
          <a:stretch xmlns:a="http://schemas.openxmlformats.org/drawingml/2006/main"/>
        </p:blipFill>
        <p:spPr>
          <a:xfrm xmlns:a="http://schemas.openxmlformats.org/drawingml/2006/main">
            <a:off x="2818330" y="1885950"/>
            <a:ext cx="263104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62278-B55E-4EA4-960C-068DE331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768AF-CD88-45A7-996E-677B280A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32EFD-E05C-4D36-8C06-916133D4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0C55C-F536-4416-8AEC-AF6149CF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102C7-63D3-4260-931F-67108FEC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2235D-43CE-4774-99F1-C9DBC6A7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9FFCB-443B-40B0-85F0-FB9D628A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9E63E-FAA5-4BBA-8E6E-5DC1654C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094</a:t>
            </a:r>
          </a:p>
        </p:txBody>
      </p:sp>
    </p:spTree>
    <p:extLst>
      <p:ext uri="{BB962C8B-B14F-4D97-AF65-F5344CB8AC3E}">
        <p14:creationId xmlns:p14="http://schemas.microsoft.com/office/powerpoint/2010/main" val="960022563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02718-B7A1-4869-8F22-B4DB5B43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265F8-3275-4E65-9BF7-7B2620B8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Deodorizing is the safe response when the door cannot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549DE-5D7F-45B3-BAE4-D59C57AC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Select the OEM deodorizing program when the loading door cannot be opened.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 not force or bypass the door 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Investigate the initiating fault after the machine reaches a safe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0C3BF-2CD8-4F7A-9937-A700018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6C42B-A9A3-4B8E-B6E8-FAF0CEDA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B3059-FC2A-446A-A5F3-6558CCB3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438BD-0169-45BE-8F1A-CD81953A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52E7A-A13D-4E25-A4C7-71C953E2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Operation &amp;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63377-B3E7-4D2D-9970-88D0A4EE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095</a:t>
            </a:r>
          </a:p>
        </p:txBody>
      </p:sp>
    </p:spTree>
    <p:extLst>
      <p:ext uri="{BB962C8B-B14F-4D97-AF65-F5344CB8AC3E}">
        <p14:creationId xmlns:p14="http://schemas.microsoft.com/office/powerpoint/2010/main" val="1813961591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EA022-B3E4-4FD4-BBA2-9BA4E554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132A9-74C3-4732-80BF-CEBA2066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Maintenance programs automate defined process sequences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EC54E-215E-428D-82E0-7ECC47D3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120a4be444449"/>
          <a:stretch xmlns:a="http://schemas.openxmlformats.org/drawingml/2006/main"/>
        </p:blipFill>
        <p:spPr>
          <a:xfrm xmlns:a="http://schemas.openxmlformats.org/drawingml/2006/main">
            <a:off x="2818330" y="1885950"/>
            <a:ext cx="263104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48891-0BC3-41B4-8EF5-DB660F45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9944D-DFAE-4D8A-ACDB-90F225E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E7F8F-EDCB-473B-8AA3-2B4C07C5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F1D79-AA19-49D0-BF24-7B14E424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tanks, valves and disposal arrangements before starting.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Monitor the complete sequence; automation does not remove operator responsibility.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01355-CDB8-4D3A-9849-9F1C7A2F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E22E1-DAFB-4460-8538-D3EEEBF7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4F8EE-F3FC-4A67-A336-677F99E8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Operation &amp;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E515F-3036-4971-A29F-E17E9DCC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096</a:t>
            </a:r>
          </a:p>
        </p:txBody>
      </p:sp>
    </p:spTree>
    <p:extLst>
      <p:ext uri="{BB962C8B-B14F-4D97-AF65-F5344CB8AC3E}">
        <p14:creationId xmlns:p14="http://schemas.microsoft.com/office/powerpoint/2010/main" val="436523934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45510-E272-4BFA-95FB-B10267FC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OPERATION &amp;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B9AE9-7D79-4D5A-849A-BBB05ADB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Shift handover preserves unresolved technical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184D0-BC3A-4EFC-A095-556521DD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89A86-9CE3-4B41-AABA-D61B5430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 shift handover preserves unresolved technical information into the approved operating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D7096-D3A8-492D-9EA7-8C25B878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F9294-8E5C-4AB3-B9D4-357F13DD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70117-E3CD-4B32-B44A-FEB32488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display information and physical evidence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If the sequence deviates, preserve the evidence and place the machine in a safe condition.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A7C68-BE49-40CA-91FD-D3B25F85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0D9EE-9823-4B41-9459-0595A9D7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Operation &amp;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803BB-458F-4CC1-8565-1EA9D73C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097</a:t>
            </a:r>
          </a:p>
        </p:txBody>
      </p:sp>
    </p:spTree>
    <p:extLst>
      <p:ext uri="{BB962C8B-B14F-4D97-AF65-F5344CB8AC3E}">
        <p14:creationId xmlns:p14="http://schemas.microsoft.com/office/powerpoint/2010/main" val="768593847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0BCA4-F5B3-4CF7-B989-20E4EBAD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28A2A-ACA7-4BAA-9AFC-0EEABA3A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BD9B7-9CF8-4DCF-AAC1-7D13E777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5D057-FFC2-4014-9B71-27179AAE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098</a:t>
            </a:r>
          </a:p>
        </p:txBody>
      </p:sp>
    </p:spTree>
    <p:extLst>
      <p:ext uri="{BB962C8B-B14F-4D97-AF65-F5344CB8AC3E}">
        <p14:creationId xmlns:p14="http://schemas.microsoft.com/office/powerpoint/2010/main" val="115746250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F038F-C188-4473-AC9E-6921C8BB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BA415-17D5-49D1-9549-4B5A1CB7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Daily maintenance protects safety and throughput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59920-3858-4C63-81A4-4099F70D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7283e15a4407f"/>
          <a:stretch xmlns:a="http://schemas.openxmlformats.org/drawingml/2006/main"/>
        </p:blipFill>
        <p:spPr>
          <a:xfrm xmlns:a="http://schemas.openxmlformats.org/drawingml/2006/main">
            <a:off x="2902512" y="1885950"/>
            <a:ext cx="2462676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E82C6-97DC-4330-B098-4B4BD2DC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98C6E-32E6-4B3F-8F5C-ED06E3F6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BCD69-E532-4223-A17F-6E895C96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9B04E-C043-40CC-959E-59C7274D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EB34F-1E53-45CC-A32D-CB2D7A65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44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1D296-04FF-4595-AC02-5F9B7A10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5FD13-8473-4EF1-9EFF-E69E6ACB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3CFDB-69F1-4481-A50F-39BBBC7B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099</a:t>
            </a:r>
          </a:p>
        </p:txBody>
      </p:sp>
    </p:spTree>
    <p:extLst>
      <p:ext uri="{BB962C8B-B14F-4D97-AF65-F5344CB8AC3E}">
        <p14:creationId xmlns:p14="http://schemas.microsoft.com/office/powerpoint/2010/main" val="286570992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F4A7E-8B4B-4955-8E27-E85C142D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507E7-3CA7-40E2-9705-672D2AB2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operating safety and liquid levels before startup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C2D3E-84E7-45BA-A38D-AC97E657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F356B-0253-40D6-98A4-CEC225AE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inspect operating safety and liquid levels before startup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03D36-E529-486C-9ABC-6EB85C72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CBEEF-2BAC-430C-A6C8-E873472C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40051-FD08-44C3-910C-A2E98415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9D6BD-B4CC-4E68-9E5E-DCAFEF7D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4DED1-CB50-430A-9C4E-6AF07A21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83978-DB05-4848-8D0A-FF30D8F4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878810995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401C8-1DDF-4EC1-82C2-D810C16B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3AD6F-A5AF-430A-97AD-349CFBE9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 the lint filter daily or more often when required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C91DF-E7E1-405E-838F-63E2045C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88f7f0a034425"/>
          <a:stretch xmlns:a="http://schemas.openxmlformats.org/drawingml/2006/main"/>
        </p:blipFill>
        <p:spPr>
          <a:xfrm xmlns:a="http://schemas.openxmlformats.org/drawingml/2006/main">
            <a:off x="2818330" y="1885950"/>
            <a:ext cx="263104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F0136-A56D-4082-8694-7595870A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72B4D-BA6C-47E0-91A4-DEF331CC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9DBE8-B125-4334-B3F2-DD99A65D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3512F-DFFE-4809-A25F-6DA82B52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Inspect sealing and correct seating before restarting.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 restricted lint filter increases drying time and thermal stress.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05FEB-318C-431D-97CB-34CA4AFA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4BF3F-4525-40BC-9242-85030359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2929C-362E-4DC1-AB59-BC7B5C00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D1AD9-804E-4B29-81FC-D035A469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1015628164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F0C86-4C9C-4D3A-8BFB-1B9ABB13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758AE-25C2-4713-B232-4C4D6C8E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 the button-trap strainer every 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2D189-F622-471B-B6AE-894CA603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1112F-CC72-4825-B9B0-676B023C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Remove captured objects and lint at least daily.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0D5D2-E720-43A1-8157-CE8A2458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2AA74-320E-47BD-BEE9-F417FA17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Check the strainer and seal for damage.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Account for sharp objects and solvent exposure during handling.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295A1-D12A-4AE0-9556-D552253B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CB278-A8AA-450C-A26E-11747F19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98555-68A0-4EF4-8BDE-D4A03D6E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1048763867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92398-BC7E-4A8C-9E81-9C1ECA10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E349C-14F8-44BA-A088-91FA5A87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door sealing and locking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F9068-87A3-42E3-B35B-6D0DD6E6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3568c46094098"/>
          <a:stretch xmlns:a="http://schemas.openxmlformats.org/drawingml/2006/main"/>
        </p:blipFill>
        <p:spPr>
          <a:xfrm xmlns:a="http://schemas.openxmlformats.org/drawingml/2006/main">
            <a:off x="2818330" y="1885950"/>
            <a:ext cx="263104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87811-A571-4ECD-9FCA-18914F2D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36325-0AD5-4CA7-9604-95A84BA8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59F24-38CF-42A3-A45C-65A580D7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1E9AC-FCC9-4D44-A5B8-5F60B4F4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444C9-7E98-451F-95C1-E18270BD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43BDA-17C1-43D7-BB92-8879CCF2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0B429-F892-4E94-B3B3-E4BF41FA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33C58-5C8E-424A-BADC-C7BAD5F0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630186318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471BE-673A-4226-8363-BBE1A788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EB820-5067-4B8A-A2E9-491E1BCF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Check sight-glasses for visibility and abnormal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160C8-B9D1-453B-A3F5-FB79F739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Include check sight-glasses for visibility and abnormal condition in the controlled PPM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15136-F318-44D8-9A97-0283FD8B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B75F8-7400-4B24-B0B1-4D4AB5CE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DB167-61BD-41B0-95BA-36CEEAA4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CB103-5634-467A-9C3E-3F8719EF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654E7-3036-4C85-AE7A-402CE358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8E95A-71E3-4128-9986-BF3C688E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595764080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ECAB6-AE9E-4FFC-B053-3D4F7B44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AFF5D-AF13-4D24-921F-FC41A1FA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solvent and water separation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3EB34-6BD6-4DF4-8CC2-850AF251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f568fee5f4dbc"/>
          <a:stretch xmlns:a="http://schemas.openxmlformats.org/drawingml/2006/main"/>
        </p:blipFill>
        <p:spPr>
          <a:xfrm xmlns:a="http://schemas.openxmlformats.org/drawingml/2006/main">
            <a:off x="2833195" y="1885950"/>
            <a:ext cx="260131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811D8-2CDF-4E68-B90B-9FCFBFDC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A84D2-C20A-4D81-AE75-5B9F295F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B2852-D87E-4448-B481-287AD3A2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55D5E-923B-4B92-80F6-5F117DEE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27A45-3C2A-4F9B-B520-B8C0613A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B125B-0C37-4F2A-8E06-496FD68C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E95E2-221A-43FD-9789-199A8E83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F8501-9F33-4033-A2CE-7D3FE89D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468604731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BB532-7D2D-45A3-8DB6-70838B5B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EBF61-01B0-4B58-883F-629AA3B8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Monitor unusual noise, heat and vibration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0759C-E18D-4993-80E0-7EF4535B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74646-07AF-4D4E-A76F-765566DC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monitor unusual noise, heat and vibration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DA141-194D-4507-BB6A-ABE46974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11E38-84F5-4D69-A020-C0273687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6BBCB-F1A0-46EC-8240-89A7A287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3571D-0D2B-42A3-89CA-8FCAF35F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39012-6EE5-405A-9319-6B04E5DD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A4DD8-E5D9-4534-90A9-16FE0D73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216447080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63DF6-0148-4439-8AF4-465AAE9B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E7D7D-1B97-499F-9B18-D5677D76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Weekly maintenance prevents hidden degradation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FDA5E-0E5C-470A-A24E-756DEE08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a48403f6242aa"/>
          <a:stretch xmlns:a="http://schemas.openxmlformats.org/drawingml/2006/main"/>
        </p:blipFill>
        <p:spPr>
          <a:xfrm xmlns:a="http://schemas.openxmlformats.org/drawingml/2006/main">
            <a:off x="2823904" y="1885950"/>
            <a:ext cx="2619891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AA5AE-D887-4217-9969-705F2167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6C395-EEC1-4083-9867-B9B668B0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1285F-4782-4B43-9F84-2899DD4B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90762-930A-4AD3-BC06-C616ACC5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7635B-65C7-4945-861F-C66F6F7E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EE9C4-4C19-434B-9BDE-BEFE96DC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A4676-6CEC-47E8-BF7C-28205A5B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B98BD-F72B-4768-B69D-11F04879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1142284453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045F5-1005-4D11-A74C-0442CC2E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D4D14-4BA9-4C41-8AAE-FD7BB0DD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Drain water from the compressed-air service unit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751BC-D81A-449E-BD06-4FBBC982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91680-E9F8-4DAB-8587-FE32C3D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drain water from the compressed-air service unit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C9A83-20EC-4B49-B5AD-9F3E4AF0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239B9-FA7E-4CD0-A2E8-D896078B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Raise corrective work for deterioration; a signed checklist alone is not completion.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31EE7-823C-4BD5-AA8D-AF8C2FD0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2E26E-64BB-4B22-91B1-43DF9B0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4537B-5B9D-43EF-B23C-A188EC3C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1402658102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8EBB8-49FE-4E7E-AFA8-1543BF3D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B0825-72A6-4770-A46A-5F890451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Run filter maintenance at the specified interval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9CB0B-1138-41B2-B09E-1B6A6D06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b61f6c5b7428b"/>
          <a:stretch xmlns:a="http://schemas.openxmlformats.org/drawingml/2006/main"/>
        </p:blipFill>
        <p:spPr>
          <a:xfrm xmlns:a="http://schemas.openxmlformats.org/drawingml/2006/main">
            <a:off x="2833195" y="1885950"/>
            <a:ext cx="260131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C626E-8789-476B-969E-D170F4F6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D0EB5-10A9-4A7B-94E0-8B7E8DC9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598CE-1407-4B81-B4F6-7F9EDD25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913FD-A418-4DFD-A670-6CC0EFB2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06EBF-76FD-4E42-9E80-0C86C06A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A1731-EA7E-40BA-94EE-44D16A1E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61714-2DED-49BD-8D4C-59725F6B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6497D-CBCC-45C6-8B99-B4BF45CB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1723930849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F9C62-2196-43F9-89B7-26D2D9FC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029B1-03DB-46AF-A393-BCF99BC3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 the Slimsorba air-filter insert when fitted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4C75B-5908-400A-8462-660F59E0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Include clean the Slimsorba air-filter insert when fitted in the controlled PPM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5E30B-DF19-41A9-9B2B-452E229B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5ED8D-4B0F-4A1F-AFDF-A520732F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C0E7B-66B1-498E-8279-21E68C48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03AFF-6DC7-4125-8743-B253EF50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8A773-787C-46F6-861E-E1267AD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CCC82-473E-41AE-8DE8-1B8C7B78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289426248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BB3D0-2F35-4DB6-B315-1ABFF66B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D3012-80A3-4898-BC96-CA318911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Check overfill-sensor function at the required interval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07018-F13A-41D8-B501-0CD54811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b79668e224a07"/>
          <a:stretch xmlns:a="http://schemas.openxmlformats.org/drawingml/2006/main"/>
        </p:blipFill>
        <p:spPr>
          <a:xfrm xmlns:a="http://schemas.openxmlformats.org/drawingml/2006/main">
            <a:off x="2833195" y="1885950"/>
            <a:ext cx="260131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9E30F-1270-470C-8E1B-0D0A7313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08218-8323-4862-899A-EEC87EEE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674DC-7A1E-4F77-A726-0B194312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C535F-AC35-4946-B1D9-CCB230E6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B43CC-ED9B-4A4F-80F5-E383AC36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68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4FE66-B31F-4FE8-A742-9A8AB6E0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6DE0D-1102-419D-8AF6-30DBF183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EF3F2-5CA5-4F40-9DE1-191AF5A7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2035810332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7E0DD-4A94-4D72-A4DC-C283C640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B08A7-A59C-4958-970B-DBCEC1C1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Monthly lubrication protects the cage bearing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0E47D-505B-4F14-899B-18C4E257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11A63-73DD-4A36-B959-0CC569CC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specified lubricant, quantity and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69A49-F9E5-4FEC-9481-73770229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E117F-D224-4AB5-A1AF-D4FC04F8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86536-C321-47FA-9EB6-87B4C316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Prevent contamination at the grease nipple.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Record date, technician and abnormal bearing observations.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D0D1E-FB24-4B69-97CF-F0B075F6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BF770-24E9-4660-8B92-8B18A1FC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F0719-9D89-479E-9B51-CEBEF1F8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441660132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FF7A4-510C-4FFA-8678-B2D632BF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5819F-CC9E-46F3-96C8-8D1E0245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Check drive belts for wear, tension and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5BAD0-FE2D-4DB1-A244-4AB65946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3e2637169415a"/>
          <a:stretch xmlns:a="http://schemas.openxmlformats.org/drawingml/2006/main"/>
        </p:blipFill>
        <p:spPr>
          <a:xfrm xmlns:a="http://schemas.openxmlformats.org/drawingml/2006/main">
            <a:off x="2833195" y="1885950"/>
            <a:ext cx="260131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DD7E7-487A-46BB-BDBB-0097AD04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67459-B0D7-48C4-9B44-8C803A14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B4684-6CEC-4491-837D-8FB73E08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6988A-8091-48EC-B673-1F50E33C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The P-series manual identifies a semi-annual belt check; adopt the current OEM interval.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Repeated belt wear is a symptom—correct alignment, loading or bearing causes.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18842-281A-4D90-A16E-5A802876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86CB5-4C3B-4C09-8B51-344AB994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CF011-E441-4E22-9660-C13EEAA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D50B0-1D2D-458C-8033-E1722435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1581129337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D151C-CEAB-47E7-BC7D-CA6E5E38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42F03-3ECA-4017-B832-568E0411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sensor faces, cables and mountings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12E7C-E9EF-48BA-BF20-327A39C3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302AB-1747-44CE-94DD-96B76B40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inspect sensor faces, cables and mountings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A407F-C3C0-469D-83EA-6F3AE1D0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8FA56-0BFC-4B44-940B-A236B24C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Raise corrective work for deterioration; a signed checklist alone is not completion.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29EA6-5B64-4CE0-8FFF-3FCD0F07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6957C-E35A-4974-8E13-C5A410DA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46D37-BCCD-4314-8818-B08F298E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1395544621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31B86-BAC1-4355-9385-C4268D1A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A318A-4F6A-4D7E-9D80-B5FE96B2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Keep cooling and heat-transfer surfaces clean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43458-06AC-431C-AB6B-59105C75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4db1687cd4bcc"/>
          <a:stretch xmlns:a="http://schemas.openxmlformats.org/drawingml/2006/main"/>
        </p:blipFill>
        <p:spPr>
          <a:xfrm xmlns:a="http://schemas.openxmlformats.org/drawingml/2006/main">
            <a:off x="2833195" y="1885950"/>
            <a:ext cx="260131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1D0B9-0246-4239-94A6-F0A03024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D0D09-0C62-44BF-A80E-157D8972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8169E-8274-4706-9F1D-C6097AEF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A3F5E-118D-45FA-9968-24B00908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9A092-B167-4E15-AE5C-00AA47EC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76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86F71-9531-4ED3-B944-C583810E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300ED-2636-4BD1-BA05-39AA2465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E38F4-2718-4E99-9291-8698D84C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115</a:t>
            </a:r>
          </a:p>
        </p:txBody>
      </p:sp>
    </p:spTree>
    <p:extLst>
      <p:ext uri="{BB962C8B-B14F-4D97-AF65-F5344CB8AC3E}">
        <p14:creationId xmlns:p14="http://schemas.microsoft.com/office/powerpoint/2010/main" val="52663068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9F803-BC7C-47FB-9B65-BE109396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AF799-9EE2-4DF5-AA41-8D013C12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hoses, pipes, unions and valves for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DF936-CA13-4581-BC28-75BA90A3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Include inspect hoses, pipes, unions and valves for leakage in the controlled PPM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6C5BC-62B6-471C-957E-D2091874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D08E1-A9D0-45DB-BA24-31345ADC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BDDD3-E531-42A7-8165-7CA3491B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3AB08-56DF-4705-BC58-8C874A47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98200-2991-4C3C-8A97-46B8BD5D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264AA-EF6D-4742-86BA-FB692D79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1115697956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E9DA2-F129-4837-810D-45873256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7E953-8557-4E51-9ADE-8711B6EA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Clean tanks only through the approved maintenance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86C78-7E1A-48D0-9268-969E11C2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62a04fef44aaa"/>
          <a:stretch xmlns:a="http://schemas.openxmlformats.org/drawingml/2006/main"/>
        </p:blipFill>
        <p:spPr>
          <a:xfrm xmlns:a="http://schemas.openxmlformats.org/drawingml/2006/main">
            <a:off x="2833195" y="1885950"/>
            <a:ext cx="260131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125F1-5887-4634-8EA6-9666A5C6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16F93-C30A-427C-8BEC-0AC8A9A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AC182-077C-4821-B693-92A8E431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C16C5-E546-4673-AD22-FF1836DE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FBEF8-3925-4981-9A93-9142D4F9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CBE78-182D-4115-A179-AAA8E2D6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F74E7-111F-4C82-BEED-1F1341CA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095D6-97F3-41F5-A19C-DFB5EAFD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</p:spTree>
    <p:extLst>
      <p:ext uri="{BB962C8B-B14F-4D97-AF65-F5344CB8AC3E}">
        <p14:creationId xmlns:p14="http://schemas.microsoft.com/office/powerpoint/2010/main" val="1856207709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05084-857D-48BF-A5D3-6786AF35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PREVENTIVE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6C270-4AD1-4B58-8A08-4031254E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Maintenance records must show evidence and closure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2A7D6-1D1C-46D7-93B4-C3E3A512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0F340-D76C-44C2-9C38-E9B31431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Include maintenance records must show evidence and closure in the controlled PPM checklist.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8D59A-329F-4EF2-B80F-3D373C8F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6FA60-B53A-4EC5-827D-C86ED74D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A01D6-D0CA-4960-B328-1488D568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Define condition, acceptance criteria, frequency and evidence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Raise corrective work for deterioration; a signed checklist alone is not completion.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254D3-DF7B-4FBF-B758-9C5FD53E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4034A-5EE7-4130-B692-9AC9E5D3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Preventive Maintenance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49A40-0D16-4B03-96BE-F9257E8B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118</a:t>
            </a:r>
          </a:p>
        </p:txBody>
      </p:sp>
    </p:spTree>
    <p:extLst>
      <p:ext uri="{BB962C8B-B14F-4D97-AF65-F5344CB8AC3E}">
        <p14:creationId xmlns:p14="http://schemas.microsoft.com/office/powerpoint/2010/main" val="1494519017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E064C-809B-478B-88A7-2A4375F1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SECTION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5DEFD-E0DA-401F-B721-D63A8689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7BBA2-7D47-42BB-B7E8-A0B0D798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Build understanding first; then apply it safely on the installed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758F7-CD08-4AD4-AB4F-72014AE1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119</a:t>
            </a:r>
          </a:p>
        </p:txBody>
      </p:sp>
    </p:spTree>
    <p:extLst>
      <p:ext uri="{BB962C8B-B14F-4D97-AF65-F5344CB8AC3E}">
        <p14:creationId xmlns:p14="http://schemas.microsoft.com/office/powerpoint/2010/main" val="1625410221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1CFC6-9860-4DF0-A96C-6B29F1A9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24174-C78B-4C7E-AC48-24E02D8E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Start diagnosis with the first abnormal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EF455-4F73-4141-9155-23047B8E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2d28e4d334187"/>
          <a:stretch xmlns:a="http://schemas.openxmlformats.org/drawingml/2006/main"/>
        </p:blipFill>
        <p:spPr>
          <a:xfrm xmlns:a="http://schemas.openxmlformats.org/drawingml/2006/main">
            <a:off x="2833195" y="1885950"/>
            <a:ext cx="260131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3D8A6-6B9C-434E-9937-4B1FD9CF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B5046-BCDA-4571-85AD-6BBF2B49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EXPLODED PARTS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83551-718F-4C5F-9188-168ACE6D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the item numbers on the drawing to identify the exact assembly before ordering or removal.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FDDE9-B95E-400E-AE6D-C55A01E3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62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 the repair, functional test and lessons for future prevention.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27791-1ECA-42E4-B155-C79882AB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1497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Exploded parts drawing • catalogue page 84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1D82E-7132-496A-8282-69BD2BB2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46EBD-E408-48BD-962F-0CBC88E4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Troubleshooting &amp; Spares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C27F6-8976-4449-8028-D3C1EC88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753688105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5D6E7-AB1C-4F73-8D68-59361944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3C15D-214A-402C-AD0D-7ECB206E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 not reset repeatedly without finding the cause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11DF2-EFCC-499F-AA09-04823081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CF239-A092-454D-9684-03E2128C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do not reset repeatedly without finding the cause to narrow the fault without unsafe trial-and-error.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D8BD2-E326-4B66-A955-A29CEFF2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98808-8941-4E74-9FFF-74F99765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16923-80EE-4617-9E25-01371E69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 the repair, functional test and lessons for future prevention.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197D2-85CF-4B65-A8DB-A1C9C024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E6920-D962-4BE7-947B-66B7DA8E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Troubleshooting &amp; Spares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BEBBD-2F76-4617-B04B-CEA17805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121</a:t>
            </a:r>
          </a:p>
        </p:txBody>
      </p:sp>
    </p:spTree>
    <p:extLst>
      <p:ext uri="{BB962C8B-B14F-4D97-AF65-F5344CB8AC3E}">
        <p14:creationId xmlns:p14="http://schemas.microsoft.com/office/powerpoint/2010/main" val="1746442567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5A9A7-9291-4475-A266-4E4E3903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12BDC-B98B-4908-B2B8-68ACAEDC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Separate process faults from component faults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54104-CE26-4148-81D9-830AECE5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separate process faults from component faults to narrow the fault without unsafe trial-and-error.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 the repair, functional test and lessons for future prevention.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BCE18-0018-4B69-A8C2-6D5F8871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A7920-C859-4831-A52C-7E493978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34F0B-C20D-4E83-B439-A64ADB96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2EC45-F932-4486-94DA-9043EAC0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46559-BB8C-4A08-83E6-75837EC5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Troubleshooting &amp; Spares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50BBC-1E51-41DF-AD45-9026C88D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122</a:t>
            </a:r>
          </a:p>
        </p:txBody>
      </p:sp>
    </p:spTree>
    <p:extLst>
      <p:ext uri="{BB962C8B-B14F-4D97-AF65-F5344CB8AC3E}">
        <p14:creationId xmlns:p14="http://schemas.microsoft.com/office/powerpoint/2010/main" val="977689084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3AF11-1657-4D44-B005-E9319FCE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BC6DC-8B00-4025-9ACE-1B38AED4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trends to confirm intermittent failures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30EED-5A71-422B-AC5F-986DA73F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A1F32-8BB7-4A5D-8D98-567F68B2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9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use trends to confirm intermittent failures to narrow the fault without unsafe trial-and-error.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BA1C2-437A-472D-890D-BBC583B8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83B07-F53F-464D-B2DE-F96F2C6C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Document the repair, functional test and lessons for future prevention.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78381-6397-43B2-ACF4-133D53FB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8ECFF-D238-46D0-B25E-D8E96280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Troubleshooting &amp; Spares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CE7D8-AF1D-439C-9039-08BD3B1E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230437055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CCD11-5BFC-4C03-951A-68AD4C32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F3680-66CD-42CF-8C28-44AACA52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Verify repair effectiveness with a controlled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11232-175C-41C0-9BC9-F5D81B48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66F1E-3AB5-4DF4-8BA9-69404F9B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verify repair effectiveness with a controlled test to narrow the fault without unsafe trial-and-error.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58E63-3382-4948-86C4-4295DAD5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B3346-3D0C-4E26-B5D5-913BC7DA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78709-4A12-4844-8DA9-CE12DDC8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 the repair, functional test and lessons for future prevention.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031C2-A8EE-4FE8-98C0-8E44AC5E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9E4E6-EC64-4D6B-AC1E-154BDF6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Troubleshooting &amp; Spares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8D615-15EA-4BEC-A670-F5AB1634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379420226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1296B-5090-4765-8B8D-370B1F87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18116-89BC-4D39-8ADB-32301894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Order spare parts using model, serial number and year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76225-7F6A-47CD-A9EB-9B5F7364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State BÖWE P18, machine serial number and manufacturing year.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installed options and modification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Use the OEM designation and part number; retain traceability after installation.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B8E66-7736-4DD7-9DFC-07FD675D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4290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314C6-A8F5-496A-AE4E-D1AE9E9C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TECHNICIAN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31034-733E-4A82-8561-0E63959D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2781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locate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verify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make it safe?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Can I document closure?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9A54A-91A7-411C-AD59-2B55FA09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4BCB1-C6AC-459E-BFFC-5649AC31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Troubleshooting &amp; Spares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D3975-6DC6-4C24-821B-8D5EAE22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537437046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9BC5D-497D-4FCD-B4C3-DF84CEEE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2654B-A73E-4763-B09C-FCEC5838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Configuration and modification status control compatibility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3B257-FDDD-45F2-8557-F7548778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EEF2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1AB46-EC95-439A-9126-A7256F6A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013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2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configuration and modification status control compatibility to narrow the fault without unsafe trial-and-error.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A38AD-C8B3-409D-83FA-652F1092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WHAT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C8293-3834-42D7-BFA6-35B5C5F0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0287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 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  Document the repair, functional test and lessons for future prevention.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48135-53A0-48DC-BEC9-CDE337CD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97FFA-30F8-4632-ABAE-25CF076D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Troubleshooting &amp; Spares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16A12-940E-4999-949A-4E0E8F5A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90489703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3A64D-4122-45E7-BCF0-21102E27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TROUBLESHOOTING &amp; SPARES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B0ED4-3E55-40D6-B732-20B00A7C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Competency is demonstrated by safe repeatable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610FD-CE5A-4232-89F4-58C20924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CF730-80B9-4436-AD82-0CE59B9F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competency is demonstrated by safe repeatable execution to narrow the fault without unsafe trial-and-error.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6D78D-52BC-43A7-AA43-F507E4D7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7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F35E9-6138-46BA-99B5-01E35F82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SAFE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1505C-F307-4D73-A4F7-A3E60F63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Confirm the cause with repeatable evidence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Document the repair, functional test and lessons for future prevention.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CBB86-2AD0-4817-8D2E-F5FCF3A1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EDBA5-C612-4458-93B9-1FBC77B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Troubleshooting &amp; Spares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36BB6-5630-4BF4-A306-A31DA4D0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127</a:t>
            </a:r>
          </a:p>
        </p:txBody>
      </p:sp>
    </p:spTree>
    <p:extLst>
      <p:ext uri="{BB962C8B-B14F-4D97-AF65-F5344CB8AC3E}">
        <p14:creationId xmlns:p14="http://schemas.microsoft.com/office/powerpoint/2010/main" val="498042481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49B8B-4BBF-492E-93D6-DBC4C0A2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Competence is safe, repeatable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1EF84-8280-4D07-9E6C-D6590E45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Before independent work, the technician should demonstrate: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E299D-45AF-4876-ADB6-CBBE5638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4B81B-A5EA-4CBD-A2C1-21354716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Correct machine and document identification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E16FA-D03A-4D9C-AAB4-3FE91F8A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B5073-A095-4BCD-A14F-8A793175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0644D-F136-4763-96FF-DA4AC4A1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813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Hazard recognition and verified isolation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50605-F831-4C01-A2F3-012D8F23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05861-F51A-47A8-A8BD-C654B574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CB3E9-3D70-4B7C-A284-7B0DC7B6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290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Systematic inspection and evidence-based diagnosis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FEE5E-7327-4E3E-A0A5-9ACCDFA1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CC3C8-FF8E-404E-9665-D8F35F18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B99CD-F96F-456C-8F1A-DFED1B04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767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OEM-compliant maintenance and parts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C88E9-D8D9-4601-8BF8-666F3675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A838E-96A5-43E9-B044-2C76D6F7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C2BFB-D3F4-42F1-A438-E9F8DD1A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244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Controlled functional test and complete handover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E6FB2-E00C-4B8D-BE7A-8CEC0883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530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70B27-95AB-40C3-BE2C-4B7457F2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44A1B-CCFC-4FBD-8B2A-BAC9DB8B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BÖWE P18  |  Competency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D7075-ABB3-4505-B8E6-E1D2F85F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867513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2026-08-25T18:13:25.3120000Z</dcterms:created>
  <dcterms:modified xsi:type="dcterms:W3CDTF">2026-08-25T18:13:25.3130000Z</dcterms:modified>
</coreProperties>
</file>