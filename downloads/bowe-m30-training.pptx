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bcd7a7ac6c4c38" /><Relationship Type="http://schemas.openxmlformats.org/officeDocument/2006/relationships/extended-properties" Target="/docProps/app.xml" Id="Rdb64eff9496d4667" /><Relationship Type="http://schemas.openxmlformats.org/officeDocument/2006/relationships/officeDocument" Target="/ppt/presentation.xml" Id="Rf8adfc20a5e443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cca29cc38142fe"/>
  </p:sldMasterIdLst>
  <p:notesMasterIdLst>
    <p:notesMasterId xmlns:r="http://schemas.openxmlformats.org/officeDocument/2006/relationships" r:id="R9c29f17f95274c30"/>
  </p:notesMasterIdLst>
  <p:sldIdLst>
    <p:sldId xmlns:r="http://schemas.openxmlformats.org/officeDocument/2006/relationships" id="256" r:id="Rc4c1e46228bb4f57"/>
    <p:sldId xmlns:r="http://schemas.openxmlformats.org/officeDocument/2006/relationships" id="257" r:id="Rb4538fabf0ba4ff5"/>
    <p:sldId xmlns:r="http://schemas.openxmlformats.org/officeDocument/2006/relationships" id="258" r:id="R53f545365fc84e9e"/>
    <p:sldId xmlns:r="http://schemas.openxmlformats.org/officeDocument/2006/relationships" id="259" r:id="R4a909f6932314e28"/>
    <p:sldId xmlns:r="http://schemas.openxmlformats.org/officeDocument/2006/relationships" id="260" r:id="Rdc841fd0c6c04c82"/>
    <p:sldId xmlns:r="http://schemas.openxmlformats.org/officeDocument/2006/relationships" id="261" r:id="R903766fef37d492c"/>
    <p:sldId xmlns:r="http://schemas.openxmlformats.org/officeDocument/2006/relationships" id="262" r:id="R62c8a28e56714b33"/>
    <p:sldId xmlns:r="http://schemas.openxmlformats.org/officeDocument/2006/relationships" id="263" r:id="R6701f63b324f475b"/>
    <p:sldId xmlns:r="http://schemas.openxmlformats.org/officeDocument/2006/relationships" id="264" r:id="R70e8e762ca67400d"/>
    <p:sldId xmlns:r="http://schemas.openxmlformats.org/officeDocument/2006/relationships" id="265" r:id="Ra6f90409819249b6"/>
    <p:sldId xmlns:r="http://schemas.openxmlformats.org/officeDocument/2006/relationships" id="266" r:id="Ra552786e1f684020"/>
    <p:sldId xmlns:r="http://schemas.openxmlformats.org/officeDocument/2006/relationships" id="267" r:id="R750abbefc63a44d9"/>
    <p:sldId xmlns:r="http://schemas.openxmlformats.org/officeDocument/2006/relationships" id="268" r:id="R82f4981c1f6f4907"/>
    <p:sldId xmlns:r="http://schemas.openxmlformats.org/officeDocument/2006/relationships" id="269" r:id="R75b0869d964147bf"/>
    <p:sldId xmlns:r="http://schemas.openxmlformats.org/officeDocument/2006/relationships" id="270" r:id="Rc4ecf6cbdbc5480d"/>
    <p:sldId xmlns:r="http://schemas.openxmlformats.org/officeDocument/2006/relationships" id="271" r:id="Rbcc2f56123284112"/>
    <p:sldId xmlns:r="http://schemas.openxmlformats.org/officeDocument/2006/relationships" id="272" r:id="R5bb1086967b44b4b"/>
    <p:sldId xmlns:r="http://schemas.openxmlformats.org/officeDocument/2006/relationships" id="273" r:id="R7e125a8c4f164339"/>
    <p:sldId xmlns:r="http://schemas.openxmlformats.org/officeDocument/2006/relationships" id="274" r:id="R1e9c2595642b453a"/>
    <p:sldId xmlns:r="http://schemas.openxmlformats.org/officeDocument/2006/relationships" id="275" r:id="Ra7c74b40d3384a4b"/>
    <p:sldId xmlns:r="http://schemas.openxmlformats.org/officeDocument/2006/relationships" id="276" r:id="Rdccd30b2009b474c"/>
    <p:sldId xmlns:r="http://schemas.openxmlformats.org/officeDocument/2006/relationships" id="277" r:id="R07d016c007d24c4f"/>
    <p:sldId xmlns:r="http://schemas.openxmlformats.org/officeDocument/2006/relationships" id="278" r:id="R0ea2c4de8fc24cd1"/>
    <p:sldId xmlns:r="http://schemas.openxmlformats.org/officeDocument/2006/relationships" id="279" r:id="Rf167b462bf2243db"/>
    <p:sldId xmlns:r="http://schemas.openxmlformats.org/officeDocument/2006/relationships" id="280" r:id="R4bd96b2c83b24c2a"/>
    <p:sldId xmlns:r="http://schemas.openxmlformats.org/officeDocument/2006/relationships" id="281" r:id="R29a25397e784423c"/>
    <p:sldId xmlns:r="http://schemas.openxmlformats.org/officeDocument/2006/relationships" id="282" r:id="R396e80dc96c34bde"/>
    <p:sldId xmlns:r="http://schemas.openxmlformats.org/officeDocument/2006/relationships" id="283" r:id="R8751d03368d7458c"/>
    <p:sldId xmlns:r="http://schemas.openxmlformats.org/officeDocument/2006/relationships" id="284" r:id="R3d731b8b82fe479e"/>
    <p:sldId xmlns:r="http://schemas.openxmlformats.org/officeDocument/2006/relationships" id="285" r:id="Rd72d12f3e9264147"/>
    <p:sldId xmlns:r="http://schemas.openxmlformats.org/officeDocument/2006/relationships" id="286" r:id="Re026bfe1ded5477a"/>
    <p:sldId xmlns:r="http://schemas.openxmlformats.org/officeDocument/2006/relationships" id="287" r:id="R8662062960c54193"/>
    <p:sldId xmlns:r="http://schemas.openxmlformats.org/officeDocument/2006/relationships" id="288" r:id="R22b6f36f8aeb40f0"/>
    <p:sldId xmlns:r="http://schemas.openxmlformats.org/officeDocument/2006/relationships" id="289" r:id="R7d20401418dd42eb"/>
    <p:sldId xmlns:r="http://schemas.openxmlformats.org/officeDocument/2006/relationships" id="290" r:id="Red76ab20bb4d4171"/>
    <p:sldId xmlns:r="http://schemas.openxmlformats.org/officeDocument/2006/relationships" id="291" r:id="Ra05a7f6358a34339"/>
    <p:sldId xmlns:r="http://schemas.openxmlformats.org/officeDocument/2006/relationships" id="292" r:id="R0a75b77e0c414315"/>
    <p:sldId xmlns:r="http://schemas.openxmlformats.org/officeDocument/2006/relationships" id="293" r:id="R43fbf97721954477"/>
    <p:sldId xmlns:r="http://schemas.openxmlformats.org/officeDocument/2006/relationships" id="294" r:id="R85806b6f776d486f"/>
    <p:sldId xmlns:r="http://schemas.openxmlformats.org/officeDocument/2006/relationships" id="295" r:id="R5ebe1896f1e94ebc"/>
    <p:sldId xmlns:r="http://schemas.openxmlformats.org/officeDocument/2006/relationships" id="296" r:id="R26ca66e679924eee"/>
    <p:sldId xmlns:r="http://schemas.openxmlformats.org/officeDocument/2006/relationships" id="297" r:id="R50d48d16e36b447c"/>
    <p:sldId xmlns:r="http://schemas.openxmlformats.org/officeDocument/2006/relationships" id="298" r:id="R93bb196f533d46c5"/>
    <p:sldId xmlns:r="http://schemas.openxmlformats.org/officeDocument/2006/relationships" id="299" r:id="R001edd3b05dc4341"/>
    <p:sldId xmlns:r="http://schemas.openxmlformats.org/officeDocument/2006/relationships" id="300" r:id="R4117d26a8db74494"/>
    <p:sldId xmlns:r="http://schemas.openxmlformats.org/officeDocument/2006/relationships" id="301" r:id="R6e94f26007904798"/>
    <p:sldId xmlns:r="http://schemas.openxmlformats.org/officeDocument/2006/relationships" id="302" r:id="R7b8cef98d63c410b"/>
    <p:sldId xmlns:r="http://schemas.openxmlformats.org/officeDocument/2006/relationships" id="303" r:id="Rc0b474e0ce1a49ac"/>
    <p:sldId xmlns:r="http://schemas.openxmlformats.org/officeDocument/2006/relationships" id="304" r:id="R81d2b93cbf7c4d2d"/>
    <p:sldId xmlns:r="http://schemas.openxmlformats.org/officeDocument/2006/relationships" id="305" r:id="R205445fe967e404c"/>
    <p:sldId xmlns:r="http://schemas.openxmlformats.org/officeDocument/2006/relationships" id="306" r:id="R7de26afe977246a9"/>
    <p:sldId xmlns:r="http://schemas.openxmlformats.org/officeDocument/2006/relationships" id="307" r:id="R1af1e957027742f1"/>
    <p:sldId xmlns:r="http://schemas.openxmlformats.org/officeDocument/2006/relationships" id="308" r:id="R8f3fa86ed98b4103"/>
    <p:sldId xmlns:r="http://schemas.openxmlformats.org/officeDocument/2006/relationships" id="309" r:id="R6895930aa27d465a"/>
    <p:sldId xmlns:r="http://schemas.openxmlformats.org/officeDocument/2006/relationships" id="310" r:id="Rdd14459ee492441d"/>
    <p:sldId xmlns:r="http://schemas.openxmlformats.org/officeDocument/2006/relationships" id="311" r:id="R60422c6247704978"/>
    <p:sldId xmlns:r="http://schemas.openxmlformats.org/officeDocument/2006/relationships" id="312" r:id="R6740924668a34e0f"/>
    <p:sldId xmlns:r="http://schemas.openxmlformats.org/officeDocument/2006/relationships" id="313" r:id="Rea0bd150af204951"/>
    <p:sldId xmlns:r="http://schemas.openxmlformats.org/officeDocument/2006/relationships" id="314" r:id="R517f65f31e3d40a1"/>
    <p:sldId xmlns:r="http://schemas.openxmlformats.org/officeDocument/2006/relationships" id="315" r:id="Rd1a6eae256344e16"/>
    <p:sldId xmlns:r="http://schemas.openxmlformats.org/officeDocument/2006/relationships" id="316" r:id="Raf3a95e8a04048e2"/>
    <p:sldId xmlns:r="http://schemas.openxmlformats.org/officeDocument/2006/relationships" id="317" r:id="Re4c4fb455dc24f1a"/>
    <p:sldId xmlns:r="http://schemas.openxmlformats.org/officeDocument/2006/relationships" id="318" r:id="R1171755b662c4a6c"/>
    <p:sldId xmlns:r="http://schemas.openxmlformats.org/officeDocument/2006/relationships" id="319" r:id="Rd66649105f604a86"/>
    <p:sldId xmlns:r="http://schemas.openxmlformats.org/officeDocument/2006/relationships" id="320" r:id="Rfd13f14f45ea4a70"/>
    <p:sldId xmlns:r="http://schemas.openxmlformats.org/officeDocument/2006/relationships" id="321" r:id="R4e5f7fd6e9584ac0"/>
    <p:sldId xmlns:r="http://schemas.openxmlformats.org/officeDocument/2006/relationships" id="322" r:id="Rc2daf24915a54e3c"/>
    <p:sldId xmlns:r="http://schemas.openxmlformats.org/officeDocument/2006/relationships" id="323" r:id="R2024c2bac4fd4fb0"/>
    <p:sldId xmlns:r="http://schemas.openxmlformats.org/officeDocument/2006/relationships" id="324" r:id="R0134844d6a9c42e9"/>
    <p:sldId xmlns:r="http://schemas.openxmlformats.org/officeDocument/2006/relationships" id="325" r:id="R472aa9f69ca64fe4"/>
    <p:sldId xmlns:r="http://schemas.openxmlformats.org/officeDocument/2006/relationships" id="326" r:id="R23fe7d5244a74f04"/>
    <p:sldId xmlns:r="http://schemas.openxmlformats.org/officeDocument/2006/relationships" id="327" r:id="R2764bd02073c45b6"/>
    <p:sldId xmlns:r="http://schemas.openxmlformats.org/officeDocument/2006/relationships" id="328" r:id="R3c27ea6c8403493c"/>
    <p:sldId xmlns:r="http://schemas.openxmlformats.org/officeDocument/2006/relationships" id="329" r:id="R5e0af750f4c04530"/>
    <p:sldId xmlns:r="http://schemas.openxmlformats.org/officeDocument/2006/relationships" id="330" r:id="R098b6e8cca4c46b9"/>
    <p:sldId xmlns:r="http://schemas.openxmlformats.org/officeDocument/2006/relationships" id="331" r:id="R15a5041c72a64aa2"/>
    <p:sldId xmlns:r="http://schemas.openxmlformats.org/officeDocument/2006/relationships" id="332" r:id="R6adead3241694290"/>
    <p:sldId xmlns:r="http://schemas.openxmlformats.org/officeDocument/2006/relationships" id="333" r:id="R4eb0e1007f384341"/>
    <p:sldId xmlns:r="http://schemas.openxmlformats.org/officeDocument/2006/relationships" id="334" r:id="Rd96724f6f66e4fea"/>
    <p:sldId xmlns:r="http://schemas.openxmlformats.org/officeDocument/2006/relationships" id="335" r:id="Rccf62baf9978458b"/>
    <p:sldId xmlns:r="http://schemas.openxmlformats.org/officeDocument/2006/relationships" id="336" r:id="R03a314a3b9394262"/>
    <p:sldId xmlns:r="http://schemas.openxmlformats.org/officeDocument/2006/relationships" id="337" r:id="R3eee11bf8bfa4558"/>
    <p:sldId xmlns:r="http://schemas.openxmlformats.org/officeDocument/2006/relationships" id="338" r:id="R1342fde911d04779"/>
    <p:sldId xmlns:r="http://schemas.openxmlformats.org/officeDocument/2006/relationships" id="339" r:id="Rcfcd234960cd4d5d"/>
    <p:sldId xmlns:r="http://schemas.openxmlformats.org/officeDocument/2006/relationships" id="340" r:id="R3f685dfdcf9d454e"/>
    <p:sldId xmlns:r="http://schemas.openxmlformats.org/officeDocument/2006/relationships" id="341" r:id="Ra0a5da8ecdeb4744"/>
    <p:sldId xmlns:r="http://schemas.openxmlformats.org/officeDocument/2006/relationships" id="342" r:id="Rbbcc2c9a52994e76"/>
    <p:sldId xmlns:r="http://schemas.openxmlformats.org/officeDocument/2006/relationships" id="343" r:id="R8208d67caae948ad"/>
    <p:sldId xmlns:r="http://schemas.openxmlformats.org/officeDocument/2006/relationships" id="344" r:id="R80b76b50f0cc4f06"/>
    <p:sldId xmlns:r="http://schemas.openxmlformats.org/officeDocument/2006/relationships" id="345" r:id="R2cff9e24b2784795"/>
    <p:sldId xmlns:r="http://schemas.openxmlformats.org/officeDocument/2006/relationships" id="346" r:id="R2714b30e7e774eb3"/>
    <p:sldId xmlns:r="http://schemas.openxmlformats.org/officeDocument/2006/relationships" id="347" r:id="Rc4e0f9d42200459a"/>
    <p:sldId xmlns:r="http://schemas.openxmlformats.org/officeDocument/2006/relationships" id="348" r:id="Rfddcde8fa86b4eb7"/>
    <p:sldId xmlns:r="http://schemas.openxmlformats.org/officeDocument/2006/relationships" id="349" r:id="Rf5a0a375588c43e8"/>
    <p:sldId xmlns:r="http://schemas.openxmlformats.org/officeDocument/2006/relationships" id="350" r:id="Rc4a84ea9debf4597"/>
    <p:sldId xmlns:r="http://schemas.openxmlformats.org/officeDocument/2006/relationships" id="351" r:id="R041dd2da89934abc"/>
    <p:sldId xmlns:r="http://schemas.openxmlformats.org/officeDocument/2006/relationships" id="352" r:id="Rad7fa7b1f3ca4863"/>
    <p:sldId xmlns:r="http://schemas.openxmlformats.org/officeDocument/2006/relationships" id="353" r:id="R540d408d82d34ebc"/>
    <p:sldId xmlns:r="http://schemas.openxmlformats.org/officeDocument/2006/relationships" id="354" r:id="R1c56b63743b84379"/>
    <p:sldId xmlns:r="http://schemas.openxmlformats.org/officeDocument/2006/relationships" id="355" r:id="R44064357c88741f7"/>
    <p:sldId xmlns:r="http://schemas.openxmlformats.org/officeDocument/2006/relationships" id="356" r:id="R815b47fd9c794c05"/>
    <p:sldId xmlns:r="http://schemas.openxmlformats.org/officeDocument/2006/relationships" id="357" r:id="Rc2f181a91de549dc"/>
    <p:sldId xmlns:r="http://schemas.openxmlformats.org/officeDocument/2006/relationships" id="358" r:id="Rd295aca190014030"/>
    <p:sldId xmlns:r="http://schemas.openxmlformats.org/officeDocument/2006/relationships" id="359" r:id="R44eb9b5d14134273"/>
    <p:sldId xmlns:r="http://schemas.openxmlformats.org/officeDocument/2006/relationships" id="360" r:id="R4e120b6a9a1f4b3a"/>
    <p:sldId xmlns:r="http://schemas.openxmlformats.org/officeDocument/2006/relationships" id="361" r:id="R4a81906b491541f0"/>
    <p:sldId xmlns:r="http://schemas.openxmlformats.org/officeDocument/2006/relationships" id="362" r:id="Raf3eb02fffae4e3b"/>
    <p:sldId xmlns:r="http://schemas.openxmlformats.org/officeDocument/2006/relationships" id="363" r:id="R7ca3f588f7f2407d"/>
    <p:sldId xmlns:r="http://schemas.openxmlformats.org/officeDocument/2006/relationships" id="364" r:id="Re5bb7b8b8d5a46ac"/>
    <p:sldId xmlns:r="http://schemas.openxmlformats.org/officeDocument/2006/relationships" id="365" r:id="Rb6def16314d64ddb"/>
    <p:sldId xmlns:r="http://schemas.openxmlformats.org/officeDocument/2006/relationships" id="366" r:id="Rad07f75351204caa"/>
    <p:sldId xmlns:r="http://schemas.openxmlformats.org/officeDocument/2006/relationships" id="367" r:id="R4904184a40654664"/>
    <p:sldId xmlns:r="http://schemas.openxmlformats.org/officeDocument/2006/relationships" id="368" r:id="R45ab61f6aeaa4e3f"/>
    <p:sldId xmlns:r="http://schemas.openxmlformats.org/officeDocument/2006/relationships" id="369" r:id="Rb8f50437f255467b"/>
    <p:sldId xmlns:r="http://schemas.openxmlformats.org/officeDocument/2006/relationships" id="370" r:id="R0bdb9fde183e4883"/>
    <p:sldId xmlns:r="http://schemas.openxmlformats.org/officeDocument/2006/relationships" id="371" r:id="R390f2271c32d45f5"/>
    <p:sldId xmlns:r="http://schemas.openxmlformats.org/officeDocument/2006/relationships" id="372" r:id="Rbdcbc32a85bb4837"/>
    <p:sldId xmlns:r="http://schemas.openxmlformats.org/officeDocument/2006/relationships" id="373" r:id="R1400597e52724ac5"/>
    <p:sldId xmlns:r="http://schemas.openxmlformats.org/officeDocument/2006/relationships" id="374" r:id="Rce19d4657fd94eae"/>
    <p:sldId xmlns:r="http://schemas.openxmlformats.org/officeDocument/2006/relationships" id="375" r:id="R598049185797432c"/>
    <p:sldId xmlns:r="http://schemas.openxmlformats.org/officeDocument/2006/relationships" id="376" r:id="R0b6c5a35fe2b41dc"/>
    <p:sldId xmlns:r="http://schemas.openxmlformats.org/officeDocument/2006/relationships" id="377" r:id="Rcb857f449b6c4f7b"/>
    <p:sldId xmlns:r="http://schemas.openxmlformats.org/officeDocument/2006/relationships" id="378" r:id="Re674ad57c9c949d1"/>
    <p:sldId xmlns:r="http://schemas.openxmlformats.org/officeDocument/2006/relationships" id="379" r:id="R03ee227ba18a4aba"/>
    <p:sldId xmlns:r="http://schemas.openxmlformats.org/officeDocument/2006/relationships" id="380" r:id="R4780d14a218a47e3"/>
    <p:sldId xmlns:r="http://schemas.openxmlformats.org/officeDocument/2006/relationships" id="381" r:id="Rd178289bdb5544cc"/>
    <p:sldId xmlns:r="http://schemas.openxmlformats.org/officeDocument/2006/relationships" id="382" r:id="Rd2b89772f56d4423"/>
    <p:sldId xmlns:r="http://schemas.openxmlformats.org/officeDocument/2006/relationships" id="383" r:id="R8429c8cb971541ac"/>
    <p:sldId xmlns:r="http://schemas.openxmlformats.org/officeDocument/2006/relationships" id="384" r:id="R24b72149af174c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15877f0b8d4ca1" /><Relationship Type="http://schemas.openxmlformats.org/officeDocument/2006/relationships/slideMaster" Target="/ppt/slideMasters/slideMaster1.xml" Id="R16cca29cc38142fe" /><Relationship Type="http://schemas.openxmlformats.org/officeDocument/2006/relationships/notesMaster" Target="/ppt/notesMasters/notesMaster1.xml" Id="R9c29f17f95274c30" /><Relationship Type="http://schemas.openxmlformats.org/officeDocument/2006/relationships/presProps" Target="/ppt/presProps.xml" Id="R999aedbad24d4aba" /><Relationship Type="http://schemas.openxmlformats.org/officeDocument/2006/relationships/tableStyles" Target="/ppt/tableStyles.xml" Id="R22b477214ca2420d" /><Relationship Type="http://schemas.openxmlformats.org/officeDocument/2006/relationships/slide" Target="/ppt/slides/slide1.xml" Id="Rc4c1e46228bb4f57" /><Relationship Type="http://schemas.openxmlformats.org/officeDocument/2006/relationships/slide" Target="/ppt/slides/slide2.xml" Id="Rb4538fabf0ba4ff5" /><Relationship Type="http://schemas.openxmlformats.org/officeDocument/2006/relationships/slide" Target="/ppt/slides/slide3.xml" Id="R53f545365fc84e9e" /><Relationship Type="http://schemas.openxmlformats.org/officeDocument/2006/relationships/slide" Target="/ppt/slides/slide4.xml" Id="R4a909f6932314e28" /><Relationship Type="http://schemas.openxmlformats.org/officeDocument/2006/relationships/slide" Target="/ppt/slides/slide5.xml" Id="Rdc841fd0c6c04c82" /><Relationship Type="http://schemas.openxmlformats.org/officeDocument/2006/relationships/slide" Target="/ppt/slides/slide6.xml" Id="R903766fef37d492c" /><Relationship Type="http://schemas.openxmlformats.org/officeDocument/2006/relationships/slide" Target="/ppt/slides/slide7.xml" Id="R62c8a28e56714b33" /><Relationship Type="http://schemas.openxmlformats.org/officeDocument/2006/relationships/slide" Target="/ppt/slides/slide8.xml" Id="R6701f63b324f475b" /><Relationship Type="http://schemas.openxmlformats.org/officeDocument/2006/relationships/slide" Target="/ppt/slides/slide9.xml" Id="R70e8e762ca67400d" /><Relationship Type="http://schemas.openxmlformats.org/officeDocument/2006/relationships/slide" Target="/ppt/slides/slide10.xml" Id="Ra6f90409819249b6" /><Relationship Type="http://schemas.openxmlformats.org/officeDocument/2006/relationships/slide" Target="/ppt/slides/slide11.xml" Id="Ra552786e1f684020" /><Relationship Type="http://schemas.openxmlformats.org/officeDocument/2006/relationships/slide" Target="/ppt/slides/slide12.xml" Id="R750abbefc63a44d9" /><Relationship Type="http://schemas.openxmlformats.org/officeDocument/2006/relationships/slide" Target="/ppt/slides/slide13.xml" Id="R82f4981c1f6f4907" /><Relationship Type="http://schemas.openxmlformats.org/officeDocument/2006/relationships/slide" Target="/ppt/slides/slide14.xml" Id="R75b0869d964147bf" /><Relationship Type="http://schemas.openxmlformats.org/officeDocument/2006/relationships/slide" Target="/ppt/slides/slide15.xml" Id="Rc4ecf6cbdbc5480d" /><Relationship Type="http://schemas.openxmlformats.org/officeDocument/2006/relationships/slide" Target="/ppt/slides/slide16.xml" Id="Rbcc2f56123284112" /><Relationship Type="http://schemas.openxmlformats.org/officeDocument/2006/relationships/slide" Target="/ppt/slides/slide17.xml" Id="R5bb1086967b44b4b" /><Relationship Type="http://schemas.openxmlformats.org/officeDocument/2006/relationships/slide" Target="/ppt/slides/slide18.xml" Id="R7e125a8c4f164339" /><Relationship Type="http://schemas.openxmlformats.org/officeDocument/2006/relationships/slide" Target="/ppt/slides/slide19.xml" Id="R1e9c2595642b453a" /><Relationship Type="http://schemas.openxmlformats.org/officeDocument/2006/relationships/slide" Target="/ppt/slides/slide20.xml" Id="Ra7c74b40d3384a4b" /><Relationship Type="http://schemas.openxmlformats.org/officeDocument/2006/relationships/slide" Target="/ppt/slides/slide21.xml" Id="Rdccd30b2009b474c" /><Relationship Type="http://schemas.openxmlformats.org/officeDocument/2006/relationships/slide" Target="/ppt/slides/slide22.xml" Id="R07d016c007d24c4f" /><Relationship Type="http://schemas.openxmlformats.org/officeDocument/2006/relationships/slide" Target="/ppt/slides/slide23.xml" Id="R0ea2c4de8fc24cd1" /><Relationship Type="http://schemas.openxmlformats.org/officeDocument/2006/relationships/slide" Target="/ppt/slides/slide24.xml" Id="Rf167b462bf2243db" /><Relationship Type="http://schemas.openxmlformats.org/officeDocument/2006/relationships/slide" Target="/ppt/slides/slide25.xml" Id="R4bd96b2c83b24c2a" /><Relationship Type="http://schemas.openxmlformats.org/officeDocument/2006/relationships/slide" Target="/ppt/slides/slide26.xml" Id="R29a25397e784423c" /><Relationship Type="http://schemas.openxmlformats.org/officeDocument/2006/relationships/slide" Target="/ppt/slides/slide27.xml" Id="R396e80dc96c34bde" /><Relationship Type="http://schemas.openxmlformats.org/officeDocument/2006/relationships/slide" Target="/ppt/slides/slide28.xml" Id="R8751d03368d7458c" /><Relationship Type="http://schemas.openxmlformats.org/officeDocument/2006/relationships/slide" Target="/ppt/slides/slide29.xml" Id="R3d731b8b82fe479e" /><Relationship Type="http://schemas.openxmlformats.org/officeDocument/2006/relationships/slide" Target="/ppt/slides/slide30.xml" Id="Rd72d12f3e9264147" /><Relationship Type="http://schemas.openxmlformats.org/officeDocument/2006/relationships/slide" Target="/ppt/slides/slide31.xml" Id="Re026bfe1ded5477a" /><Relationship Type="http://schemas.openxmlformats.org/officeDocument/2006/relationships/slide" Target="/ppt/slides/slide32.xml" Id="R8662062960c54193" /><Relationship Type="http://schemas.openxmlformats.org/officeDocument/2006/relationships/slide" Target="/ppt/slides/slide33.xml" Id="R22b6f36f8aeb40f0" /><Relationship Type="http://schemas.openxmlformats.org/officeDocument/2006/relationships/slide" Target="/ppt/slides/slide34.xml" Id="R7d20401418dd42eb" /><Relationship Type="http://schemas.openxmlformats.org/officeDocument/2006/relationships/slide" Target="/ppt/slides/slide35.xml" Id="Red76ab20bb4d4171" /><Relationship Type="http://schemas.openxmlformats.org/officeDocument/2006/relationships/slide" Target="/ppt/slides/slide36.xml" Id="Ra05a7f6358a34339" /><Relationship Type="http://schemas.openxmlformats.org/officeDocument/2006/relationships/slide" Target="/ppt/slides/slide37.xml" Id="R0a75b77e0c414315" /><Relationship Type="http://schemas.openxmlformats.org/officeDocument/2006/relationships/slide" Target="/ppt/slides/slide38.xml" Id="R43fbf97721954477" /><Relationship Type="http://schemas.openxmlformats.org/officeDocument/2006/relationships/slide" Target="/ppt/slides/slide39.xml" Id="R85806b6f776d486f" /><Relationship Type="http://schemas.openxmlformats.org/officeDocument/2006/relationships/slide" Target="/ppt/slides/slide40.xml" Id="R5ebe1896f1e94ebc" /><Relationship Type="http://schemas.openxmlformats.org/officeDocument/2006/relationships/slide" Target="/ppt/slides/slide41.xml" Id="R26ca66e679924eee" /><Relationship Type="http://schemas.openxmlformats.org/officeDocument/2006/relationships/slide" Target="/ppt/slides/slide42.xml" Id="R50d48d16e36b447c" /><Relationship Type="http://schemas.openxmlformats.org/officeDocument/2006/relationships/slide" Target="/ppt/slides/slide43.xml" Id="R93bb196f533d46c5" /><Relationship Type="http://schemas.openxmlformats.org/officeDocument/2006/relationships/slide" Target="/ppt/slides/slide44.xml" Id="R001edd3b05dc4341" /><Relationship Type="http://schemas.openxmlformats.org/officeDocument/2006/relationships/slide" Target="/ppt/slides/slide45.xml" Id="R4117d26a8db74494" /><Relationship Type="http://schemas.openxmlformats.org/officeDocument/2006/relationships/slide" Target="/ppt/slides/slide46.xml" Id="R6e94f26007904798" /><Relationship Type="http://schemas.openxmlformats.org/officeDocument/2006/relationships/slide" Target="/ppt/slides/slide47.xml" Id="R7b8cef98d63c410b" /><Relationship Type="http://schemas.openxmlformats.org/officeDocument/2006/relationships/slide" Target="/ppt/slides/slide48.xml" Id="Rc0b474e0ce1a49ac" /><Relationship Type="http://schemas.openxmlformats.org/officeDocument/2006/relationships/slide" Target="/ppt/slides/slide49.xml" Id="R81d2b93cbf7c4d2d" /><Relationship Type="http://schemas.openxmlformats.org/officeDocument/2006/relationships/slide" Target="/ppt/slides/slide50.xml" Id="R205445fe967e404c" /><Relationship Type="http://schemas.openxmlformats.org/officeDocument/2006/relationships/slide" Target="/ppt/slides/slide51.xml" Id="R7de26afe977246a9" /><Relationship Type="http://schemas.openxmlformats.org/officeDocument/2006/relationships/slide" Target="/ppt/slides/slide52.xml" Id="R1af1e957027742f1" /><Relationship Type="http://schemas.openxmlformats.org/officeDocument/2006/relationships/slide" Target="/ppt/slides/slide53.xml" Id="R8f3fa86ed98b4103" /><Relationship Type="http://schemas.openxmlformats.org/officeDocument/2006/relationships/slide" Target="/ppt/slides/slide54.xml" Id="R6895930aa27d465a" /><Relationship Type="http://schemas.openxmlformats.org/officeDocument/2006/relationships/slide" Target="/ppt/slides/slide55.xml" Id="Rdd14459ee492441d" /><Relationship Type="http://schemas.openxmlformats.org/officeDocument/2006/relationships/slide" Target="/ppt/slides/slide56.xml" Id="R60422c6247704978" /><Relationship Type="http://schemas.openxmlformats.org/officeDocument/2006/relationships/slide" Target="/ppt/slides/slide57.xml" Id="R6740924668a34e0f" /><Relationship Type="http://schemas.openxmlformats.org/officeDocument/2006/relationships/slide" Target="/ppt/slides/slide58.xml" Id="Rea0bd150af204951" /><Relationship Type="http://schemas.openxmlformats.org/officeDocument/2006/relationships/slide" Target="/ppt/slides/slide59.xml" Id="R517f65f31e3d40a1" /><Relationship Type="http://schemas.openxmlformats.org/officeDocument/2006/relationships/slide" Target="/ppt/slides/slide60.xml" Id="Rd1a6eae256344e16" /><Relationship Type="http://schemas.openxmlformats.org/officeDocument/2006/relationships/slide" Target="/ppt/slides/slide61.xml" Id="Raf3a95e8a04048e2" /><Relationship Type="http://schemas.openxmlformats.org/officeDocument/2006/relationships/slide" Target="/ppt/slides/slide62.xml" Id="Re4c4fb455dc24f1a" /><Relationship Type="http://schemas.openxmlformats.org/officeDocument/2006/relationships/slide" Target="/ppt/slides/slide63.xml" Id="R1171755b662c4a6c" /><Relationship Type="http://schemas.openxmlformats.org/officeDocument/2006/relationships/slide" Target="/ppt/slides/slide64.xml" Id="Rd66649105f604a86" /><Relationship Type="http://schemas.openxmlformats.org/officeDocument/2006/relationships/slide" Target="/ppt/slides/slide65.xml" Id="Rfd13f14f45ea4a70" /><Relationship Type="http://schemas.openxmlformats.org/officeDocument/2006/relationships/slide" Target="/ppt/slides/slide66.xml" Id="R4e5f7fd6e9584ac0" /><Relationship Type="http://schemas.openxmlformats.org/officeDocument/2006/relationships/slide" Target="/ppt/slides/slide67.xml" Id="Rc2daf24915a54e3c" /><Relationship Type="http://schemas.openxmlformats.org/officeDocument/2006/relationships/slide" Target="/ppt/slides/slide68.xml" Id="R2024c2bac4fd4fb0" /><Relationship Type="http://schemas.openxmlformats.org/officeDocument/2006/relationships/slide" Target="/ppt/slides/slide69.xml" Id="R0134844d6a9c42e9" /><Relationship Type="http://schemas.openxmlformats.org/officeDocument/2006/relationships/slide" Target="/ppt/slides/slide70.xml" Id="R472aa9f69ca64fe4" /><Relationship Type="http://schemas.openxmlformats.org/officeDocument/2006/relationships/slide" Target="/ppt/slides/slide71.xml" Id="R23fe7d5244a74f04" /><Relationship Type="http://schemas.openxmlformats.org/officeDocument/2006/relationships/slide" Target="/ppt/slides/slide72.xml" Id="R2764bd02073c45b6" /><Relationship Type="http://schemas.openxmlformats.org/officeDocument/2006/relationships/slide" Target="/ppt/slides/slide73.xml" Id="R3c27ea6c8403493c" /><Relationship Type="http://schemas.openxmlformats.org/officeDocument/2006/relationships/slide" Target="/ppt/slides/slide74.xml" Id="R5e0af750f4c04530" /><Relationship Type="http://schemas.openxmlformats.org/officeDocument/2006/relationships/slide" Target="/ppt/slides/slide75.xml" Id="R098b6e8cca4c46b9" /><Relationship Type="http://schemas.openxmlformats.org/officeDocument/2006/relationships/slide" Target="/ppt/slides/slide76.xml" Id="R15a5041c72a64aa2" /><Relationship Type="http://schemas.openxmlformats.org/officeDocument/2006/relationships/slide" Target="/ppt/slides/slide77.xml" Id="R6adead3241694290" /><Relationship Type="http://schemas.openxmlformats.org/officeDocument/2006/relationships/slide" Target="/ppt/slides/slide78.xml" Id="R4eb0e1007f384341" /><Relationship Type="http://schemas.openxmlformats.org/officeDocument/2006/relationships/slide" Target="/ppt/slides/slide79.xml" Id="Rd96724f6f66e4fea" /><Relationship Type="http://schemas.openxmlformats.org/officeDocument/2006/relationships/slide" Target="/ppt/slides/slide80.xml" Id="Rccf62baf9978458b" /><Relationship Type="http://schemas.openxmlformats.org/officeDocument/2006/relationships/slide" Target="/ppt/slides/slide81.xml" Id="R03a314a3b9394262" /><Relationship Type="http://schemas.openxmlformats.org/officeDocument/2006/relationships/slide" Target="/ppt/slides/slide82.xml" Id="R3eee11bf8bfa4558" /><Relationship Type="http://schemas.openxmlformats.org/officeDocument/2006/relationships/slide" Target="/ppt/slides/slide83.xml" Id="R1342fde911d04779" /><Relationship Type="http://schemas.openxmlformats.org/officeDocument/2006/relationships/slide" Target="/ppt/slides/slide84.xml" Id="Rcfcd234960cd4d5d" /><Relationship Type="http://schemas.openxmlformats.org/officeDocument/2006/relationships/slide" Target="/ppt/slides/slide85.xml" Id="R3f685dfdcf9d454e" /><Relationship Type="http://schemas.openxmlformats.org/officeDocument/2006/relationships/slide" Target="/ppt/slides/slide86.xml" Id="Ra0a5da8ecdeb4744" /><Relationship Type="http://schemas.openxmlformats.org/officeDocument/2006/relationships/slide" Target="/ppt/slides/slide87.xml" Id="Rbbcc2c9a52994e76" /><Relationship Type="http://schemas.openxmlformats.org/officeDocument/2006/relationships/slide" Target="/ppt/slides/slide88.xml" Id="R8208d67caae948ad" /><Relationship Type="http://schemas.openxmlformats.org/officeDocument/2006/relationships/slide" Target="/ppt/slides/slide89.xml" Id="R80b76b50f0cc4f06" /><Relationship Type="http://schemas.openxmlformats.org/officeDocument/2006/relationships/slide" Target="/ppt/slides/slide90.xml" Id="R2cff9e24b2784795" /><Relationship Type="http://schemas.openxmlformats.org/officeDocument/2006/relationships/slide" Target="/ppt/slides/slide91.xml" Id="R2714b30e7e774eb3" /><Relationship Type="http://schemas.openxmlformats.org/officeDocument/2006/relationships/slide" Target="/ppt/slides/slide92.xml" Id="Rc4e0f9d42200459a" /><Relationship Type="http://schemas.openxmlformats.org/officeDocument/2006/relationships/slide" Target="/ppt/slides/slide93.xml" Id="Rfddcde8fa86b4eb7" /><Relationship Type="http://schemas.openxmlformats.org/officeDocument/2006/relationships/slide" Target="/ppt/slides/slide94.xml" Id="Rf5a0a375588c43e8" /><Relationship Type="http://schemas.openxmlformats.org/officeDocument/2006/relationships/slide" Target="/ppt/slides/slide95.xml" Id="Rc4a84ea9debf4597" /><Relationship Type="http://schemas.openxmlformats.org/officeDocument/2006/relationships/slide" Target="/ppt/slides/slide96.xml" Id="R041dd2da89934abc" /><Relationship Type="http://schemas.openxmlformats.org/officeDocument/2006/relationships/slide" Target="/ppt/slides/slide97.xml" Id="Rad7fa7b1f3ca4863" /><Relationship Type="http://schemas.openxmlformats.org/officeDocument/2006/relationships/slide" Target="/ppt/slides/slide98.xml" Id="R540d408d82d34ebc" /><Relationship Type="http://schemas.openxmlformats.org/officeDocument/2006/relationships/slide" Target="/ppt/slides/slide99.xml" Id="R1c56b63743b84379" /><Relationship Type="http://schemas.openxmlformats.org/officeDocument/2006/relationships/slide" Target="/ppt/slides/slide100.xml" Id="R44064357c88741f7" /><Relationship Type="http://schemas.openxmlformats.org/officeDocument/2006/relationships/slide" Target="/ppt/slides/slide101.xml" Id="R815b47fd9c794c05" /><Relationship Type="http://schemas.openxmlformats.org/officeDocument/2006/relationships/slide" Target="/ppt/slides/slide102.xml" Id="Rc2f181a91de549dc" /><Relationship Type="http://schemas.openxmlformats.org/officeDocument/2006/relationships/slide" Target="/ppt/slides/slide103.xml" Id="Rd295aca190014030" /><Relationship Type="http://schemas.openxmlformats.org/officeDocument/2006/relationships/slide" Target="/ppt/slides/slide104.xml" Id="R44eb9b5d14134273" /><Relationship Type="http://schemas.openxmlformats.org/officeDocument/2006/relationships/slide" Target="/ppt/slides/slide105.xml" Id="R4e120b6a9a1f4b3a" /><Relationship Type="http://schemas.openxmlformats.org/officeDocument/2006/relationships/slide" Target="/ppt/slides/slide106.xml" Id="R4a81906b491541f0" /><Relationship Type="http://schemas.openxmlformats.org/officeDocument/2006/relationships/slide" Target="/ppt/slides/slide107.xml" Id="Raf3eb02fffae4e3b" /><Relationship Type="http://schemas.openxmlformats.org/officeDocument/2006/relationships/slide" Target="/ppt/slides/slide108.xml" Id="R7ca3f588f7f2407d" /><Relationship Type="http://schemas.openxmlformats.org/officeDocument/2006/relationships/slide" Target="/ppt/slides/slide109.xml" Id="Re5bb7b8b8d5a46ac" /><Relationship Type="http://schemas.openxmlformats.org/officeDocument/2006/relationships/slide" Target="/ppt/slides/slide110.xml" Id="Rb6def16314d64ddb" /><Relationship Type="http://schemas.openxmlformats.org/officeDocument/2006/relationships/slide" Target="/ppt/slides/slide111.xml" Id="Rad07f75351204caa" /><Relationship Type="http://schemas.openxmlformats.org/officeDocument/2006/relationships/slide" Target="/ppt/slides/slide112.xml" Id="R4904184a40654664" /><Relationship Type="http://schemas.openxmlformats.org/officeDocument/2006/relationships/slide" Target="/ppt/slides/slide113.xml" Id="R45ab61f6aeaa4e3f" /><Relationship Type="http://schemas.openxmlformats.org/officeDocument/2006/relationships/slide" Target="/ppt/slides/slide114.xml" Id="Rb8f50437f255467b" /><Relationship Type="http://schemas.openxmlformats.org/officeDocument/2006/relationships/slide" Target="/ppt/slides/slide115.xml" Id="R0bdb9fde183e4883" /><Relationship Type="http://schemas.openxmlformats.org/officeDocument/2006/relationships/slide" Target="/ppt/slides/slide116.xml" Id="R390f2271c32d45f5" /><Relationship Type="http://schemas.openxmlformats.org/officeDocument/2006/relationships/slide" Target="/ppt/slides/slide117.xml" Id="Rbdcbc32a85bb4837" /><Relationship Type="http://schemas.openxmlformats.org/officeDocument/2006/relationships/slide" Target="/ppt/slides/slide118.xml" Id="R1400597e52724ac5" /><Relationship Type="http://schemas.openxmlformats.org/officeDocument/2006/relationships/slide" Target="/ppt/slides/slide119.xml" Id="Rce19d4657fd94eae" /><Relationship Type="http://schemas.openxmlformats.org/officeDocument/2006/relationships/slide" Target="/ppt/slides/slide120.xml" Id="R598049185797432c" /><Relationship Type="http://schemas.openxmlformats.org/officeDocument/2006/relationships/slide" Target="/ppt/slides/slide121.xml" Id="R0b6c5a35fe2b41dc" /><Relationship Type="http://schemas.openxmlformats.org/officeDocument/2006/relationships/slide" Target="/ppt/slides/slide122.xml" Id="Rcb857f449b6c4f7b" /><Relationship Type="http://schemas.openxmlformats.org/officeDocument/2006/relationships/slide" Target="/ppt/slides/slide123.xml" Id="Re674ad57c9c949d1" /><Relationship Type="http://schemas.openxmlformats.org/officeDocument/2006/relationships/slide" Target="/ppt/slides/slide124.xml" Id="R03ee227ba18a4aba" /><Relationship Type="http://schemas.openxmlformats.org/officeDocument/2006/relationships/slide" Target="/ppt/slides/slide125.xml" Id="R4780d14a218a47e3" /><Relationship Type="http://schemas.openxmlformats.org/officeDocument/2006/relationships/slide" Target="/ppt/slides/slide126.xml" Id="Rd178289bdb5544cc" /><Relationship Type="http://schemas.openxmlformats.org/officeDocument/2006/relationships/slide" Target="/ppt/slides/slide127.xml" Id="Rd2b89772f56d4423" /><Relationship Type="http://schemas.openxmlformats.org/officeDocument/2006/relationships/slide" Target="/ppt/slides/slide128.xml" Id="R8429c8cb971541ac" /><Relationship Type="http://schemas.openxmlformats.org/officeDocument/2006/relationships/slide" Target="/ppt/slides/slide129.xml" Id="R24b72149af174c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943d2e23e74c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52bc79f8af4a19" /><Relationship Type="http://schemas.openxmlformats.org/officeDocument/2006/relationships/notesMaster" Target="/ppt/notesMasters/notesMaster1.xml" Id="Rb741b222e5b142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c3f804454649fc" /><Relationship Type="http://schemas.openxmlformats.org/officeDocument/2006/relationships/notesMaster" Target="/ppt/notesMasters/notesMaster1.xml" Id="R200fc2dc6a5c40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c05b2a87a54837" /><Relationship Type="http://schemas.openxmlformats.org/officeDocument/2006/relationships/notesMaster" Target="/ppt/notesMasters/notesMaster1.xml" Id="R4e59c4f4f8e74c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54163793f54e0a" /><Relationship Type="http://schemas.openxmlformats.org/officeDocument/2006/relationships/notesMaster" Target="/ppt/notesMasters/notesMaster1.xml" Id="R0fb3de2b45ee46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0b04b69dca4ae0" /><Relationship Type="http://schemas.openxmlformats.org/officeDocument/2006/relationships/notesMaster" Target="/ppt/notesMasters/notesMaster1.xml" Id="Rce1c97755551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2c76c0ecc24786" /><Relationship Type="http://schemas.openxmlformats.org/officeDocument/2006/relationships/notesMaster" Target="/ppt/notesMasters/notesMaster1.xml" Id="Rc1cbc1d2ddfe4c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4ca8cc0f5f4614" /><Relationship Type="http://schemas.openxmlformats.org/officeDocument/2006/relationships/notesMaster" Target="/ppt/notesMasters/notesMaster1.xml" Id="Rc5267e98936146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157efffb1b46d0" /><Relationship Type="http://schemas.openxmlformats.org/officeDocument/2006/relationships/notesMaster" Target="/ppt/notesMasters/notesMaster1.xml" Id="Rcd8934e277af48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36eca35a12426f" /><Relationship Type="http://schemas.openxmlformats.org/officeDocument/2006/relationships/notesMaster" Target="/ppt/notesMasters/notesMaster1.xml" Id="R0b484fcd8d1545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c3ae23165e4dc8" /><Relationship Type="http://schemas.openxmlformats.org/officeDocument/2006/relationships/notesMaster" Target="/ppt/notesMasters/notesMaster1.xml" Id="Raaf98d4425e044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431a45164f4070" /><Relationship Type="http://schemas.openxmlformats.org/officeDocument/2006/relationships/notesMaster" Target="/ppt/notesMasters/notesMaster1.xml" Id="Ra1fe4c79d8434f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236ec66acc4146" /><Relationship Type="http://schemas.openxmlformats.org/officeDocument/2006/relationships/notesMaster" Target="/ppt/notesMasters/notesMaster1.xml" Id="R6972c9d1a37b49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be453fc7634289" /><Relationship Type="http://schemas.openxmlformats.org/officeDocument/2006/relationships/notesMaster" Target="/ppt/notesMasters/notesMaster1.xml" Id="R38cadd0fc6444d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62a838fa6f492c" /><Relationship Type="http://schemas.openxmlformats.org/officeDocument/2006/relationships/notesMaster" Target="/ppt/notesMasters/notesMaster1.xml" Id="Rfe4961cb626849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1062eb25a248ca" /><Relationship Type="http://schemas.openxmlformats.org/officeDocument/2006/relationships/notesMaster" Target="/ppt/notesMasters/notesMaster1.xml" Id="R9c135a976a3644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a788de975b4fe0" /><Relationship Type="http://schemas.openxmlformats.org/officeDocument/2006/relationships/notesMaster" Target="/ppt/notesMasters/notesMaster1.xml" Id="Rae4e73109c0941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1c7fce78384a63" /><Relationship Type="http://schemas.openxmlformats.org/officeDocument/2006/relationships/notesMaster" Target="/ppt/notesMasters/notesMaster1.xml" Id="Rdbb5363f256842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af6d8316f042f7" /><Relationship Type="http://schemas.openxmlformats.org/officeDocument/2006/relationships/notesMaster" Target="/ppt/notesMasters/notesMaster1.xml" Id="Rac2558944dd642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03a5f6ad0b443f" /><Relationship Type="http://schemas.openxmlformats.org/officeDocument/2006/relationships/notesMaster" Target="/ppt/notesMasters/notesMaster1.xml" Id="Rcbf23f6b782842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8a8ece558cb475b" /><Relationship Type="http://schemas.openxmlformats.org/officeDocument/2006/relationships/notesMaster" Target="/ppt/notesMasters/notesMaster1.xml" Id="R5d954a49766048c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96eaf2ce8db4a3e" /><Relationship Type="http://schemas.openxmlformats.org/officeDocument/2006/relationships/notesMaster" Target="/ppt/notesMasters/notesMaster1.xml" Id="Rdfa2722b5e394d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a0ee6b267d840b3" /><Relationship Type="http://schemas.openxmlformats.org/officeDocument/2006/relationships/notesMaster" Target="/ppt/notesMasters/notesMaster1.xml" Id="R1e4d8ae4a6f549e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e66ab3ebb34bb8" /><Relationship Type="http://schemas.openxmlformats.org/officeDocument/2006/relationships/notesMaster" Target="/ppt/notesMasters/notesMaster1.xml" Id="R86a34304439c4d9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40b8ffbf5cf4eaa" /><Relationship Type="http://schemas.openxmlformats.org/officeDocument/2006/relationships/notesMaster" Target="/ppt/notesMasters/notesMaster1.xml" Id="Re55d363d47994ac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e0c6001c3da413f" /><Relationship Type="http://schemas.openxmlformats.org/officeDocument/2006/relationships/notesMaster" Target="/ppt/notesMasters/notesMaster1.xml" Id="R9eefd32c53a34b9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c1e0d0962ea4058" /><Relationship Type="http://schemas.openxmlformats.org/officeDocument/2006/relationships/notesMaster" Target="/ppt/notesMasters/notesMaster1.xml" Id="R35f262251da64fe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b9d4d0e3cdd4040" /><Relationship Type="http://schemas.openxmlformats.org/officeDocument/2006/relationships/notesMaster" Target="/ppt/notesMasters/notesMaster1.xml" Id="R9ceed7bf8b6d405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fcb4dca525e453a" /><Relationship Type="http://schemas.openxmlformats.org/officeDocument/2006/relationships/notesMaster" Target="/ppt/notesMasters/notesMaster1.xml" Id="Rda08d4e04b68471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57f8d91197e486d" /><Relationship Type="http://schemas.openxmlformats.org/officeDocument/2006/relationships/notesMaster" Target="/ppt/notesMasters/notesMaster1.xml" Id="R6bd288c8f23343d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17561fdf37b4dd3" /><Relationship Type="http://schemas.openxmlformats.org/officeDocument/2006/relationships/notesMaster" Target="/ppt/notesMasters/notesMaster1.xml" Id="R31f2e2cb58cf4d2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05b952b6c554483" /><Relationship Type="http://schemas.openxmlformats.org/officeDocument/2006/relationships/notesMaster" Target="/ppt/notesMasters/notesMaster1.xml" Id="R7fa710f0e8f242e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b81a99f2afc4faf" /><Relationship Type="http://schemas.openxmlformats.org/officeDocument/2006/relationships/notesMaster" Target="/ppt/notesMasters/notesMaster1.xml" Id="Re0f170e0e06b4d3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3935ed9ef4c4e46" /><Relationship Type="http://schemas.openxmlformats.org/officeDocument/2006/relationships/notesMaster" Target="/ppt/notesMasters/notesMaster1.xml" Id="Rcba0553570b94d4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b18d6816c7246ba" /><Relationship Type="http://schemas.openxmlformats.org/officeDocument/2006/relationships/notesMaster" Target="/ppt/notesMasters/notesMaster1.xml" Id="R320e8a2e16874b2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d337cb213704738" /><Relationship Type="http://schemas.openxmlformats.org/officeDocument/2006/relationships/notesMaster" Target="/ppt/notesMasters/notesMaster1.xml" Id="Rf5ed114bc12c4b0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f7a2bf4b16244f8" /><Relationship Type="http://schemas.openxmlformats.org/officeDocument/2006/relationships/notesMaster" Target="/ppt/notesMasters/notesMaster1.xml" Id="Rbfc0721bc282471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614165cb9474fcf" /><Relationship Type="http://schemas.openxmlformats.org/officeDocument/2006/relationships/notesMaster" Target="/ppt/notesMasters/notesMaster1.xml" Id="R20010c8ddc0743b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c51e0fcfb094366" /><Relationship Type="http://schemas.openxmlformats.org/officeDocument/2006/relationships/notesMaster" Target="/ppt/notesMasters/notesMaster1.xml" Id="R20962b1f1640400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97417b944b0461a" /><Relationship Type="http://schemas.openxmlformats.org/officeDocument/2006/relationships/notesMaster" Target="/ppt/notesMasters/notesMaster1.xml" Id="R4db72e0db18f498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64d33fa8b824a38" /><Relationship Type="http://schemas.openxmlformats.org/officeDocument/2006/relationships/notesMaster" Target="/ppt/notesMasters/notesMaster1.xml" Id="R5975b6aec04f422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8f6945d7d674ba6" /><Relationship Type="http://schemas.openxmlformats.org/officeDocument/2006/relationships/notesMaster" Target="/ppt/notesMasters/notesMaster1.xml" Id="Ra8139be96b4d41c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5ec5bf8aa3b4137" /><Relationship Type="http://schemas.openxmlformats.org/officeDocument/2006/relationships/notesMaster" Target="/ppt/notesMasters/notesMaster1.xml" Id="R642f09b2ac764a4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d51c284d28a45a1" /><Relationship Type="http://schemas.openxmlformats.org/officeDocument/2006/relationships/notesMaster" Target="/ppt/notesMasters/notesMaster1.xml" Id="R93aa16989d374ae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724246a662f499e" /><Relationship Type="http://schemas.openxmlformats.org/officeDocument/2006/relationships/notesMaster" Target="/ppt/notesMasters/notesMaster1.xml" Id="Re91ca5b331314e3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3556f7ea09a42d4" /><Relationship Type="http://schemas.openxmlformats.org/officeDocument/2006/relationships/notesMaster" Target="/ppt/notesMasters/notesMaster1.xml" Id="Rff845e154bd6463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66560ba12cc4384" /><Relationship Type="http://schemas.openxmlformats.org/officeDocument/2006/relationships/notesMaster" Target="/ppt/notesMasters/notesMaster1.xml" Id="R4e648a0eb17e46d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8851b34532040f9" /><Relationship Type="http://schemas.openxmlformats.org/officeDocument/2006/relationships/notesMaster" Target="/ppt/notesMasters/notesMaster1.xml" Id="R6fe921da5a4547e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36eb5a7cae94639" /><Relationship Type="http://schemas.openxmlformats.org/officeDocument/2006/relationships/notesMaster" Target="/ppt/notesMasters/notesMaster1.xml" Id="R910e88b13fc340d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9f3cf1e11c34ca5" /><Relationship Type="http://schemas.openxmlformats.org/officeDocument/2006/relationships/notesMaster" Target="/ppt/notesMasters/notesMaster1.xml" Id="R58daa564adbb4fc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0a9d2ef66c7494a" /><Relationship Type="http://schemas.openxmlformats.org/officeDocument/2006/relationships/notesMaster" Target="/ppt/notesMasters/notesMaster1.xml" Id="Rdf54b950c69e442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f99f00fe25548d6" /><Relationship Type="http://schemas.openxmlformats.org/officeDocument/2006/relationships/notesMaster" Target="/ppt/notesMasters/notesMaster1.xml" Id="Rf6e6a9461888474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620b366346b4cb1" /><Relationship Type="http://schemas.openxmlformats.org/officeDocument/2006/relationships/notesMaster" Target="/ppt/notesMasters/notesMaster1.xml" Id="Rfc00f1a5b45c404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cef3d86ea174f79" /><Relationship Type="http://schemas.openxmlformats.org/officeDocument/2006/relationships/notesMaster" Target="/ppt/notesMasters/notesMaster1.xml" Id="R4da315168bec4b8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d8550b907fa4219" /><Relationship Type="http://schemas.openxmlformats.org/officeDocument/2006/relationships/notesMaster" Target="/ppt/notesMasters/notesMaster1.xml" Id="R0766f392f41441c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91f983da91c4935" /><Relationship Type="http://schemas.openxmlformats.org/officeDocument/2006/relationships/notesMaster" Target="/ppt/notesMasters/notesMaster1.xml" Id="Rf1c1ed2e735544b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9c5851db61d4180" /><Relationship Type="http://schemas.openxmlformats.org/officeDocument/2006/relationships/notesMaster" Target="/ppt/notesMasters/notesMaster1.xml" Id="R2fb930d5297848c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d822c3454dd4062" /><Relationship Type="http://schemas.openxmlformats.org/officeDocument/2006/relationships/notesMaster" Target="/ppt/notesMasters/notesMaster1.xml" Id="Ra44d0936d6044a7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6abf259b399b449f" /><Relationship Type="http://schemas.openxmlformats.org/officeDocument/2006/relationships/notesMaster" Target="/ppt/notesMasters/notesMaster1.xml" Id="R3b7857c8f6ab41e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3b15242ca8843ab" /><Relationship Type="http://schemas.openxmlformats.org/officeDocument/2006/relationships/notesMaster" Target="/ppt/notesMasters/notesMaster1.xml" Id="R489ab2dd892649b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4783cff2936d41ea" /><Relationship Type="http://schemas.openxmlformats.org/officeDocument/2006/relationships/notesMaster" Target="/ppt/notesMasters/notesMaster1.xml" Id="R28b6d035c28a474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8e630af9fedc4624" /><Relationship Type="http://schemas.openxmlformats.org/officeDocument/2006/relationships/notesMaster" Target="/ppt/notesMasters/notesMaster1.xml" Id="R3382291f2db142d6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5bff174f22cf45f0" /><Relationship Type="http://schemas.openxmlformats.org/officeDocument/2006/relationships/notesMaster" Target="/ppt/notesMasters/notesMaster1.xml" Id="R60ab0d9027174e7e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b1aa2d8a1c7041b9" /><Relationship Type="http://schemas.openxmlformats.org/officeDocument/2006/relationships/notesMaster" Target="/ppt/notesMasters/notesMaster1.xml" Id="R4b89980081ec4de7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5d760cbe70e4053" /><Relationship Type="http://schemas.openxmlformats.org/officeDocument/2006/relationships/notesMaster" Target="/ppt/notesMasters/notesMaster1.xml" Id="Ra465bbe527c74f9b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fbf1b6cb2bcd4375" /><Relationship Type="http://schemas.openxmlformats.org/officeDocument/2006/relationships/notesMaster" Target="/ppt/notesMasters/notesMaster1.xml" Id="Rb58912389eba4195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3a9c3db23596437a" /><Relationship Type="http://schemas.openxmlformats.org/officeDocument/2006/relationships/notesMaster" Target="/ppt/notesMasters/notesMaster1.xml" Id="R770c9fd1540b4ca9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f98e6b2cd5934d75" /><Relationship Type="http://schemas.openxmlformats.org/officeDocument/2006/relationships/notesMaster" Target="/ppt/notesMasters/notesMaster1.xml" Id="R7cddec626f0e49ff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8502feef2e824244" /><Relationship Type="http://schemas.openxmlformats.org/officeDocument/2006/relationships/notesMaster" Target="/ppt/notesMasters/notesMaster1.xml" Id="R2027fe61509b443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ad1a4fadb79d4c67" /><Relationship Type="http://schemas.openxmlformats.org/officeDocument/2006/relationships/notesMaster" Target="/ppt/notesMasters/notesMaster1.xml" Id="Rf4c96cbf69b24bf5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6064d92a34654d41" /><Relationship Type="http://schemas.openxmlformats.org/officeDocument/2006/relationships/notesMaster" Target="/ppt/notesMasters/notesMaster1.xml" Id="R5e712ca4f8c04a2a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7bd424f54e58416c" /><Relationship Type="http://schemas.openxmlformats.org/officeDocument/2006/relationships/notesMaster" Target="/ppt/notesMasters/notesMaster1.xml" Id="R53e5cf1bc2524f6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7f95dee9054445a7" /><Relationship Type="http://schemas.openxmlformats.org/officeDocument/2006/relationships/notesMaster" Target="/ppt/notesMasters/notesMaster1.xml" Id="R2fff232451cd4a69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3de93267e523473e" /><Relationship Type="http://schemas.openxmlformats.org/officeDocument/2006/relationships/notesMaster" Target="/ppt/notesMasters/notesMaster1.xml" Id="R306b728e9b7f4a2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ced816c7e1c24317" /><Relationship Type="http://schemas.openxmlformats.org/officeDocument/2006/relationships/notesMaster" Target="/ppt/notesMasters/notesMaster1.xml" Id="R5ec977e94e12430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2782fb19000543f7" /><Relationship Type="http://schemas.openxmlformats.org/officeDocument/2006/relationships/notesMaster" Target="/ppt/notesMasters/notesMaster1.xml" Id="R9c72480a8acc4d12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e6d97258ce754a58" /><Relationship Type="http://schemas.openxmlformats.org/officeDocument/2006/relationships/notesMaster" Target="/ppt/notesMasters/notesMaster1.xml" Id="R6df6fb3b9bdf43f6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06998bd933354a7f" /><Relationship Type="http://schemas.openxmlformats.org/officeDocument/2006/relationships/notesMaster" Target="/ppt/notesMasters/notesMaster1.xml" Id="R82d32f17c91049f2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35bf82797cf44fc7" /><Relationship Type="http://schemas.openxmlformats.org/officeDocument/2006/relationships/notesMaster" Target="/ppt/notesMasters/notesMaster1.xml" Id="R5dc0a2560c1244fd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493c092023f04898" /><Relationship Type="http://schemas.openxmlformats.org/officeDocument/2006/relationships/notesMaster" Target="/ppt/notesMasters/notesMaster1.xml" Id="R9d65ae5851f84ab3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2a809bc453ae441d" /><Relationship Type="http://schemas.openxmlformats.org/officeDocument/2006/relationships/notesMaster" Target="/ppt/notesMasters/notesMaster1.xml" Id="R9ac2cf43de014322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8fb4b2c426c64960" /><Relationship Type="http://schemas.openxmlformats.org/officeDocument/2006/relationships/notesMaster" Target="/ppt/notesMasters/notesMaster1.xml" Id="R53f0efb861b54255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20d6fcb6287c4ca5" /><Relationship Type="http://schemas.openxmlformats.org/officeDocument/2006/relationships/notesMaster" Target="/ppt/notesMasters/notesMaster1.xml" Id="R564652b77eef424f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fe0ea15e9ca2416c" /><Relationship Type="http://schemas.openxmlformats.org/officeDocument/2006/relationships/notesMaster" Target="/ppt/notesMasters/notesMaster1.xml" Id="Re4f07fdcbed849a0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872a820ea17443b7" /><Relationship Type="http://schemas.openxmlformats.org/officeDocument/2006/relationships/notesMaster" Target="/ppt/notesMasters/notesMaster1.xml" Id="Rbd133934f4284f5b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eaccd34220994dcb" /><Relationship Type="http://schemas.openxmlformats.org/officeDocument/2006/relationships/notesMaster" Target="/ppt/notesMasters/notesMaster1.xml" Id="Rb8ddbe13f2574f63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bfc22aba1b1b4648" /><Relationship Type="http://schemas.openxmlformats.org/officeDocument/2006/relationships/notesMaster" Target="/ppt/notesMasters/notesMaster1.xml" Id="R3d8f1f10700941c2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a59aab94e484463f" /><Relationship Type="http://schemas.openxmlformats.org/officeDocument/2006/relationships/notesMaster" Target="/ppt/notesMasters/notesMaster1.xml" Id="Rf88bb4ae2c6247d2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b4a97cb937a642e0" /><Relationship Type="http://schemas.openxmlformats.org/officeDocument/2006/relationships/notesMaster" Target="/ppt/notesMasters/notesMaster1.xml" Id="R0856a3976d3745ca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956fa4ca8d4343f8" /><Relationship Type="http://schemas.openxmlformats.org/officeDocument/2006/relationships/notesMaster" Target="/ppt/notesMasters/notesMaster1.xml" Id="Rc15fdfd5dcc245fa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fcc4a106020f4d6e" /><Relationship Type="http://schemas.openxmlformats.org/officeDocument/2006/relationships/notesMaster" Target="/ppt/notesMasters/notesMaster1.xml" Id="Rec42cc29b0924052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9888190abb11451a" /><Relationship Type="http://schemas.openxmlformats.org/officeDocument/2006/relationships/notesMaster" Target="/ppt/notesMasters/notesMaster1.xml" Id="R9b531fc979704d22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cd2cc205ce03494b" /><Relationship Type="http://schemas.openxmlformats.org/officeDocument/2006/relationships/notesMaster" Target="/ppt/notesMasters/notesMaster1.xml" Id="Rcf95a56518254e53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47dc5c654629485d" /><Relationship Type="http://schemas.openxmlformats.org/officeDocument/2006/relationships/notesMaster" Target="/ppt/notesMasters/notesMaster1.xml" Id="Rff7b0f79317b4805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661767e1c9f3409d" /><Relationship Type="http://schemas.openxmlformats.org/officeDocument/2006/relationships/notesMaster" Target="/ppt/notesMasters/notesMaster1.xml" Id="R2a4cfc6726d04401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bf8ad2f8560f4caa" /><Relationship Type="http://schemas.openxmlformats.org/officeDocument/2006/relationships/notesMaster" Target="/ppt/notesMasters/notesMaster1.xml" Id="R87e257497e6b494a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cb3229991bdd455a" /><Relationship Type="http://schemas.openxmlformats.org/officeDocument/2006/relationships/notesMaster" Target="/ppt/notesMasters/notesMaster1.xml" Id="R6681e7e523a04ed7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b1e789f9eb3d444d" /><Relationship Type="http://schemas.openxmlformats.org/officeDocument/2006/relationships/notesMaster" Target="/ppt/notesMasters/notesMaster1.xml" Id="Rcdeafe27fd934512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867aba1e005c4ccc" /><Relationship Type="http://schemas.openxmlformats.org/officeDocument/2006/relationships/notesMaster" Target="/ppt/notesMasters/notesMaster1.xml" Id="R03d73f3d6f534dbc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a1f357594bd0458b" /><Relationship Type="http://schemas.openxmlformats.org/officeDocument/2006/relationships/notesMaster" Target="/ppt/notesMasters/notesMaster1.xml" Id="R0befc224c87043a1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c74fbacedf8f47f5" /><Relationship Type="http://schemas.openxmlformats.org/officeDocument/2006/relationships/notesMaster" Target="/ppt/notesMasters/notesMaster1.xml" Id="R1e7705ced896420d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1ad500852ed546e7" /><Relationship Type="http://schemas.openxmlformats.org/officeDocument/2006/relationships/notesMaster" Target="/ppt/notesMasters/notesMaster1.xml" Id="R9aea247aa8fc4bfe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b17ae5f73f8c4a44" /><Relationship Type="http://schemas.openxmlformats.org/officeDocument/2006/relationships/notesMaster" Target="/ppt/notesMasters/notesMaster1.xml" Id="R959ac32a64a54283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edb78fcf60134335" /><Relationship Type="http://schemas.openxmlformats.org/officeDocument/2006/relationships/notesMaster" Target="/ppt/notesMasters/notesMaster1.xml" Id="R3eb60173d2dd449b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f604c3e544394dd6" /><Relationship Type="http://schemas.openxmlformats.org/officeDocument/2006/relationships/notesMaster" Target="/ppt/notesMasters/notesMaster1.xml" Id="R15266fa41ee9422f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ad9af179b77d4739" /><Relationship Type="http://schemas.openxmlformats.org/officeDocument/2006/relationships/notesMaster" Target="/ppt/notesMasters/notesMaster1.xml" Id="Rd36890304d4a4e60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6650da9f0b9b4d6a" /><Relationship Type="http://schemas.openxmlformats.org/officeDocument/2006/relationships/notesMaster" Target="/ppt/notesMasters/notesMaster1.xml" Id="Rb20862c3dcae4422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3d22697be267433d" /><Relationship Type="http://schemas.openxmlformats.org/officeDocument/2006/relationships/notesMaster" Target="/ppt/notesMasters/notesMaster1.xml" Id="R734cd832ba3a43b5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9de12f98f27b47cd" /><Relationship Type="http://schemas.openxmlformats.org/officeDocument/2006/relationships/notesMaster" Target="/ppt/notesMasters/notesMaster1.xml" Id="Rfc9a7e0c072c46f0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a0fecb23d5904d62" /><Relationship Type="http://schemas.openxmlformats.org/officeDocument/2006/relationships/notesMaster" Target="/ppt/notesMasters/notesMaster1.xml" Id="R873896433b574312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c6ca51b70dda4b76" /><Relationship Type="http://schemas.openxmlformats.org/officeDocument/2006/relationships/notesMaster" Target="/ppt/notesMasters/notesMaster1.xml" Id="Rc40e328c8bd24baa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9df4e6b42de14103" /><Relationship Type="http://schemas.openxmlformats.org/officeDocument/2006/relationships/notesMaster" Target="/ppt/notesMasters/notesMaster1.xml" Id="Re7b191b7f132453a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1910cf57f6274b44" /><Relationship Type="http://schemas.openxmlformats.org/officeDocument/2006/relationships/notesMaster" Target="/ppt/notesMasters/notesMaster1.xml" Id="R12e1a4bca9f44e04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02d41e0009f14999" /><Relationship Type="http://schemas.openxmlformats.org/officeDocument/2006/relationships/notesMaster" Target="/ppt/notesMasters/notesMaster1.xml" Id="R6aa7af362ba143a1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33c719443b58486a" /><Relationship Type="http://schemas.openxmlformats.org/officeDocument/2006/relationships/notesMaster" Target="/ppt/notesMasters/notesMaster1.xml" Id="Raa362ee73ea045ba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cb3a484a23c84651" /><Relationship Type="http://schemas.openxmlformats.org/officeDocument/2006/relationships/notesMaster" Target="/ppt/notesMasters/notesMaster1.xml" Id="Rab2bac5daa17465d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fce8e959708346a7" /><Relationship Type="http://schemas.openxmlformats.org/officeDocument/2006/relationships/notesMaster" Target="/ppt/notesMasters/notesMaster1.xml" Id="R61951478912147c2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46bd16b8e98a42bf" /><Relationship Type="http://schemas.openxmlformats.org/officeDocument/2006/relationships/notesMaster" Target="/ppt/notesMasters/notesMaster1.xml" Id="R526aff238dbc4783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6421ee70986d481a" /><Relationship Type="http://schemas.openxmlformats.org/officeDocument/2006/relationships/notesMaster" Target="/ppt/notesMasters/notesMaster1.xml" Id="Rbb5c8c8ef5544a57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85f5be3aef8f413b" /><Relationship Type="http://schemas.openxmlformats.org/officeDocument/2006/relationships/notesMaster" Target="/ppt/notesMasters/notesMaster1.xml" Id="R943a4cf6255f4c4f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11c8e05768f24b55" /><Relationship Type="http://schemas.openxmlformats.org/officeDocument/2006/relationships/notesMaster" Target="/ppt/notesMasters/notesMaster1.xml" Id="R2022b6fc6ece4168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b7ae98c96524470c" /><Relationship Type="http://schemas.openxmlformats.org/officeDocument/2006/relationships/notesMaster" Target="/ppt/notesMasters/notesMaster1.xml" Id="Rff70fcb76f2946e5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cf46c6c031d34054" /><Relationship Type="http://schemas.openxmlformats.org/officeDocument/2006/relationships/notesMaster" Target="/ppt/notesMasters/notesMaster1.xml" Id="R3bc51fe7c030447c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8d9ca7e7b5c1442e" /><Relationship Type="http://schemas.openxmlformats.org/officeDocument/2006/relationships/notesMaster" Target="/ppt/notesMasters/notesMaster1.xml" Id="R07ed6b7135794212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e292cd67dcfb462e" /><Relationship Type="http://schemas.openxmlformats.org/officeDocument/2006/relationships/notesMaster" Target="/ppt/notesMasters/notesMaster1.xml" Id="Raae5394cc1c549f6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993bb78e120b439c" /><Relationship Type="http://schemas.openxmlformats.org/officeDocument/2006/relationships/notesMaster" Target="/ppt/notesMasters/notesMaster1.xml" Id="R77ecf64d72d544e1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4c5f3c101ee54bac" /><Relationship Type="http://schemas.openxmlformats.org/officeDocument/2006/relationships/notesMaster" Target="/ppt/notesMasters/notesMaster1.xml" Id="R627274cb09ec478f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68d6c2a6e1684b97" /><Relationship Type="http://schemas.openxmlformats.org/officeDocument/2006/relationships/notesMaster" Target="/ppt/notesMasters/notesMaster1.xml" Id="R889c5e2357294ef6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1b4cc2a87a784db1" /><Relationship Type="http://schemas.openxmlformats.org/officeDocument/2006/relationships/notesMaster" Target="/ppt/notesMasters/notesMaster1.xml" Id="R9d957eab8a65423c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460ef8ee9f3a45d1" /><Relationship Type="http://schemas.openxmlformats.org/officeDocument/2006/relationships/notesMaster" Target="/ppt/notesMasters/notesMaster1.xml" Id="Rdf09b2bf8d8c49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5-7: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cover page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BÖWE OEM product pages and cited equipment listings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https://bowe-germany.de/bowe-produkte/flusenfilter-und-nadelfaenger/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https://bowe-germany.de/bowe-produkte/flusenfilter-und-nadelfaenger/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https://bowe-germany.de/bowe-produkte/flusenfilter-und-nadelfaenger/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M21-M26-M30 Operating Manual (2018-02): https://www.ziermann.com/wp-content/uploads/2021/03/BA-Instruction-manual-M21-M26-M30-2018-02.pdf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M30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5-7: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5-7: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5-7: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5-7: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5-7: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5-7: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8-13: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14-22: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14-22: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14-22: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14-22: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14-22: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14-22: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14-22: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14-22: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14-22: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14-22: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14-22: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14-22: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14-22: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4, 21-25: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4, 21-25: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4, 21-25: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4, 21-25: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4, 21-25: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4, 21-25: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4, 21-25: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4, 21-25: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4, 21-25: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4, 21-25: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4, 21-25: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Operating Manual (2018-02), PDF page 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37-59: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60-75: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60-75: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60-75: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60-75: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60-75: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60-75: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60-75: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60-75: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60-75: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60-75: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60-75: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60-75: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60-75: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>- Practical visual: BÖWE M21-M26-M30 Spare Parts Catalogue (2019-08), PDF page 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76-100: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M21-M26-M30 Operating Manual (2018-02), pages 60-100: https://www.ziermann.com/wp-content/uploads/2021/03/BA-Instruction-manual-M21-M26-M30-2018-02.pdf</a:t>
            </a:r>
          </a:p>
          <a:p xmlns:a="http://schemas.openxmlformats.org/drawingml/2006/main">
            <a:r>
              <a:t>- BÖWE M21-M26-M30 Spare Parts Catalogue (2019-08): https://www.ziermann.com/wp-content/uploads/2021/03/Ersatzteile-M21-M30-2019-08.pdf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61e3f61bf45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77f380600c4348" /><Relationship Type="http://schemas.openxmlformats.org/officeDocument/2006/relationships/slideLayout" Target="/ppt/slideLayouts/slideLayout1.xml" Id="Rbf7ebddfb6b94b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7ebddfb6b94b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b0b18729645ad" /><Relationship Type="http://schemas.openxmlformats.org/officeDocument/2006/relationships/image" Target="/ppt/media/image.jpeg" Id="Rc4f4bc9974fc4332" /><Relationship Type="http://schemas.openxmlformats.org/officeDocument/2006/relationships/notesSlide" Target="/ppt/notesSlides/notesSlide1.xml" Id="R112ce62673e24d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361c5063e4bbc" /><Relationship Type="http://schemas.openxmlformats.org/officeDocument/2006/relationships/notesSlide" Target="/ppt/notesSlides/notesSlide2.xml" Id="R83743d69a1d344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c3235ee894220" /><Relationship Type="http://schemas.openxmlformats.org/officeDocument/2006/relationships/image" Target="/ppt/media/image2.jpeg" Id="R5a6996a823ec4898" /><Relationship Type="http://schemas.openxmlformats.org/officeDocument/2006/relationships/notesSlide" Target="/ppt/notesSlides/notesSlide3.xml" Id="R868eb69fa6f440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dc5a5d5b94fbb" /><Relationship Type="http://schemas.openxmlformats.org/officeDocument/2006/relationships/image" Target="/ppt/media/image3.jpeg" Id="R1453f97e664442fe" /><Relationship Type="http://schemas.openxmlformats.org/officeDocument/2006/relationships/notesSlide" Target="/ppt/notesSlides/notesSlide4.xml" Id="R02cbc5c84ffb42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b928fc15c479f" /><Relationship Type="http://schemas.openxmlformats.org/officeDocument/2006/relationships/image" Target="/ppt/media/image4.jpeg" Id="Rf0ae5d966be94a96" /><Relationship Type="http://schemas.openxmlformats.org/officeDocument/2006/relationships/notesSlide" Target="/ppt/notesSlides/notesSlide5.xml" Id="R1bd7c4084de641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defc62e944806" /><Relationship Type="http://schemas.openxmlformats.org/officeDocument/2006/relationships/image" Target="/ppt/media/image5.jpeg" Id="Ra6739cc665c84cc7" /><Relationship Type="http://schemas.openxmlformats.org/officeDocument/2006/relationships/notesSlide" Target="/ppt/notesSlides/notesSlide6.xml" Id="R0a98d70379cb47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2feeade064c54" /><Relationship Type="http://schemas.openxmlformats.org/officeDocument/2006/relationships/image" Target="/ppt/media/image6.jpeg" Id="R9e935c238b3b414b" /><Relationship Type="http://schemas.openxmlformats.org/officeDocument/2006/relationships/notesSlide" Target="/ppt/notesSlides/notesSlide7.xml" Id="R9e7acd5f995b44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90987fa4b4fcc" /><Relationship Type="http://schemas.openxmlformats.org/officeDocument/2006/relationships/image" Target="/ppt/media/image7.jpeg" Id="R5e31f29433264d55" /><Relationship Type="http://schemas.openxmlformats.org/officeDocument/2006/relationships/notesSlide" Target="/ppt/notesSlides/notesSlide8.xml" Id="R867b2b02989c42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c40d12b41423c" /><Relationship Type="http://schemas.openxmlformats.org/officeDocument/2006/relationships/image" Target="/ppt/media/image8.jpeg" Id="R546402248bbe4978" /><Relationship Type="http://schemas.openxmlformats.org/officeDocument/2006/relationships/notesSlide" Target="/ppt/notesSlides/notesSlide9.xml" Id="R085cdd6cd52a49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627a6be65404b" /><Relationship Type="http://schemas.openxmlformats.org/officeDocument/2006/relationships/image" Target="/ppt/media/image9.jpeg" Id="R58558b266f1045f9" /><Relationship Type="http://schemas.openxmlformats.org/officeDocument/2006/relationships/notesSlide" Target="/ppt/notesSlides/notesSlide10.xml" Id="Rcaf803b025884f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c614c1be841e5" /><Relationship Type="http://schemas.openxmlformats.org/officeDocument/2006/relationships/image" Target="/ppt/media/image10.jpeg" Id="R15bb004b247f46ca" /><Relationship Type="http://schemas.openxmlformats.org/officeDocument/2006/relationships/notesSlide" Target="/ppt/notesSlides/notesSlide11.xml" Id="R339a87709bf546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b6318b5054bc4" /><Relationship Type="http://schemas.openxmlformats.org/officeDocument/2006/relationships/image" Target="/ppt/media/image11.jpeg" Id="Rdecd5d88ddad451e" /><Relationship Type="http://schemas.openxmlformats.org/officeDocument/2006/relationships/notesSlide" Target="/ppt/notesSlides/notesSlide12.xml" Id="Re944786ef3794b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2aced8f5d4538" /><Relationship Type="http://schemas.openxmlformats.org/officeDocument/2006/relationships/image" Target="/ppt/media/image12.jpeg" Id="R8307a660b492474f" /><Relationship Type="http://schemas.openxmlformats.org/officeDocument/2006/relationships/notesSlide" Target="/ppt/notesSlides/notesSlide13.xml" Id="Rb37f0ac7944c44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cec6cbbe3425b" /><Relationship Type="http://schemas.openxmlformats.org/officeDocument/2006/relationships/image" Target="/ppt/media/image13.jpeg" Id="R51b5dee089224ee6" /><Relationship Type="http://schemas.openxmlformats.org/officeDocument/2006/relationships/notesSlide" Target="/ppt/notesSlides/notesSlide14.xml" Id="Rea2b1fd4ac0a45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ae49486ff43dd" /><Relationship Type="http://schemas.openxmlformats.org/officeDocument/2006/relationships/image" Target="/ppt/media/image14.jpeg" Id="R205a314ff781416a" /><Relationship Type="http://schemas.openxmlformats.org/officeDocument/2006/relationships/notesSlide" Target="/ppt/notesSlides/notesSlide15.xml" Id="Rb72f47570ed74f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40f5f5f94409a" /><Relationship Type="http://schemas.openxmlformats.org/officeDocument/2006/relationships/image" Target="/ppt/media/image15.jpeg" Id="R77c617b1467043fb" /><Relationship Type="http://schemas.openxmlformats.org/officeDocument/2006/relationships/notesSlide" Target="/ppt/notesSlides/notesSlide16.xml" Id="R77078c5e0c024e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ef74c39bf4988" /><Relationship Type="http://schemas.openxmlformats.org/officeDocument/2006/relationships/notesSlide" Target="/ppt/notesSlides/notesSlide17.xml" Id="R08fa3c498df040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8d945eec74b96" /><Relationship Type="http://schemas.openxmlformats.org/officeDocument/2006/relationships/image" Target="/ppt/media/image16.jpeg" Id="R6e0d17db923f4d33" /><Relationship Type="http://schemas.openxmlformats.org/officeDocument/2006/relationships/notesSlide" Target="/ppt/notesSlides/notesSlide18.xml" Id="R208e4d5dd63142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47b6748bb4bc5" /><Relationship Type="http://schemas.openxmlformats.org/officeDocument/2006/relationships/notesSlide" Target="/ppt/notesSlides/notesSlide19.xml" Id="R4fb92380d12c4d8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74c24a78848c7" /><Relationship Type="http://schemas.openxmlformats.org/officeDocument/2006/relationships/image" Target="/ppt/media/image17.jpeg" Id="R53e0d6138b234bbb" /><Relationship Type="http://schemas.openxmlformats.org/officeDocument/2006/relationships/notesSlide" Target="/ppt/notesSlides/notesSlide20.xml" Id="R67b214436de3472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2fa72cc934f5b" /><Relationship Type="http://schemas.openxmlformats.org/officeDocument/2006/relationships/notesSlide" Target="/ppt/notesSlides/notesSlide21.xml" Id="Rd9c826973f7740f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b3a8cc3084466" /><Relationship Type="http://schemas.openxmlformats.org/officeDocument/2006/relationships/image" Target="/ppt/media/image18.jpeg" Id="R4706fe63a6ea46f9" /><Relationship Type="http://schemas.openxmlformats.org/officeDocument/2006/relationships/notesSlide" Target="/ppt/notesSlides/notesSlide22.xml" Id="R22fd6e082019445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8e45320224c55" /><Relationship Type="http://schemas.openxmlformats.org/officeDocument/2006/relationships/notesSlide" Target="/ppt/notesSlides/notesSlide23.xml" Id="Rdbae180e915d498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7f5d35eab42c5" /><Relationship Type="http://schemas.openxmlformats.org/officeDocument/2006/relationships/notesSlide" Target="/ppt/notesSlides/notesSlide24.xml" Id="R13f9f1b2cd55462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65f7a3e6a445c" /><Relationship Type="http://schemas.openxmlformats.org/officeDocument/2006/relationships/image" Target="/ppt/media/image19.jpeg" Id="R1e382c8c49ee4c2b" /><Relationship Type="http://schemas.openxmlformats.org/officeDocument/2006/relationships/notesSlide" Target="/ppt/notesSlides/notesSlide25.xml" Id="R2b21e1a3e0d7456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fbf2c70e9460c" /><Relationship Type="http://schemas.openxmlformats.org/officeDocument/2006/relationships/notesSlide" Target="/ppt/notesSlides/notesSlide26.xml" Id="R23c0afcf9b204fc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b0d6087a4452e" /><Relationship Type="http://schemas.openxmlformats.org/officeDocument/2006/relationships/image" Target="/ppt/media/image20.jpeg" Id="R8ee037d00b4a47dd" /><Relationship Type="http://schemas.openxmlformats.org/officeDocument/2006/relationships/notesSlide" Target="/ppt/notesSlides/notesSlide27.xml" Id="R851396176e0e48c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5e82779294ed8" /><Relationship Type="http://schemas.openxmlformats.org/officeDocument/2006/relationships/notesSlide" Target="/ppt/notesSlides/notesSlide28.xml" Id="Rbdd9d5f3562943d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c00417a324405" /><Relationship Type="http://schemas.openxmlformats.org/officeDocument/2006/relationships/image" Target="/ppt/media/image21.jpeg" Id="Rae9dd514a63e4964" /><Relationship Type="http://schemas.openxmlformats.org/officeDocument/2006/relationships/notesSlide" Target="/ppt/notesSlides/notesSlide29.xml" Id="Rce7988a17d984d6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25e5b0ae94f10" /><Relationship Type="http://schemas.openxmlformats.org/officeDocument/2006/relationships/notesSlide" Target="/ppt/notesSlides/notesSlide30.xml" Id="Rb4e847e2edf043c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b78acf54a44ed" /><Relationship Type="http://schemas.openxmlformats.org/officeDocument/2006/relationships/image" Target="/ppt/media/image22.jpeg" Id="Ree9a1a36e4d74f98" /><Relationship Type="http://schemas.openxmlformats.org/officeDocument/2006/relationships/notesSlide" Target="/ppt/notesSlides/notesSlide31.xml" Id="Re0c9a21aba6240e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081005a264165" /><Relationship Type="http://schemas.openxmlformats.org/officeDocument/2006/relationships/notesSlide" Target="/ppt/notesSlides/notesSlide32.xml" Id="R4be110e7a42a4aa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d2355065d445f" /><Relationship Type="http://schemas.openxmlformats.org/officeDocument/2006/relationships/image" Target="/ppt/media/image23.jpeg" Id="R391a97738a1e4d8a" /><Relationship Type="http://schemas.openxmlformats.org/officeDocument/2006/relationships/notesSlide" Target="/ppt/notesSlides/notesSlide33.xml" Id="R7844582d3ed0484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6950e78464e2a" /><Relationship Type="http://schemas.openxmlformats.org/officeDocument/2006/relationships/notesSlide" Target="/ppt/notesSlides/notesSlide34.xml" Id="Rf6bf13772896404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2d0ab1a094b05" /><Relationship Type="http://schemas.openxmlformats.org/officeDocument/2006/relationships/image" Target="/ppt/media/image24.jpeg" Id="Ra7635d95fc4e4830" /><Relationship Type="http://schemas.openxmlformats.org/officeDocument/2006/relationships/notesSlide" Target="/ppt/notesSlides/notesSlide35.xml" Id="Rca6f51c9cb984cd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2e9cf2b1e4ab8" /><Relationship Type="http://schemas.openxmlformats.org/officeDocument/2006/relationships/notesSlide" Target="/ppt/notesSlides/notesSlide36.xml" Id="Rd9c472109099413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a33cdf7a449ef" /><Relationship Type="http://schemas.openxmlformats.org/officeDocument/2006/relationships/image" Target="/ppt/media/image25.jpeg" Id="Rccf45aef61e74464" /><Relationship Type="http://schemas.openxmlformats.org/officeDocument/2006/relationships/notesSlide" Target="/ppt/notesSlides/notesSlide37.xml" Id="Re0558cd6c97e4d2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e9265aab742b7" /><Relationship Type="http://schemas.openxmlformats.org/officeDocument/2006/relationships/notesSlide" Target="/ppt/notesSlides/notesSlide38.xml" Id="R5b33b2818446422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d1282c0d648d9" /><Relationship Type="http://schemas.openxmlformats.org/officeDocument/2006/relationships/notesSlide" Target="/ppt/notesSlides/notesSlide39.xml" Id="R9d62ba65e7d94fd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4d259f1c74d6c" /><Relationship Type="http://schemas.openxmlformats.org/officeDocument/2006/relationships/image" Target="/ppt/media/image26.jpeg" Id="Rc876e469eec84b2d" /><Relationship Type="http://schemas.openxmlformats.org/officeDocument/2006/relationships/notesSlide" Target="/ppt/notesSlides/notesSlide40.xml" Id="R5db3b3ceabe74fe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452e140f649e6" /><Relationship Type="http://schemas.openxmlformats.org/officeDocument/2006/relationships/notesSlide" Target="/ppt/notesSlides/notesSlide41.xml" Id="R1befd222a5d5413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d9687d288441e" /><Relationship Type="http://schemas.openxmlformats.org/officeDocument/2006/relationships/image" Target="/ppt/media/image27.jpeg" Id="R402bad2527024a4f" /><Relationship Type="http://schemas.openxmlformats.org/officeDocument/2006/relationships/notesSlide" Target="/ppt/notesSlides/notesSlide42.xml" Id="Ra7c7bd3a27184ad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6dcc3f4f04123" /><Relationship Type="http://schemas.openxmlformats.org/officeDocument/2006/relationships/notesSlide" Target="/ppt/notesSlides/notesSlide43.xml" Id="Rc323da91bcab4df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36a5eaafb456d" /><Relationship Type="http://schemas.openxmlformats.org/officeDocument/2006/relationships/image" Target="/ppt/media/image28.jpeg" Id="R1d6539679b044d7f" /><Relationship Type="http://schemas.openxmlformats.org/officeDocument/2006/relationships/notesSlide" Target="/ppt/notesSlides/notesSlide44.xml" Id="R691831bc88ae4c9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670dcfbc344d1" /><Relationship Type="http://schemas.openxmlformats.org/officeDocument/2006/relationships/notesSlide" Target="/ppt/notesSlides/notesSlide45.xml" Id="R4bd0895c3700457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5740775074fb3" /><Relationship Type="http://schemas.openxmlformats.org/officeDocument/2006/relationships/image" Target="/ppt/media/image29.jpeg" Id="Re147fd327c9145a8" /><Relationship Type="http://schemas.openxmlformats.org/officeDocument/2006/relationships/notesSlide" Target="/ppt/notesSlides/notesSlide46.xml" Id="R48232757f918433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c140b146f4152" /><Relationship Type="http://schemas.openxmlformats.org/officeDocument/2006/relationships/notesSlide" Target="/ppt/notesSlides/notesSlide47.xml" Id="R1aebcbe891bf4d2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ddb8f66fa4c95" /><Relationship Type="http://schemas.openxmlformats.org/officeDocument/2006/relationships/image" Target="/ppt/media/image30.jpeg" Id="Rd71f41d40b93492c" /><Relationship Type="http://schemas.openxmlformats.org/officeDocument/2006/relationships/notesSlide" Target="/ppt/notesSlides/notesSlide48.xml" Id="Rd5fd22fd5a33401f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bf80643ee4b65" /><Relationship Type="http://schemas.openxmlformats.org/officeDocument/2006/relationships/notesSlide" Target="/ppt/notesSlides/notesSlide49.xml" Id="R0500ab8100d041f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ae1e1b7c84d4b" /><Relationship Type="http://schemas.openxmlformats.org/officeDocument/2006/relationships/image" Target="/ppt/media/image31.jpeg" Id="R3938e72e580946ad" /><Relationship Type="http://schemas.openxmlformats.org/officeDocument/2006/relationships/notesSlide" Target="/ppt/notesSlides/notesSlide50.xml" Id="R8392b9f56e8d463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67488548a4d42" /><Relationship Type="http://schemas.openxmlformats.org/officeDocument/2006/relationships/notesSlide" Target="/ppt/notesSlides/notesSlide51.xml" Id="Rcf9f5c1919b74f4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13f268bd04da3" /><Relationship Type="http://schemas.openxmlformats.org/officeDocument/2006/relationships/notesSlide" Target="/ppt/notesSlides/notesSlide52.xml" Id="Re188cb1253b4454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2d57dcce14591" /><Relationship Type="http://schemas.openxmlformats.org/officeDocument/2006/relationships/image" Target="/ppt/media/image32.jpeg" Id="R3a01ad8874d2476f" /><Relationship Type="http://schemas.openxmlformats.org/officeDocument/2006/relationships/notesSlide" Target="/ppt/notesSlides/notesSlide53.xml" Id="R5dc924aa7529426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4efbf715140f3" /><Relationship Type="http://schemas.openxmlformats.org/officeDocument/2006/relationships/notesSlide" Target="/ppt/notesSlides/notesSlide54.xml" Id="R64a35a4f06704fb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dc83808f742ad" /><Relationship Type="http://schemas.openxmlformats.org/officeDocument/2006/relationships/image" Target="/ppt/media/image33.jpeg" Id="R7c9660ddc334487e" /><Relationship Type="http://schemas.openxmlformats.org/officeDocument/2006/relationships/notesSlide" Target="/ppt/notesSlides/notesSlide55.xml" Id="Rc460344a381b42d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0ad3aa7794ea1" /><Relationship Type="http://schemas.openxmlformats.org/officeDocument/2006/relationships/notesSlide" Target="/ppt/notesSlides/notesSlide56.xml" Id="R7bbf7d06f8574dc0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b8548fe9449df" /><Relationship Type="http://schemas.openxmlformats.org/officeDocument/2006/relationships/image" Target="/ppt/media/image34.jpeg" Id="R5bee2dfd2f0744e9" /><Relationship Type="http://schemas.openxmlformats.org/officeDocument/2006/relationships/notesSlide" Target="/ppt/notesSlides/notesSlide57.xml" Id="Rf15ad4d480414e71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6bd13393e43f2" /><Relationship Type="http://schemas.openxmlformats.org/officeDocument/2006/relationships/notesSlide" Target="/ppt/notesSlides/notesSlide58.xml" Id="Rb8ec9da12d554488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ca9f19a314e7c" /><Relationship Type="http://schemas.openxmlformats.org/officeDocument/2006/relationships/image" Target="/ppt/media/image35.jpeg" Id="R20929214da82403a" /><Relationship Type="http://schemas.openxmlformats.org/officeDocument/2006/relationships/notesSlide" Target="/ppt/notesSlides/notesSlide59.xml" Id="R33c3fdbaad0349f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1f16f0ce94096" /><Relationship Type="http://schemas.openxmlformats.org/officeDocument/2006/relationships/notesSlide" Target="/ppt/notesSlides/notesSlide60.xml" Id="R1bdc56e80f2b4596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67cae7a1643e5" /><Relationship Type="http://schemas.openxmlformats.org/officeDocument/2006/relationships/image" Target="/ppt/media/image36.jpeg" Id="R7691aa2df92e4343" /><Relationship Type="http://schemas.openxmlformats.org/officeDocument/2006/relationships/notesSlide" Target="/ppt/notesSlides/notesSlide61.xml" Id="Rc246a469d13d40c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dc972420940a2" /><Relationship Type="http://schemas.openxmlformats.org/officeDocument/2006/relationships/notesSlide" Target="/ppt/notesSlides/notesSlide62.xml" Id="R5264ea01181948b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0f6c8604c41a3" /><Relationship Type="http://schemas.openxmlformats.org/officeDocument/2006/relationships/notesSlide" Target="/ppt/notesSlides/notesSlide63.xml" Id="Rc5c40eb04a9a4447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dc786ce014c8d" /><Relationship Type="http://schemas.openxmlformats.org/officeDocument/2006/relationships/image" Target="/ppt/media/image37.jpeg" Id="R6b7a037969ae41eb" /><Relationship Type="http://schemas.openxmlformats.org/officeDocument/2006/relationships/notesSlide" Target="/ppt/notesSlides/notesSlide64.xml" Id="Rac7a0d00f32b4ee9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6400e3d7b4612" /><Relationship Type="http://schemas.openxmlformats.org/officeDocument/2006/relationships/notesSlide" Target="/ppt/notesSlides/notesSlide65.xml" Id="Rbadf8adee2d84a19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1a396763f4f82" /><Relationship Type="http://schemas.openxmlformats.org/officeDocument/2006/relationships/image" Target="/ppt/media/image38.jpeg" Id="Rcea3496e989c4bb5" /><Relationship Type="http://schemas.openxmlformats.org/officeDocument/2006/relationships/notesSlide" Target="/ppt/notesSlides/notesSlide66.xml" Id="Rd89196ad205145a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5e56ad78d4914" /><Relationship Type="http://schemas.openxmlformats.org/officeDocument/2006/relationships/notesSlide" Target="/ppt/notesSlides/notesSlide67.xml" Id="Rf136f43097604c71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a7ea84ffc4e16" /><Relationship Type="http://schemas.openxmlformats.org/officeDocument/2006/relationships/image" Target="/ppt/media/image39.jpeg" Id="R639d969232a04df1" /><Relationship Type="http://schemas.openxmlformats.org/officeDocument/2006/relationships/notesSlide" Target="/ppt/notesSlides/notesSlide68.xml" Id="R94c046df5045406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70deb3905468f" /><Relationship Type="http://schemas.openxmlformats.org/officeDocument/2006/relationships/notesSlide" Target="/ppt/notesSlides/notesSlide69.xml" Id="R623868473e4e499d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5bff11ee24f29" /><Relationship Type="http://schemas.openxmlformats.org/officeDocument/2006/relationships/image" Target="/ppt/media/image40.jpeg" Id="Rd0a7c66b5042407d" /><Relationship Type="http://schemas.openxmlformats.org/officeDocument/2006/relationships/notesSlide" Target="/ppt/notesSlides/notesSlide70.xml" Id="Rf2dba44c4c2e4a5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605076a0b4cc0" /><Relationship Type="http://schemas.openxmlformats.org/officeDocument/2006/relationships/notesSlide" Target="/ppt/notesSlides/notesSlide71.xml" Id="Rbf7dc7d0b10749b3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7094a0f78482f" /><Relationship Type="http://schemas.openxmlformats.org/officeDocument/2006/relationships/image" Target="/ppt/media/image41.jpeg" Id="R45e10cc3dc9c4be6" /><Relationship Type="http://schemas.openxmlformats.org/officeDocument/2006/relationships/notesSlide" Target="/ppt/notesSlides/notesSlide72.xml" Id="R0126f8f4f276477c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74f765e184fb5" /><Relationship Type="http://schemas.openxmlformats.org/officeDocument/2006/relationships/notesSlide" Target="/ppt/notesSlides/notesSlide73.xml" Id="R099dd5cddf0d4132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fb5bdc39d4214" /><Relationship Type="http://schemas.openxmlformats.org/officeDocument/2006/relationships/image" Target="/ppt/media/image42.jpeg" Id="R423859e85f124f2d" /><Relationship Type="http://schemas.openxmlformats.org/officeDocument/2006/relationships/notesSlide" Target="/ppt/notesSlides/notesSlide74.xml" Id="Re25509759f214831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d173435414fd9" /><Relationship Type="http://schemas.openxmlformats.org/officeDocument/2006/relationships/notesSlide" Target="/ppt/notesSlides/notesSlide75.xml" Id="R2101ddacd701414c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3e62867964f0f" /><Relationship Type="http://schemas.openxmlformats.org/officeDocument/2006/relationships/image" Target="/ppt/media/image43.jpeg" Id="R48682d2b940849ce" /><Relationship Type="http://schemas.openxmlformats.org/officeDocument/2006/relationships/notesSlide" Target="/ppt/notesSlides/notesSlide76.xml" Id="R3e1b818c6a314736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47f9f78ba4441" /><Relationship Type="http://schemas.openxmlformats.org/officeDocument/2006/relationships/notesSlide" Target="/ppt/notesSlides/notesSlide77.xml" Id="Re0e25a236f18478f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3bf319ecf4c28" /><Relationship Type="http://schemas.openxmlformats.org/officeDocument/2006/relationships/image" Target="/ppt/media/image44.jpeg" Id="R49c6796b917d4629" /><Relationship Type="http://schemas.openxmlformats.org/officeDocument/2006/relationships/notesSlide" Target="/ppt/notesSlides/notesSlide78.xml" Id="R5da37336f15a470a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9ee5408ad4ce2" /><Relationship Type="http://schemas.openxmlformats.org/officeDocument/2006/relationships/notesSlide" Target="/ppt/notesSlides/notesSlide79.xml" Id="R0486f2e7f4654651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8aa06c18f4fa1" /><Relationship Type="http://schemas.openxmlformats.org/officeDocument/2006/relationships/image" Target="/ppt/media/image45.jpeg" Id="Ra01db11ae0034aba" /><Relationship Type="http://schemas.openxmlformats.org/officeDocument/2006/relationships/notesSlide" Target="/ppt/notesSlides/notesSlide80.xml" Id="R168aeb4335494e48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82c4fd91b402c" /><Relationship Type="http://schemas.openxmlformats.org/officeDocument/2006/relationships/notesSlide" Target="/ppt/notesSlides/notesSlide81.xml" Id="R3999b3a4dd5143fd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0100d95a94877" /><Relationship Type="http://schemas.openxmlformats.org/officeDocument/2006/relationships/image" Target="/ppt/media/image46.jpeg" Id="R8da2bd484c654927" /><Relationship Type="http://schemas.openxmlformats.org/officeDocument/2006/relationships/notesSlide" Target="/ppt/notesSlides/notesSlide82.xml" Id="Re281f973908a4a9b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b5fd1621b425e" /><Relationship Type="http://schemas.openxmlformats.org/officeDocument/2006/relationships/notesSlide" Target="/ppt/notesSlides/notesSlide83.xml" Id="R6fef4192077e427a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48aee01fe45cd" /><Relationship Type="http://schemas.openxmlformats.org/officeDocument/2006/relationships/image" Target="/ppt/media/image47.jpeg" Id="R9d2c3c427fb3404c" /><Relationship Type="http://schemas.openxmlformats.org/officeDocument/2006/relationships/notesSlide" Target="/ppt/notesSlides/notesSlide84.xml" Id="R9fb3ac024a874ed0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e1c3e3f4b4c0d" /><Relationship Type="http://schemas.openxmlformats.org/officeDocument/2006/relationships/notesSlide" Target="/ppt/notesSlides/notesSlide85.xml" Id="R19e81e3d7be24c65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b80d399704c40" /><Relationship Type="http://schemas.openxmlformats.org/officeDocument/2006/relationships/notesSlide" Target="/ppt/notesSlides/notesSlide86.xml" Id="R4d2503cd62a144b5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6cffa00104381" /><Relationship Type="http://schemas.openxmlformats.org/officeDocument/2006/relationships/image" Target="/ppt/media/image48.jpeg" Id="R3eda58dff23641b4" /><Relationship Type="http://schemas.openxmlformats.org/officeDocument/2006/relationships/notesSlide" Target="/ppt/notesSlides/notesSlide87.xml" Id="Rb32919a1480a4c65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4f82d8df946ed" /><Relationship Type="http://schemas.openxmlformats.org/officeDocument/2006/relationships/notesSlide" Target="/ppt/notesSlides/notesSlide88.xml" Id="Rc0d967b33c374e2a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603c5e0e74fd2" /><Relationship Type="http://schemas.openxmlformats.org/officeDocument/2006/relationships/image" Target="/ppt/media/image49.jpeg" Id="Rcc889256e40346eb" /><Relationship Type="http://schemas.openxmlformats.org/officeDocument/2006/relationships/notesSlide" Target="/ppt/notesSlides/notesSlide89.xml" Id="Rf1ca9281418f44e6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e5485f9a34145" /><Relationship Type="http://schemas.openxmlformats.org/officeDocument/2006/relationships/notesSlide" Target="/ppt/notesSlides/notesSlide90.xml" Id="Rb373e7c083674393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19c22d2794ce4" /><Relationship Type="http://schemas.openxmlformats.org/officeDocument/2006/relationships/image" Target="/ppt/media/image50.jpeg" Id="Rb5d0b5a5952f465f" /><Relationship Type="http://schemas.openxmlformats.org/officeDocument/2006/relationships/notesSlide" Target="/ppt/notesSlides/notesSlide91.xml" Id="R5b4195be87ec4139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22c011fc845a1" /><Relationship Type="http://schemas.openxmlformats.org/officeDocument/2006/relationships/notesSlide" Target="/ppt/notesSlides/notesSlide92.xml" Id="R4657498f5bf44699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21071450343b8" /><Relationship Type="http://schemas.openxmlformats.org/officeDocument/2006/relationships/image" Target="/ppt/media/image51.jpeg" Id="R5b1f8463417b4793" /><Relationship Type="http://schemas.openxmlformats.org/officeDocument/2006/relationships/notesSlide" Target="/ppt/notesSlides/notesSlide93.xml" Id="R17ccadc569f3425b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35d0c9876420d" /><Relationship Type="http://schemas.openxmlformats.org/officeDocument/2006/relationships/notesSlide" Target="/ppt/notesSlides/notesSlide94.xml" Id="R83e553e0cd754e5a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74d484cff4053" /><Relationship Type="http://schemas.openxmlformats.org/officeDocument/2006/relationships/image" Target="/ppt/media/image52.jpeg" Id="R9fbd9b4c74524400" /><Relationship Type="http://schemas.openxmlformats.org/officeDocument/2006/relationships/notesSlide" Target="/ppt/notesSlides/notesSlide95.xml" Id="R3b6e0182999d4036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bfd70766b40b4" /><Relationship Type="http://schemas.openxmlformats.org/officeDocument/2006/relationships/notesSlide" Target="/ppt/notesSlides/notesSlide96.xml" Id="R862dcf8e80e84340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d3baf3eb44a5a" /><Relationship Type="http://schemas.openxmlformats.org/officeDocument/2006/relationships/image" Target="/ppt/media/image53.jpeg" Id="R018563aff4294671" /><Relationship Type="http://schemas.openxmlformats.org/officeDocument/2006/relationships/notesSlide" Target="/ppt/notesSlides/notesSlide97.xml" Id="R248b4682e6564057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0cc8ef206472e" /><Relationship Type="http://schemas.openxmlformats.org/officeDocument/2006/relationships/notesSlide" Target="/ppt/notesSlides/notesSlide98.xml" Id="R8316b01f53524b2d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1cdfb565d4869" /><Relationship Type="http://schemas.openxmlformats.org/officeDocument/2006/relationships/notesSlide" Target="/ppt/notesSlides/notesSlide99.xml" Id="Rf85906dace1545c1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133d4fff34c61" /><Relationship Type="http://schemas.openxmlformats.org/officeDocument/2006/relationships/image" Target="/ppt/media/image54.jpeg" Id="R99e3a644df874968" /><Relationship Type="http://schemas.openxmlformats.org/officeDocument/2006/relationships/notesSlide" Target="/ppt/notesSlides/notesSlide100.xml" Id="R69387bf0509345d4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27b285df24203" /><Relationship Type="http://schemas.openxmlformats.org/officeDocument/2006/relationships/notesSlide" Target="/ppt/notesSlides/notesSlide101.xml" Id="Ra3f1a8ab21364339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30d22eaaa45f3" /><Relationship Type="http://schemas.openxmlformats.org/officeDocument/2006/relationships/image" Target="/ppt/media/image55.jpeg" Id="Rce404eb0a0d24a49" /><Relationship Type="http://schemas.openxmlformats.org/officeDocument/2006/relationships/notesSlide" Target="/ppt/notesSlides/notesSlide102.xml" Id="R379a9803bf5c4238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566947ce74be5" /><Relationship Type="http://schemas.openxmlformats.org/officeDocument/2006/relationships/notesSlide" Target="/ppt/notesSlides/notesSlide103.xml" Id="R6f50df915a454b47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2548161354e31" /><Relationship Type="http://schemas.openxmlformats.org/officeDocument/2006/relationships/image" Target="/ppt/media/image56.jpeg" Id="Radf583afac9a445d" /><Relationship Type="http://schemas.openxmlformats.org/officeDocument/2006/relationships/notesSlide" Target="/ppt/notesSlides/notesSlide104.xml" Id="R824dee1a71664d5e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02ee6f4024f5f" /><Relationship Type="http://schemas.openxmlformats.org/officeDocument/2006/relationships/notesSlide" Target="/ppt/notesSlides/notesSlide105.xml" Id="Rbeb265c1f2434d89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bf6efe13c4d08" /><Relationship Type="http://schemas.openxmlformats.org/officeDocument/2006/relationships/image" Target="/ppt/media/image57.jpeg" Id="R084b58401ff44527" /><Relationship Type="http://schemas.openxmlformats.org/officeDocument/2006/relationships/notesSlide" Target="/ppt/notesSlides/notesSlide106.xml" Id="R74b4c43a8f00471b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4c5905cba4838" /><Relationship Type="http://schemas.openxmlformats.org/officeDocument/2006/relationships/notesSlide" Target="/ppt/notesSlides/notesSlide107.xml" Id="R3c435fbd216c4361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09479553b47da" /><Relationship Type="http://schemas.openxmlformats.org/officeDocument/2006/relationships/image" Target="/ppt/media/image58.jpeg" Id="R6010fbab87db4b00" /><Relationship Type="http://schemas.openxmlformats.org/officeDocument/2006/relationships/notesSlide" Target="/ppt/notesSlides/notesSlide108.xml" Id="Re4c6c7614a58469f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218c6d0c74262" /><Relationship Type="http://schemas.openxmlformats.org/officeDocument/2006/relationships/notesSlide" Target="/ppt/notesSlides/notesSlide109.xml" Id="R08c40c635dec480f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5b3df50254cea" /><Relationship Type="http://schemas.openxmlformats.org/officeDocument/2006/relationships/image" Target="/ppt/media/image59.jpeg" Id="R9425c29ce8d641e8" /><Relationship Type="http://schemas.openxmlformats.org/officeDocument/2006/relationships/notesSlide" Target="/ppt/notesSlides/notesSlide110.xml" Id="R045bec9ab99048f7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bfd95fd6c49e7" /><Relationship Type="http://schemas.openxmlformats.org/officeDocument/2006/relationships/notesSlide" Target="/ppt/notesSlides/notesSlide111.xml" Id="R86f63016747a42f2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5ead1ba6e4c19" /><Relationship Type="http://schemas.openxmlformats.org/officeDocument/2006/relationships/image" Target="/ppt/media/image60.jpeg" Id="R1e6f9e32b1b64f48" /><Relationship Type="http://schemas.openxmlformats.org/officeDocument/2006/relationships/notesSlide" Target="/ppt/notesSlides/notesSlide112.xml" Id="Rfa54dae6e25548dc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d22ec936b49ae" /><Relationship Type="http://schemas.openxmlformats.org/officeDocument/2006/relationships/notesSlide" Target="/ppt/notesSlides/notesSlide113.xml" Id="R69d1d869133b4821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9fa8bc6a94e12" /><Relationship Type="http://schemas.openxmlformats.org/officeDocument/2006/relationships/image" Target="/ppt/media/image61.jpeg" Id="Rb71346681ae9493f" /><Relationship Type="http://schemas.openxmlformats.org/officeDocument/2006/relationships/notesSlide" Target="/ppt/notesSlides/notesSlide114.xml" Id="Rcb295e3088bd4188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4755412664db8" /><Relationship Type="http://schemas.openxmlformats.org/officeDocument/2006/relationships/notesSlide" Target="/ppt/notesSlides/notesSlide115.xml" Id="Rb724808fbcc14b9d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3cc2cb6274a32" /><Relationship Type="http://schemas.openxmlformats.org/officeDocument/2006/relationships/image" Target="/ppt/media/image62.jpeg" Id="Rac851157a90e46bb" /><Relationship Type="http://schemas.openxmlformats.org/officeDocument/2006/relationships/notesSlide" Target="/ppt/notesSlides/notesSlide116.xml" Id="R1fe1a69e860e4a77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04b038d544010" /><Relationship Type="http://schemas.openxmlformats.org/officeDocument/2006/relationships/notesSlide" Target="/ppt/notesSlides/notesSlide117.xml" Id="Ra78f21fe68364047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b4fe80dc34f02" /><Relationship Type="http://schemas.openxmlformats.org/officeDocument/2006/relationships/image" Target="/ppt/media/image63.jpeg" Id="Ra00602c690154976" /><Relationship Type="http://schemas.openxmlformats.org/officeDocument/2006/relationships/notesSlide" Target="/ppt/notesSlides/notesSlide118.xml" Id="R2336350fdbbf4db3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458798c97493c" /><Relationship Type="http://schemas.openxmlformats.org/officeDocument/2006/relationships/notesSlide" Target="/ppt/notesSlides/notesSlide119.xml" Id="R65a40a6a95cb48b8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6f39a099f4938" /><Relationship Type="http://schemas.openxmlformats.org/officeDocument/2006/relationships/notesSlide" Target="/ppt/notesSlides/notesSlide120.xml" Id="R93f58d2a564b43c2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e6fb1550a4528" /><Relationship Type="http://schemas.openxmlformats.org/officeDocument/2006/relationships/notesSlide" Target="/ppt/notesSlides/notesSlide121.xml" Id="Rd17242c26cad437f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577953da14d39" /><Relationship Type="http://schemas.openxmlformats.org/officeDocument/2006/relationships/notesSlide" Target="/ppt/notesSlides/notesSlide122.xml" Id="R9c3006a680984598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77d2d06764649" /><Relationship Type="http://schemas.openxmlformats.org/officeDocument/2006/relationships/notesSlide" Target="/ppt/notesSlides/notesSlide123.xml" Id="R9689810b0d274822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2f95cc3e64afa" /><Relationship Type="http://schemas.openxmlformats.org/officeDocument/2006/relationships/notesSlide" Target="/ppt/notesSlides/notesSlide124.xml" Id="R3e5d77241d824276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dc57bffce4262" /><Relationship Type="http://schemas.openxmlformats.org/officeDocument/2006/relationships/notesSlide" Target="/ppt/notesSlides/notesSlide125.xml" Id="R8fb3c934062b431b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50dc9e4014def" /><Relationship Type="http://schemas.openxmlformats.org/officeDocument/2006/relationships/notesSlide" Target="/ppt/notesSlides/notesSlide126.xml" Id="R1f4e40369a1c429d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4f5944c9a494c" /><Relationship Type="http://schemas.openxmlformats.org/officeDocument/2006/relationships/notesSlide" Target="/ppt/notesSlides/notesSlide127.xml" Id="Rcb021bfa3c4b40a3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f3d406990431b" /><Relationship Type="http://schemas.openxmlformats.org/officeDocument/2006/relationships/notesSlide" Target="/ppt/notesSlides/notesSlide128.xml" Id="R4ed7809f206d4b67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b4f81cbee4965" /><Relationship Type="http://schemas.openxmlformats.org/officeDocument/2006/relationships/notesSlide" Target="/ppt/notesSlides/notesSlide129.xml" Id="R970120faf23c49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08765-9DAB-467B-AA68-799F7D70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BÖWE TECHNICAL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862C0-3155-47BF-BFB2-746CD29D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7CE90-37F1-4F8F-8248-F1E487E5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Multisolvent dry-cleaning machine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15801-AFD8-4937-A2AA-D8ABD910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Operation • Safety • Functional Systems • Preventive Maintenance • Troubleshooting • Spare Parts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EDF28-B168-4E46-A497-E1FE2D99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563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4bc9974fc4332"/>
          <a:stretch xmlns:a="http://schemas.openxmlformats.org/drawingml/2006/main"/>
        </p:blipFill>
        <p:spPr>
          <a:xfrm xmlns:a="http://schemas.openxmlformats.org/drawingml/2006/main">
            <a:off x="7299916" y="523875"/>
            <a:ext cx="4164419" cy="5715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E6A8F-B51D-4824-BFCD-5E4C875E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53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114 SLIDES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A060B-E30C-40EA-8738-B6D25DF5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Sajjad's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929938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FD22E-654D-4371-A6C4-201805FC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C6235-ACF0-4F83-B92B-577755D6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Photo atlas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8612D-C521-441C-8724-2975FF45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Real BÖWE machine and component photographs for technician orientation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2BA26-7BEB-44ED-9D34-BDD4EFE5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002</a:t>
            </a:r>
          </a:p>
        </p:txBody>
      </p:sp>
    </p:spTree>
    <p:extLst>
      <p:ext uri="{BB962C8B-B14F-4D97-AF65-F5344CB8AC3E}">
        <p14:creationId xmlns:p14="http://schemas.microsoft.com/office/powerpoint/2010/main" val="226027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E4454-CBC5-4682-8C62-B7D624FB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ADCF8-0EDA-4FBD-BA77-A512ADB8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BÖWE M30 — complete physical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F6027-37B2-4E95-9919-8B9F6AA9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996a823ec4898"/>
          <a:stretch xmlns:a="http://schemas.openxmlformats.org/drawingml/2006/main"/>
        </p:blipFill>
        <p:spPr>
          <a:xfrm xmlns:a="http://schemas.openxmlformats.org/drawingml/2006/main">
            <a:off x="2008017" y="1828800"/>
            <a:ext cx="4013541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6F86D-2F2B-4D22-80FE-E7B8B9A4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09B1F-0BC3-4994-B401-652F9E92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Front loading door, drum and control interface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Three lower tank sight-glasses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CrossLine process equipment is positioned behind/beside the drum module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1EDD6-080E-484A-B61A-CD61E3C9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09E2C-B8A2-485C-95EB-386B6DEC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4F55C-E1C6-458C-B299-6E9B34E6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A90DD-366D-40EB-BA90-74852582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003</a:t>
            </a:r>
          </a:p>
        </p:txBody>
      </p:sp>
    </p:spTree>
    <p:extLst>
      <p:ext uri="{BB962C8B-B14F-4D97-AF65-F5344CB8AC3E}">
        <p14:creationId xmlns:p14="http://schemas.microsoft.com/office/powerpoint/2010/main" val="1519288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0DFA0-CD5B-42E4-A82F-9D8C2116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191E-3DE1-4AA8-8ACF-F5DCE0D2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M30 rear service side — physical system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7ACDB-EEA2-423B-8010-7AAAB7E1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3f97e664442fe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908EF-C864-4317-B68A-F2DEB63D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CA667-BE35-49C3-AD21-66E3EDCB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Identify service access before isolation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Trace pumps, piping, filters, air system and distillation interfaces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 not infer valve function from appearance alone—use the current schematic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10819-E2FA-4830-8F63-F45EA126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0F503-1D09-4CD7-BB9B-4ABE22CF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10267-4DDD-4074-BFA4-EAF4AF5C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A8422-AF94-4B21-846A-636132C7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004</a:t>
            </a:r>
          </a:p>
        </p:txBody>
      </p:sp>
    </p:spTree>
    <p:extLst>
      <p:ext uri="{BB962C8B-B14F-4D97-AF65-F5344CB8AC3E}">
        <p14:creationId xmlns:p14="http://schemas.microsoft.com/office/powerpoint/2010/main" val="800401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2B245-B652-4167-BBED-3AB7000E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68115-D57E-4502-A15E-9789B4FA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Loading door, seal and drum opening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DDF64-AD39-4466-8D46-68573D16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e5d966be94a96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6BF7F-8DDC-4B54-888C-5DFCFA6B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937E6-FBD5-4FC9-A641-EA1519FB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gasket condition and seating surface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Check hinge, handle and interlock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Never bypass the loading-door safety circuit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83A18-2010-4FF5-AE9A-9908F585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7C472-6A94-4D71-80E4-05F4345A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DC6EC-4A0A-49FC-B80C-E19E7FAF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AE90F-AA60-491C-A56A-09A23525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005</a:t>
            </a:r>
          </a:p>
        </p:txBody>
      </p:sp>
    </p:spTree>
    <p:extLst>
      <p:ext uri="{BB962C8B-B14F-4D97-AF65-F5344CB8AC3E}">
        <p14:creationId xmlns:p14="http://schemas.microsoft.com/office/powerpoint/2010/main" val="1334704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3183C-41CD-4F65-9EF5-54A83B31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9FE57-41BE-416B-8BC9-690C6449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Lint filter — physical maintenance component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61252-F7D3-4439-ADE9-51EFC512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39cc665c84cc7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1E5CF-CD11-4A0F-98F4-82ABF7FC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6721A-0623-4C6A-B35E-BE5A6ADA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Remove lint at the OEM/site interval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mesh, seals and correct seating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Restriction increases drying time and thermal 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89FF5-D701-4FBB-AE57-5BC44B0B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78C05-9835-4BA1-979D-10D1F0A0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B4294-AC94-4B8D-B7F6-AFCAC2B5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A19C0-D9EE-446B-9D4C-070F8B28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006</a:t>
            </a:r>
          </a:p>
        </p:txBody>
      </p:sp>
    </p:spTree>
    <p:extLst>
      <p:ext uri="{BB962C8B-B14F-4D97-AF65-F5344CB8AC3E}">
        <p14:creationId xmlns:p14="http://schemas.microsoft.com/office/powerpoint/2010/main" val="1444645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12BA4-A2E7-44E6-9313-74259A84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772A3-BEBC-4491-9FC5-45396259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Button trap basket and low-level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0AADC-43E2-4118-9DB5-1ADB73E8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35c238b3b414b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651D9-3A92-4C58-9A2F-239DB4C8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1D45F-0B49-4829-8CA6-87569197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Remove coins, needles, buttons and lint safely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additional bottom mesh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basket seating and sensor condition before restart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E334B-1F2B-4E67-835F-CC46B626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AB883-F8AD-4119-997A-9845C664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945B0-2B9E-463E-9104-9934AC33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390F3-74FA-4AB3-B792-8F069B7B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007</a:t>
            </a:r>
          </a:p>
        </p:txBody>
      </p:sp>
    </p:spTree>
    <p:extLst>
      <p:ext uri="{BB962C8B-B14F-4D97-AF65-F5344CB8AC3E}">
        <p14:creationId xmlns:p14="http://schemas.microsoft.com/office/powerpoint/2010/main" val="5363955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4D90E-471C-4EEC-9486-C518E0D1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30DF8-CC58-48C5-AAB9-BE2580E4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Lint filter and button-trap installed 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21FAA-1696-491D-B461-8CAFE53F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1f29433264d55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C5D8E-E611-4414-BF58-9ECF4AA9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EE349-53D4-4324-B90D-B1497A96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Locate the assembly on the actual machine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Identify connected hoses, valves and access clearances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Isolate and verify safe condition before opening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D0CFF-C116-4D9E-AA53-D24BAD49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B6C5C-0F4E-456D-A456-ED3FA4C1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C43E6-F2E3-463D-8352-ED9C3925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55174-DD22-437C-881B-827DD945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008</a:t>
            </a:r>
          </a:p>
        </p:txBody>
      </p:sp>
    </p:spTree>
    <p:extLst>
      <p:ext uri="{BB962C8B-B14F-4D97-AF65-F5344CB8AC3E}">
        <p14:creationId xmlns:p14="http://schemas.microsoft.com/office/powerpoint/2010/main" val="9617942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8BE65-1806-49B5-8E1C-F44E80CB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9FD1F-B4E3-4660-8FCE-A4C1AE6A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Air blower and drive assembly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BF1B3-AE17-48E8-A089-D55742BA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402248bbe4978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095EE-A20D-4E03-BB43-51F1F762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67900-DFCB-4EA5-B1C1-E3A807D9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motor, fan housing and mountings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Check abnormal noise, heat and vibration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Verify guards and isolation before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F86BB-04DF-4455-833C-65BC4C5F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70026-AE53-45AC-8902-A1390890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EB01A-8040-463A-AC6D-FEE03B4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A79CC-F536-4DEF-B6B7-089E5046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009</a:t>
            </a:r>
          </a:p>
        </p:txBody>
      </p:sp>
    </p:spTree>
    <p:extLst>
      <p:ext uri="{BB962C8B-B14F-4D97-AF65-F5344CB8AC3E}">
        <p14:creationId xmlns:p14="http://schemas.microsoft.com/office/powerpoint/2010/main" val="12804781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2B3FA-A36C-4BCD-BEC0-47D7C50B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BDE0A-9596-4DE9-A4CC-8C7BEC8A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Dynamic drying-airflow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14A36-987B-4E5A-AD6B-2D219AD1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58b266f1045f9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D5516-2C6F-46AD-8950-06E0816D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7970F-52A9-4C60-9B4B-24BAF804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Trace airflow through filter, heater and recovery 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flexible connections and sealing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Poor airflow extends drying and solvent-recovery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D9FD8-035F-4CF6-8E45-DCE2BE71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83D0E-2FCA-454D-A1E0-B4255917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8B79D-E5A3-4A6E-AB12-EFDC58B5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2A3DE-C5D5-46F0-9748-5E09F745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</p:spTree>
    <p:extLst>
      <p:ext uri="{BB962C8B-B14F-4D97-AF65-F5344CB8AC3E}">
        <p14:creationId xmlns:p14="http://schemas.microsoft.com/office/powerpoint/2010/main" val="15499385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E9FE4-34E2-4738-B6F3-4588B990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FAE49-68B9-4435-8924-A71E799C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Distillation unit — physical assembly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F94B0-350D-4DD4-9519-A98E3746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b004b247f46ca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20206-02D6-430D-AE03-518E0F54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A7682-0E02-4DC5-A294-9F1A93E8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Identify still body, access and connected pipework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Allow complete cooling before maintenance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Residues require controlled hazardous-waste handling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99BED-8AD9-444C-86E2-F505B263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31613-CD7A-415D-940D-99969079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1FA93-D430-4C66-B29A-F189016C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8E42B-0E4A-43C5-9AB2-3C7B5CE8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011</a:t>
            </a:r>
          </a:p>
        </p:txBody>
      </p:sp>
    </p:spTree>
    <p:extLst>
      <p:ext uri="{BB962C8B-B14F-4D97-AF65-F5344CB8AC3E}">
        <p14:creationId xmlns:p14="http://schemas.microsoft.com/office/powerpoint/2010/main" val="17026546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423CF-587E-4482-B6F7-DAEB3094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160F9-F70F-4536-9B3B-33BB006F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Self-cleaning solvent tank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EE4CD-F95C-42C0-A608-E548BE20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d5d88ddad451e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5C46D-106A-4BF6-8F9C-CAA6D1F0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4D659-D6D0-468A-8A1F-D1A9EB7B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tank duty using the installed schematic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sight-glass, level sensing and leakage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 not open or enter a tank without the approved procedure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283C7-2874-4447-A266-B598A7C4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19A30-3000-4319-876A-47D753CE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DED5D-6F9A-45A5-8C92-BC23104A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35880-0D78-4DA8-A2E8-78189FB0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012</a:t>
            </a:r>
          </a:p>
        </p:txBody>
      </p:sp>
    </p:spTree>
    <p:extLst>
      <p:ext uri="{BB962C8B-B14F-4D97-AF65-F5344CB8AC3E}">
        <p14:creationId xmlns:p14="http://schemas.microsoft.com/office/powerpoint/2010/main" val="2555628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D4CF4-30DA-45A4-8F8C-DADD978A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350BA-C134-4705-933D-AC78354E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Water separator — physical component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3C3F7-6575-4011-9369-8E087E84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7a660b492474f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9D2CF-5B3F-4B82-A1CF-B4C8BC96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777FF-3DD6-4D91-AADD-862E7C5F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phase separation through the viewing area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Check hoses, valves, sensor and signs of contamination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Follow the automatic/manual maintenance sequence exactly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42F08-3CBA-4128-90BC-9AC6DF1A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37A6A-33A1-43A1-8C49-357E0206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93DC9-B8F4-4F66-9E47-D488478A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564AA-A9C7-4295-A5E7-9C25CEEE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013</a:t>
            </a:r>
          </a:p>
        </p:txBody>
      </p:sp>
    </p:spTree>
    <p:extLst>
      <p:ext uri="{BB962C8B-B14F-4D97-AF65-F5344CB8AC3E}">
        <p14:creationId xmlns:p14="http://schemas.microsoft.com/office/powerpoint/2010/main" val="8237475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A35E3-7188-4F0A-A42F-FC523B0B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5F325-0FC8-45A1-B293-E7EE4FA9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Drying controller capacitive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57314-0CCD-4CD8-B831-BACB2D78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5dee089224ee6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78543-6C3B-4D96-9545-C5AF19EC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08310-B405-4FAA-90CA-98F332B1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Keep the sensor face clean and correctly positioned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cable and connector condition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readings against cycle behaviour before replacement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81FBA-2099-4955-8E06-B1DC6711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2589D-CDFD-4612-8B78-7876A1FB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A1608-45E6-462A-8028-72E57563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3C8BF-C36A-4A3B-A5A1-55629498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014</a:t>
            </a:r>
          </a:p>
        </p:txBody>
      </p:sp>
    </p:spTree>
    <p:extLst>
      <p:ext uri="{BB962C8B-B14F-4D97-AF65-F5344CB8AC3E}">
        <p14:creationId xmlns:p14="http://schemas.microsoft.com/office/powerpoint/2010/main" val="9251594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368F1-4778-4036-8286-F3A21500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89DD5-7E97-4F9D-8D6E-FBDB8725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Solvent turbidity measurement component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6F5F6-E606-4119-BE1F-F7789E0E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a314ff781416a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488F3-3C0C-4379-84C7-0DDCE064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EEB27-BB4F-4294-84FC-EF376147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Keep optical surfaces clean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readings with solvent condition and filtration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Verify calibration/diagnostic evidence before condemning the sensor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E4CE7-E6A3-41DB-8495-AEB3FB46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3A5D9-458D-49C6-BE26-0843BA39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3B7FA-DCA6-4214-A9A9-D7C5FDC5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C649D-D676-49D4-978F-44E54AA3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015</a:t>
            </a:r>
          </a:p>
        </p:txBody>
      </p:sp>
    </p:spTree>
    <p:extLst>
      <p:ext uri="{BB962C8B-B14F-4D97-AF65-F5344CB8AC3E}">
        <p14:creationId xmlns:p14="http://schemas.microsoft.com/office/powerpoint/2010/main" val="12417063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57B12-6783-4897-B7A1-8ABD6C13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66CAE-0166-4FE7-87EA-227BF1A9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Maintenance access — components behind panels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3B1E2-9C1F-4ED1-8AD3-C3C3443E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617b1467043fb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E9EBC-37EB-45B8-A024-2F6CB0DB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41219-7418-474A-9C7D-D667D7E8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Remove panels only after verified isolation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Maintain clear access and good housekeeping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Reinstall guards, covers and fasteners before test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DD4BB-8A03-4BBC-BBE7-BAF5EB48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351E9-7D73-41CB-AD91-1E3DB330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956B9-91BF-4AC5-85CD-2B0192BC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2317D-AF93-488F-B5B1-994AAEAC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016</a:t>
            </a:r>
          </a:p>
        </p:txBody>
      </p:sp>
    </p:spTree>
    <p:extLst>
      <p:ext uri="{BB962C8B-B14F-4D97-AF65-F5344CB8AC3E}">
        <p14:creationId xmlns:p14="http://schemas.microsoft.com/office/powerpoint/2010/main" val="6119241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CE18C-B427-4433-A198-3F78DC5A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E9ECA-978C-422E-8077-417DD0BC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C80C0-B357-4C9A-A11E-889B56DB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7B3A8-8C45-4D88-8CFD-6531A805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017</a:t>
            </a:r>
          </a:p>
        </p:txBody>
      </p:sp>
    </p:spTree>
    <p:extLst>
      <p:ext uri="{BB962C8B-B14F-4D97-AF65-F5344CB8AC3E}">
        <p14:creationId xmlns:p14="http://schemas.microsoft.com/office/powerpoint/2010/main" val="15037594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EFBBB-13BE-49BA-9AF7-12DAF805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0F1DC-9603-45C2-814C-606A957A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How to use this training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E5E03-295C-4BF8-A3F6-698CB974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d17db923f4d33"/>
          <a:stretch xmlns:a="http://schemas.openxmlformats.org/drawingml/2006/main"/>
        </p:blipFill>
        <p:spPr>
          <a:xfrm xmlns:a="http://schemas.openxmlformats.org/drawingml/2006/main">
            <a:off x="666750" y="2093623"/>
            <a:ext cx="6934200" cy="335655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F1399-A7AA-456B-9F63-5B23956F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8CCA1-570A-4C6A-AB84-28185947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4A55D-540E-41B4-AEB1-0C9B8BCB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F7848-C070-40BC-A739-C57AF51D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Capture questions and configuration gaps before practical assessment.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1F1C7-1704-4DA3-A7A2-91618423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8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D50B8-DB4B-45E7-B272-5DC36036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BEF6B-4D5A-4E0F-9176-89CD4BFD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Orientation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59EF4-DD87-4BE7-BAEF-4DF5D102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018</a:t>
            </a:r>
          </a:p>
        </p:txBody>
      </p:sp>
    </p:spTree>
    <p:extLst>
      <p:ext uri="{BB962C8B-B14F-4D97-AF65-F5344CB8AC3E}">
        <p14:creationId xmlns:p14="http://schemas.microsoft.com/office/powerpoint/2010/main" val="18010301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30BFE-4456-49D3-9A80-B9D3C06F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1DE0D-B638-4E94-9B04-01B52903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Learning outcomes for technicians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7E574-A61B-4642-B3CD-D7D40D6D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CB751-4B7A-45BE-B7A8-0D315CB9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this topic to connect learning outcomes for technicians with safe daily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A3C13-F230-49A3-AD24-0564DBA0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4BB81-1CEC-4117-BACC-534DCA1B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52AE8-DD72-4F0F-9580-00F279F5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Capture questions and configuration gaps before practical assessment.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283EB-1729-42C5-8C42-7B8526F1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89290-2A18-4AA2-9BA6-51108D43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Orientation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795EE-9B38-4C60-9379-3326D73D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019</a:t>
            </a:r>
          </a:p>
        </p:txBody>
      </p:sp>
    </p:spTree>
    <p:extLst>
      <p:ext uri="{BB962C8B-B14F-4D97-AF65-F5344CB8AC3E}">
        <p14:creationId xmlns:p14="http://schemas.microsoft.com/office/powerpoint/2010/main" val="14711909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8EA74-C789-488F-8C9C-09842D41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2EC4C-5014-4D16-AF52-56328A4D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Training scope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F69F4-FE4E-45DF-9095-40C1F19E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0d6138b234bbb"/>
          <a:stretch xmlns:a="http://schemas.openxmlformats.org/drawingml/2006/main"/>
        </p:blipFill>
        <p:spPr>
          <a:xfrm xmlns:a="http://schemas.openxmlformats.org/drawingml/2006/main">
            <a:off x="2859820" y="1885950"/>
            <a:ext cx="254805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0FB29-57AF-42DD-B24D-5A76C8AC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7A09A-5DAA-4BBE-A139-AEBF4C9A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C128F-9C88-4D82-A61F-825447C0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BB7FA-A79C-49CA-B462-727E03FC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Capture questions and configuration gaps before practical assessment.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CEDBF-B376-4110-90B0-2A997A62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1C04E-269D-48E4-B182-C024BA12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B01A4-D9CB-4FF5-8B89-3FAF885C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Orientation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B6EA8-78BC-481E-AC81-C134896B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020</a:t>
            </a:r>
          </a:p>
        </p:txBody>
      </p:sp>
    </p:spTree>
    <p:extLst>
      <p:ext uri="{BB962C8B-B14F-4D97-AF65-F5344CB8AC3E}">
        <p14:creationId xmlns:p14="http://schemas.microsoft.com/office/powerpoint/2010/main" val="10687508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EBFE3-1FAB-4CF6-933D-20385806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C7F7D-CD16-4833-B34C-C1AC8D05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Machine identity and serial-number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B4623-4638-4BF4-9EC6-E6ACCF7C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121CC-27C6-4825-9C82-08469348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this topic to connect machine identity and serial-number control with safe daily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D5C02-127F-4025-A310-8855918B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73B55-B89B-434B-BEAD-43012236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Capture questions and configuration gaps before practical assessment.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A6BD9-7937-4BFA-A762-19771456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C792A-FA7A-4BB2-A10C-A133CC4A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Orientation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A5EA3-623E-414D-A082-43FD5160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021</a:t>
            </a:r>
          </a:p>
        </p:txBody>
      </p:sp>
    </p:spTree>
    <p:extLst>
      <p:ext uri="{BB962C8B-B14F-4D97-AF65-F5344CB8AC3E}">
        <p14:creationId xmlns:p14="http://schemas.microsoft.com/office/powerpoint/2010/main" val="16997179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F3B7A-90FE-479F-9201-856F290C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BECF0-B272-4DE1-848B-D1DEE65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Documentation hierarchy and revision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DC2CE-5CA6-4384-B3DE-A2ABBE48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6fe63a6ea46f9"/>
          <a:stretch xmlns:a="http://schemas.openxmlformats.org/drawingml/2006/main"/>
        </p:blipFill>
        <p:spPr>
          <a:xfrm xmlns:a="http://schemas.openxmlformats.org/drawingml/2006/main">
            <a:off x="2892636" y="1885950"/>
            <a:ext cx="24824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4CCAE-7632-4B66-81FC-27AAFB20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37508-0C2A-4EB4-8195-642E764C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B4FCF-4812-4BF5-809A-30081551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1F1DC-9835-436C-B63D-A3F812F9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Capture questions and configuration gaps before practical assessment.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F8976-5CBD-4FEB-9863-ADD6EB79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FFB9A-7A3B-4607-B5F6-94F0169B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7FD50-95A8-4004-A5DD-243AD563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Orientation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4E9C6-15FC-4067-90BD-E992559E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022</a:t>
            </a:r>
          </a:p>
        </p:txBody>
      </p:sp>
    </p:spTree>
    <p:extLst>
      <p:ext uri="{BB962C8B-B14F-4D97-AF65-F5344CB8AC3E}">
        <p14:creationId xmlns:p14="http://schemas.microsoft.com/office/powerpoint/2010/main" val="2720070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98EDC-9952-452B-A41A-BF56EE57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E9D0C-D9BA-45AC-AC95-C56C51BB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64EB6-A9E0-4ADA-9DFE-F31D75F8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82909-23E9-4C86-B877-A4ADE526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19233231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72C6A-A71C-47EE-A9F3-A9EAE522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CF1EA-9E34-4E51-A168-66DBE43A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Safety begins before the machine starts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1756E-B123-4152-B5E0-E01E1E72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2A1F0-48A4-4852-9723-194EF994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safety begins before the machine starts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9D2B3-5246-46EE-A51F-F99D3490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79C0A-9F4A-49F0-8D87-0B12DB09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Stop and escalate whenever the safe condition cannot be confirmed.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A577B-0ACD-4617-86C6-A632B0DF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CC6A2-89C4-4398-822C-21C658DB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296F6-B787-4FA6-949C-7F28F0F3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8667137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947C6-A08A-48B4-A075-C51CB63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22B02-276B-463B-9BBE-F7CFB7FA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Authorized use defines the safe operating envelope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36825-744C-4068-BE31-B6FD22ED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82c8c49ee4c2b"/>
          <a:stretch xmlns:a="http://schemas.openxmlformats.org/drawingml/2006/main"/>
        </p:blipFill>
        <p:spPr>
          <a:xfrm xmlns:a="http://schemas.openxmlformats.org/drawingml/2006/main">
            <a:off x="2892636" y="1885950"/>
            <a:ext cx="24824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B3AE4-D121-4E89-83F9-06656546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5C7FC-DD3F-45D9-98A0-0C7747F1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75047-F70D-4DB9-B075-9803CD47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E8B11-6612-48C7-962A-1D914B07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DCBEB-35A6-42BC-B6E6-495C2B31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0F258-06DB-4FE7-82AE-B57010BF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55684-8098-4215-83B7-3C449EF7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AF5C0-2584-40B8-B010-9F1C6BCD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025</a:t>
            </a:r>
          </a:p>
        </p:txBody>
      </p:sp>
    </p:spTree>
    <p:extLst>
      <p:ext uri="{BB962C8B-B14F-4D97-AF65-F5344CB8AC3E}">
        <p14:creationId xmlns:p14="http://schemas.microsoft.com/office/powerpoint/2010/main" val="21064879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5E278-890B-491F-8D87-7EE31CC4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4FAF4-9083-4145-819D-AE968BFB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Only trained personnel may operate or maintain the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4FA00-82C7-46A1-8F7E-67D27703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Recognize how only trained personnel may operate or maintain the machine can affect people, equipment and the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6A206-88F4-459B-8CB0-BFBE2A06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39D65-B3CE-4B4F-8F79-C315EDFA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1DEAD-9167-4589-9338-D5013F28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9B996-EF2D-4F97-8292-A123657E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AAE7A-8E6E-4AA8-BC1B-CAC83546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C809F-5939-4E5C-B97D-01F0D5BB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026</a:t>
            </a:r>
          </a:p>
        </p:txBody>
      </p:sp>
    </p:spTree>
    <p:extLst>
      <p:ext uri="{BB962C8B-B14F-4D97-AF65-F5344CB8AC3E}">
        <p14:creationId xmlns:p14="http://schemas.microsoft.com/office/powerpoint/2010/main" val="2112026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FB03A-01CE-46B6-9F28-4D962795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CE9D7-8885-49DE-8263-643DFEBB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PPE must match the solvent and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05770-70CF-4AA1-994E-B14A057F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037d00b4a47dd"/>
          <a:stretch xmlns:a="http://schemas.openxmlformats.org/drawingml/2006/main"/>
        </p:blipFill>
        <p:spPr>
          <a:xfrm xmlns:a="http://schemas.openxmlformats.org/drawingml/2006/main">
            <a:off x="2894567" y="1885950"/>
            <a:ext cx="2478567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C1645-8C06-4629-84E3-3EB2CA3B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5196E-907D-4C8A-B287-F6C105CD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BF265-BD6F-41F4-B078-A1EC1628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81944-ECBB-430D-97E6-2ECAFBC6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C753A-52FF-4EF2-AF12-CAB5A28D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910BC-175F-4DFF-BAB5-18454AB1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BA8F7-D076-4ABB-98F2-9E6220F4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2C91E-4E8B-4195-A20F-977F8E11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027</a:t>
            </a:r>
          </a:p>
        </p:txBody>
      </p:sp>
    </p:spTree>
    <p:extLst>
      <p:ext uri="{BB962C8B-B14F-4D97-AF65-F5344CB8AC3E}">
        <p14:creationId xmlns:p14="http://schemas.microsoft.com/office/powerpoint/2010/main" val="185356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DEC3F-26B4-4FC1-8A5A-BC70FA7C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C49DA-559E-4D27-A600-090650BC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Ventilation controls routine solvent exposure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49276-BE9E-47D6-B967-BB5971A4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A677E-E2C6-4AAF-84B6-DA1C6209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ventilation controls routine solvent exposure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6B48B-91C7-483B-8FBA-685F8612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70947-B014-42E1-AF0E-07BA35F1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4FC43-D314-4FB9-AEE9-CB74CA9B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2E5E5-9465-49E7-82B6-D98BCAAB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30C33-A9FB-4AE6-AE0E-B17254FD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D01B9-7998-4B04-A567-18EFF3BA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028</a:t>
            </a:r>
          </a:p>
        </p:txBody>
      </p:sp>
    </p:spTree>
    <p:extLst>
      <p:ext uri="{BB962C8B-B14F-4D97-AF65-F5344CB8AC3E}">
        <p14:creationId xmlns:p14="http://schemas.microsoft.com/office/powerpoint/2010/main" val="2828844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F6067-44C7-4DBA-AA40-762AD74F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B051A-95A4-4467-984D-B2838666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Loading-door venting protects the operator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DA472-01CB-4F5C-B355-957CDA50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dd514a63e4964"/>
          <a:stretch xmlns:a="http://schemas.openxmlformats.org/drawingml/2006/main"/>
        </p:blipFill>
        <p:spPr>
          <a:xfrm xmlns:a="http://schemas.openxmlformats.org/drawingml/2006/main">
            <a:off x="2892636" y="1885950"/>
            <a:ext cx="24824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08658-ADD8-417F-867B-9E3D08D4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37F5F-53F6-449C-951A-A5B80FED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75077-1F52-47B4-9CA5-E624D575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37927-C6AC-43D6-A499-CEB8C903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22F6B-0F45-4FE4-9D72-42C2EF33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6C015-5148-4D90-88B2-BE2FF4A2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662A2-C0A5-4EE0-AF53-6DDDBC1E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B4F7C-8889-4685-8728-A1539B2E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029</a:t>
            </a:r>
          </a:p>
        </p:txBody>
      </p:sp>
    </p:spTree>
    <p:extLst>
      <p:ext uri="{BB962C8B-B14F-4D97-AF65-F5344CB8AC3E}">
        <p14:creationId xmlns:p14="http://schemas.microsoft.com/office/powerpoint/2010/main" val="5695381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6844B-FE8B-47AD-9F58-295E53D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30C85-2DDF-46CB-A9E2-5AD404E7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Guards and interlocks must never be bypassed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34AA2-EC97-46F4-BB2D-BDFB20E5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09F2B-5AB8-455D-BC4B-3821D576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guards and interlocks must never be bypassed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AA5F0-5BE6-4784-8C6C-4D1741A7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CB3DF-44B2-4C06-898B-FF13622D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Stop and escalate whenever the safe condition cannot be confirmed.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4DBD2-6D02-467D-B34F-56634A4D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5000C-1D24-491E-999C-A52B9E09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7868E-BF51-48CD-BB9A-937C5BCA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030</a:t>
            </a:r>
          </a:p>
        </p:txBody>
      </p:sp>
    </p:spTree>
    <p:extLst>
      <p:ext uri="{BB962C8B-B14F-4D97-AF65-F5344CB8AC3E}">
        <p14:creationId xmlns:p14="http://schemas.microsoft.com/office/powerpoint/2010/main" val="161311196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4A746-2A6B-49E4-B643-9443D926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84758-2994-4521-97A0-4E71079E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Electrical isolation requires lockout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65788-72F6-4930-90D6-EE5F54D8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a1a36e4d74f98"/>
          <a:stretch xmlns:a="http://schemas.openxmlformats.org/drawingml/2006/main"/>
        </p:blipFill>
        <p:spPr>
          <a:xfrm xmlns:a="http://schemas.openxmlformats.org/drawingml/2006/main">
            <a:off x="2846308" y="1885950"/>
            <a:ext cx="2575084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166EA-560A-4BA1-B450-CB4259DB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34C7F-191F-453B-844F-765C8C28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8D2C6-35BD-497D-B9E4-4132426A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40A11-7343-498D-BBE9-4D8A6624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4AE39-6D66-4AF6-BE28-E51392E3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D8F6A-840E-49F7-AF61-A81B4030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4D0F9-B8D3-4B79-98F3-2A7969D8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4FE5E-4713-47C8-AE1F-7BF976A4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031</a:t>
            </a:r>
          </a:p>
        </p:txBody>
      </p:sp>
    </p:spTree>
    <p:extLst>
      <p:ext uri="{BB962C8B-B14F-4D97-AF65-F5344CB8AC3E}">
        <p14:creationId xmlns:p14="http://schemas.microsoft.com/office/powerpoint/2010/main" val="17380624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F7367-FCBF-4188-A133-F775976B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604C5-8D6E-403E-8083-B67A1488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Steam isolation must remove pressure and heat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F0450-AA72-40A2-90F7-0D6411D2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Recognize how steam isolation must remove pressure and heat can affect people, equipment and the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C66E5-B9B2-47A0-B284-9C5A7D52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59327-B5C3-4B5B-8775-311C4833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F7BC9-B708-4859-8A32-6DA6DEA8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381B6-BC7A-416B-9F2C-5C0D1DE5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FB2F9-5ADF-4D2D-AD99-D96EEB9F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44565-2F55-4A3F-ABD0-CA17C876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032</a:t>
            </a:r>
          </a:p>
        </p:txBody>
      </p:sp>
    </p:spTree>
    <p:extLst>
      <p:ext uri="{BB962C8B-B14F-4D97-AF65-F5344CB8AC3E}">
        <p14:creationId xmlns:p14="http://schemas.microsoft.com/office/powerpoint/2010/main" val="10496976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69436-F256-41A8-9EC7-0138EB73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8BDB4-68FE-4898-B8A3-0D15E123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Compressed air stores hazardous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86AE8-A541-44AF-8433-8EB04252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a97738a1e4d8a"/>
          <a:stretch xmlns:a="http://schemas.openxmlformats.org/drawingml/2006/main"/>
        </p:blipFill>
        <p:spPr>
          <a:xfrm xmlns:a="http://schemas.openxmlformats.org/drawingml/2006/main">
            <a:off x="2892636" y="1885950"/>
            <a:ext cx="24824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31ECD-E8F6-4425-A5DF-02C06EE8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08B49-5F82-46C6-8B8E-39D0C9CD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37ED3-676D-4C38-B393-C37D44A8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6A2F5-31B0-458A-AC6F-3E63E521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7CC5F-3226-4617-B990-04327821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7E166-277B-4BD7-982A-1AF1E7DF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0D97C-9717-40A5-AFFF-1D8B94E2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33A2E-B589-449E-AA91-AA1D44CB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033</a:t>
            </a:r>
          </a:p>
        </p:txBody>
      </p:sp>
    </p:spTree>
    <p:extLst>
      <p:ext uri="{BB962C8B-B14F-4D97-AF65-F5344CB8AC3E}">
        <p14:creationId xmlns:p14="http://schemas.microsoft.com/office/powerpoint/2010/main" val="19341673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AC926-0391-488E-AD94-150B3693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BA7A9-4EEC-4BD4-8398-E5271752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Refrigeration circuits require specialist competence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511E6-A926-4A0B-9712-71801A54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6F8F4-31EF-4996-8427-141BD5E2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refrigeration circuits require specialist competence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732DE-2DCA-4973-B6C8-7ED92DD4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B5353-361E-426A-A802-C709102C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C6C7B-E4B4-482D-BFCE-EE45ACB2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C3EA1-95FD-49B6-95E0-1BE3E7A8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3C8C7-70C6-4E89-A742-FE57C35E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74885-487C-42D6-998B-7F7639A8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034</a:t>
            </a:r>
          </a:p>
        </p:txBody>
      </p:sp>
    </p:spTree>
    <p:extLst>
      <p:ext uri="{BB962C8B-B14F-4D97-AF65-F5344CB8AC3E}">
        <p14:creationId xmlns:p14="http://schemas.microsoft.com/office/powerpoint/2010/main" val="182577619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DBD2B-BD95-46C5-ACB2-5FAC6AB4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D9149-5DB4-41D9-863D-5CC89411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Hot surfaces remain hazardous after shutdown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ACF6B-C4B3-410F-8500-3BABFC54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35d95fc4e4830"/>
          <a:stretch xmlns:a="http://schemas.openxmlformats.org/drawingml/2006/main"/>
        </p:blipFill>
        <p:spPr>
          <a:xfrm xmlns:a="http://schemas.openxmlformats.org/drawingml/2006/main">
            <a:off x="2892636" y="1885950"/>
            <a:ext cx="24824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54846-5C10-4D34-8CAA-4F435F70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93EEA-C31A-46A8-8839-FC68D41C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5675A-C117-44E0-A803-5CC66B52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AA305-2D3A-4366-ACC2-8042968B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BA182-FA41-4D76-97A0-F023E193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36CD7-61D9-45E0-94FB-E2612A79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90D14-7208-4230-9968-1828DBD7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EE6FA-4FF4-4C42-920F-63EC9F91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035</a:t>
            </a:r>
          </a:p>
        </p:txBody>
      </p:sp>
    </p:spTree>
    <p:extLst>
      <p:ext uri="{BB962C8B-B14F-4D97-AF65-F5344CB8AC3E}">
        <p14:creationId xmlns:p14="http://schemas.microsoft.com/office/powerpoint/2010/main" val="199652321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9FA39-6B75-456D-ACC7-BC5D43DD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0A1AE-010B-43F6-A72D-28E2532C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Solvent spills require immediate controlled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23B97-C88C-4252-A693-202C1489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8BFDA-ABB4-4AE4-B1C2-BA2782DB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2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solvent spills require immediate controlled response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72F08-FD3B-4FA9-8B2C-AE604848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206B3-B617-4F7F-8BBA-DD414875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Stop and escalate whenever the safe condition cannot be confirmed.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15A1B-D279-406B-A1DC-8ECBD9F8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757FE-D332-4584-A438-0CB968A6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FEB4E-6382-4FE0-9CF6-4005D042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036</a:t>
            </a:r>
          </a:p>
        </p:txBody>
      </p:sp>
    </p:spTree>
    <p:extLst>
      <p:ext uri="{BB962C8B-B14F-4D97-AF65-F5344CB8AC3E}">
        <p14:creationId xmlns:p14="http://schemas.microsoft.com/office/powerpoint/2010/main" val="163407947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7A591-3742-453D-BF80-C3021721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ABE79-4898-4657-A380-9B7C59B0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Still residues and process water need compliant disposal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450C8-F10E-4D0C-BA7E-33E74B9F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45aef61e74464"/>
          <a:stretch xmlns:a="http://schemas.openxmlformats.org/drawingml/2006/main"/>
        </p:blipFill>
        <p:spPr>
          <a:xfrm xmlns:a="http://schemas.openxmlformats.org/drawingml/2006/main">
            <a:off x="2893905" y="1885950"/>
            <a:ext cx="247988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DFF66-0EDA-4AC0-83DD-1E444D96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1DA72-9AEF-4D88-B900-117D48B5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13D0D-9CBB-496E-A384-3754546E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C933F-1041-4E81-B11D-53E09221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1C809-6492-4590-B271-13A72053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59D60-B0A7-4B0C-A792-7790C86C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40716-21EE-4739-8321-BBE06439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12114-DE69-4BEB-ADDA-38DB7982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037</a:t>
            </a:r>
          </a:p>
        </p:txBody>
      </p:sp>
    </p:spTree>
    <p:extLst>
      <p:ext uri="{BB962C8B-B14F-4D97-AF65-F5344CB8AC3E}">
        <p14:creationId xmlns:p14="http://schemas.microsoft.com/office/powerpoint/2010/main" val="37735705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D7525-31D6-47C0-865F-45B11AA6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6A74C-9155-4EB9-859B-E0184EC1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Emergency response must be understood before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07361-2F51-4CB8-870C-13B49725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Recognize how emergency response must be understood before work can affect people, equipment and the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FA9FB-B0AD-4897-BC88-F04A37FE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0D277-809F-4A7E-842E-252D634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E0651-6566-4D7F-9CF9-616991F0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BA24B-D663-4802-B8C8-66051897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11341-F7BC-4DA7-95CC-3E702E18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29F3A-F907-4ABE-8947-8811F01A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038</a:t>
            </a:r>
          </a:p>
        </p:txBody>
      </p:sp>
    </p:spTree>
    <p:extLst>
      <p:ext uri="{BB962C8B-B14F-4D97-AF65-F5344CB8AC3E}">
        <p14:creationId xmlns:p14="http://schemas.microsoft.com/office/powerpoint/2010/main" val="77173214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62D46-561E-46FF-8497-4B85BA45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77D5F-D992-475B-BB05-9AD99050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6273A-5FE2-42D7-89B2-6E1259BD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389B2-4DAC-418C-A2F4-6BD1AF20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039</a:t>
            </a:r>
          </a:p>
        </p:txBody>
      </p:sp>
    </p:spTree>
    <p:extLst>
      <p:ext uri="{BB962C8B-B14F-4D97-AF65-F5344CB8AC3E}">
        <p14:creationId xmlns:p14="http://schemas.microsoft.com/office/powerpoint/2010/main" val="1047596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A9DC5-6FD7-4478-A8BF-2313842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33DA7-26A9-4B06-8BEB-304D00D8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Read the machine as connected functional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836F8-582F-4657-86A1-547BB78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6e469eec84b2d"/>
          <a:stretch xmlns:a="http://schemas.openxmlformats.org/drawingml/2006/main"/>
        </p:blipFill>
        <p:spPr>
          <a:xfrm xmlns:a="http://schemas.openxmlformats.org/drawingml/2006/main">
            <a:off x="2892636" y="1885950"/>
            <a:ext cx="24824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33A00-846F-45E4-A775-A8EA24A8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75675-8288-42A0-AFFC-3192A80D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F84D2-E882-4438-B710-4AAB6B20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F5948-FEBC-4176-85B4-7E420D14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3D6B1-128B-485A-A939-4D4AE434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FBA67-00B2-43B8-9154-90A5D6A3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A4493-9410-4E46-9412-8490AED4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792AE-C331-4A5B-BE5E-F0C0DEF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040</a:t>
            </a:r>
          </a:p>
        </p:txBody>
      </p:sp>
    </p:spTree>
    <p:extLst>
      <p:ext uri="{BB962C8B-B14F-4D97-AF65-F5344CB8AC3E}">
        <p14:creationId xmlns:p14="http://schemas.microsoft.com/office/powerpoint/2010/main" val="93955895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8A304-E6C2-46EF-83CA-544B1A46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464CA-C9FD-4425-9DE2-FA8F53BC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Front-side components support operation and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B44E5-3950-47C1-AC02-1D235DFD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Locate the relevant assembly and understand its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12CD4-8FB4-4233-889A-BCCE9E4E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3F049-806A-4FCB-A898-4866E3E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4D019-14BC-4CBA-ABC0-CF7016FC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5DEFC-A1DD-4E29-8126-8E278CFB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D828A-A2EA-4120-A607-756A9C57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CEB1C-DA34-46A7-94A2-A455357E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041</a:t>
            </a:r>
          </a:p>
        </p:txBody>
      </p:sp>
    </p:spTree>
    <p:extLst>
      <p:ext uri="{BB962C8B-B14F-4D97-AF65-F5344CB8AC3E}">
        <p14:creationId xmlns:p14="http://schemas.microsoft.com/office/powerpoint/2010/main" val="58713477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4B5AE-2AE6-4FF7-B7DE-75E193C9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31E02-8EFB-409D-83FF-376F74C8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Rear-side components carry most service interfaces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73837-76CF-419E-9210-72453DEA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bad2527024a4f"/>
          <a:stretch xmlns:a="http://schemas.openxmlformats.org/drawingml/2006/main"/>
        </p:blipFill>
        <p:spPr>
          <a:xfrm xmlns:a="http://schemas.openxmlformats.org/drawingml/2006/main">
            <a:off x="2892636" y="1885950"/>
            <a:ext cx="24824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F3826-433A-4BCF-B250-74158B8C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05B38-0012-4BCF-BC35-446876E6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411F4-CFC0-4FEA-A539-341B92BD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3CB5F-E395-4A4D-9AE0-4CDF14B1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DE4D1-D613-4BD2-B1D1-43E489A5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9E95B-C3C0-4D5B-B55F-3592DC0F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97FED-94B8-40DA-A018-50A30E24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34382-D2E2-4E1B-A6D6-8F5B18FD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042</a:t>
            </a:r>
          </a:p>
        </p:txBody>
      </p:sp>
    </p:spTree>
    <p:extLst>
      <p:ext uri="{BB962C8B-B14F-4D97-AF65-F5344CB8AC3E}">
        <p14:creationId xmlns:p14="http://schemas.microsoft.com/office/powerpoint/2010/main" val="139317902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32C80-589E-49FF-A56A-BFD7EF14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10F1D-7EC5-4CE1-804A-5EC6FDB7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cage and housing contain the process 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D77B7-1EE7-4627-8664-0A961242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2328B-78EC-4828-BF33-3D392CC8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relevant assembly and understand its interfaces.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ECC2A-1EFE-46D6-87F7-EB001FBB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5DB10-7863-4B34-897C-D5943890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1420F-A0D9-440A-8BA3-7842411B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4638B-1915-4097-B036-8D156E82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965E2-8EAD-4A67-BCBF-854C13B6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Construction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AB9A2-906D-4A02-9B1E-BBB1CA9B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043</a:t>
            </a:r>
          </a:p>
        </p:txBody>
      </p:sp>
    </p:spTree>
    <p:extLst>
      <p:ext uri="{BB962C8B-B14F-4D97-AF65-F5344CB8AC3E}">
        <p14:creationId xmlns:p14="http://schemas.microsoft.com/office/powerpoint/2010/main" val="39744583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2FB85-2824-480B-9129-16F24DB9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36B1D-F9CE-40A6-A6EC-7266A52E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cage drive converts motor power into controlled rotation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10AA5-6A50-484A-A1B8-DAD5E2AA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539679b044d7f"/>
          <a:stretch xmlns:a="http://schemas.openxmlformats.org/drawingml/2006/main"/>
        </p:blipFill>
        <p:spPr>
          <a:xfrm xmlns:a="http://schemas.openxmlformats.org/drawingml/2006/main">
            <a:off x="2892636" y="1885950"/>
            <a:ext cx="24824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8CFC8-4AD3-4ECE-9081-A5C1638F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606A6-8631-4A73-AC98-FFC56759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D7A7C-EF5F-41A1-8CCA-3925209C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ECF1D-0ECC-4427-ABFA-93F822C6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89071-6BAE-424D-8EFE-2F498237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43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00A8D-CCE8-4649-B44B-F4CF5DF5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DEA96-4FE0-45FB-B8E6-C55327CB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3CE4A-1E96-4D62-9263-2D1786FB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044</a:t>
            </a:r>
          </a:p>
        </p:txBody>
      </p:sp>
    </p:spTree>
    <p:extLst>
      <p:ext uri="{BB962C8B-B14F-4D97-AF65-F5344CB8AC3E}">
        <p14:creationId xmlns:p14="http://schemas.microsoft.com/office/powerpoint/2010/main" val="70594326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3ADAA-C388-4D8B-BE3F-94BB8A00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2A999-6397-4415-B3FB-983DC793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loading door forms a pressure and solvent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74FCB-EF99-4744-A024-18D297E0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26F6D-A699-418D-BDB6-08BAE4EB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relevant assembly and understand its interfaces.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EFF07-5B4F-4DB3-BF15-63F6013F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70B3D-ADEA-42F7-9203-4C0EEDF2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Confirm the exact installed variant before adjustment or replacement.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4A615-E95D-479B-BE96-DC0AD079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E6C2F-9BA2-4BD8-BD23-B021E62E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1FB3A-BA3D-4EC2-B58C-A81A4EFF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045</a:t>
            </a:r>
          </a:p>
        </p:txBody>
      </p:sp>
    </p:spTree>
    <p:extLst>
      <p:ext uri="{BB962C8B-B14F-4D97-AF65-F5344CB8AC3E}">
        <p14:creationId xmlns:p14="http://schemas.microsoft.com/office/powerpoint/2010/main" val="113367090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25AE8-61D4-42E7-89FB-66299EC7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3651B-FF47-4A2D-8761-7F434E5D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Tanks separate work, clean and extra solvent duties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67C50-5DF6-491C-95C1-BB351C09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7fd327c9145a8"/>
          <a:stretch xmlns:a="http://schemas.openxmlformats.org/drawingml/2006/main"/>
        </p:blipFill>
        <p:spPr>
          <a:xfrm xmlns:a="http://schemas.openxmlformats.org/drawingml/2006/main">
            <a:off x="2893905" y="1885950"/>
            <a:ext cx="247988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9B930-E4D0-41E0-A651-61E789D7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B8EEF-695E-49FA-A915-7351F920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42E6D-6F88-4924-A3D3-709AA39C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7C71D-28B5-4A9B-99EB-56C19E59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0B038-D7D9-4FE0-88B1-AF0CC235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84D9B-0649-4715-B572-94A9B246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E3170-796C-4781-A4B0-66682614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87539-44CA-4FAF-81D7-5A2645BD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046</a:t>
            </a:r>
          </a:p>
        </p:txBody>
      </p:sp>
    </p:spTree>
    <p:extLst>
      <p:ext uri="{BB962C8B-B14F-4D97-AF65-F5344CB8AC3E}">
        <p14:creationId xmlns:p14="http://schemas.microsoft.com/office/powerpoint/2010/main" val="153493232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5BB35-AD4B-4649-B483-199AE54B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13421-7D94-448D-A5DB-80143AD9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Safety troughs contain unintended liquid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F8453-3F28-4E97-8649-6BF6D44A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Locate the relevant assembly and understand its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FF12F-4722-40F9-8F2B-8A29AD25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CB7B3-E83D-484A-925F-E3566808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05745-69AC-47BC-B1D8-643D1C8E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3B429-2624-4D67-8FA7-23B95029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1E986-8BCD-4D3D-91C1-A10AA60F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012B8-004C-436B-ACB5-433538DA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047</a:t>
            </a:r>
          </a:p>
        </p:txBody>
      </p:sp>
    </p:spTree>
    <p:extLst>
      <p:ext uri="{BB962C8B-B14F-4D97-AF65-F5344CB8AC3E}">
        <p14:creationId xmlns:p14="http://schemas.microsoft.com/office/powerpoint/2010/main" val="214742778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A565D-8282-403F-A1EF-AC7EAAF3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D825A-2337-4FBC-8C99-E201D2A8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Slimline and Crossline layouts change access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2B38B-22B3-4A14-951F-B3DF6D53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f41d40b93492c"/>
          <a:stretch xmlns:a="http://schemas.openxmlformats.org/drawingml/2006/main"/>
        </p:blipFill>
        <p:spPr>
          <a:xfrm xmlns:a="http://schemas.openxmlformats.org/drawingml/2006/main">
            <a:off x="2892636" y="1885950"/>
            <a:ext cx="24824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9272E-F409-4E93-93C4-2BDF8320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F2E44-DBE8-4A0C-9B71-8CE9C751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98F9F-C3C8-4DBE-96A1-0C265432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61F79-ADC0-45F1-8F76-513A9ABC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47C9C-AF3E-4A0B-BE1C-581422AD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69A35-8A56-4DCD-B50B-FEF20CF6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16344-40F8-4285-9BEA-A02FE2D0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6B1BA-9878-4DC5-9638-FBE8D08A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048</a:t>
            </a:r>
          </a:p>
        </p:txBody>
      </p:sp>
    </p:spTree>
    <p:extLst>
      <p:ext uri="{BB962C8B-B14F-4D97-AF65-F5344CB8AC3E}">
        <p14:creationId xmlns:p14="http://schemas.microsoft.com/office/powerpoint/2010/main" val="199682064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10BF1-B119-4101-9D1F-CE6DD2E4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0BF9F-C1AD-4C8B-B42D-5E5562E1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Optional equipment changes the installed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5DE57-EEF0-4D3A-9E13-403499C3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BE3E6-5FBF-4DD1-8F7D-06E39D98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relevant assembly and understand its interfaces.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AB65A-3360-43BE-85CD-565FB931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5A6C7-EA41-491D-942D-93C16DFD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720ED-8F25-46EE-8103-58FB72C6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F80FE-9A20-4C04-BDF0-0D467657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E79DF-1062-4009-B533-4238B1D3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Construction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0D3F4-AF61-4BCE-9647-E4D347EF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049</a:t>
            </a:r>
          </a:p>
        </p:txBody>
      </p:sp>
    </p:spTree>
    <p:extLst>
      <p:ext uri="{BB962C8B-B14F-4D97-AF65-F5344CB8AC3E}">
        <p14:creationId xmlns:p14="http://schemas.microsoft.com/office/powerpoint/2010/main" val="18261146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ECE14-E5DA-48BC-9FE4-269B6572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584B0-1405-4854-BBF9-8014E491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Nameplate data governs technical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7D274-83C9-4ABC-B57D-9304D09D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8e72e580946ad"/>
          <a:stretch xmlns:a="http://schemas.openxmlformats.org/drawingml/2006/main"/>
        </p:blipFill>
        <p:spPr>
          <a:xfrm xmlns:a="http://schemas.openxmlformats.org/drawingml/2006/main">
            <a:off x="2892636" y="1885950"/>
            <a:ext cx="24824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B9819-64B3-44FC-8231-3276370D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6E043-D714-44A1-91FB-F606FBF9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7E277-A756-48C8-8D67-550A1B7C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F859A-B113-41BF-888E-24A644F7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A0EC5-F7AD-4C3A-8131-403E5E29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42548-7221-40F2-BE3D-68BC7DAB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42375-F69B-4252-91B9-21053A2E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287B5-9E8F-43C0-9B50-8369EF7F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050</a:t>
            </a:r>
          </a:p>
        </p:txBody>
      </p:sp>
    </p:spTree>
    <p:extLst>
      <p:ext uri="{BB962C8B-B14F-4D97-AF65-F5344CB8AC3E}">
        <p14:creationId xmlns:p14="http://schemas.microsoft.com/office/powerpoint/2010/main" val="160255699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BB636-D841-4750-9579-E532AABC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7CE10-673C-4331-B9A0-BF870917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clean machine makes defects easier to detect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1E91F-8951-49E0-8B65-9ED06510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78C21-D022-4C62-971F-E9DD067C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relevant assembly and understand its interfaces.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3DE64-4334-45BA-AAE3-4797FB25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12B3D-BCAC-48F7-80E5-651549AC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Confirm the exact installed variant before adjustment or replacement.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DFE29-6102-4F3C-9D16-D5D8C606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29CB3-9681-4342-B5EB-0F5827D6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1A075-CC75-44B9-8369-95AA964A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051</a:t>
            </a:r>
          </a:p>
        </p:txBody>
      </p:sp>
    </p:spTree>
    <p:extLst>
      <p:ext uri="{BB962C8B-B14F-4D97-AF65-F5344CB8AC3E}">
        <p14:creationId xmlns:p14="http://schemas.microsoft.com/office/powerpoint/2010/main" val="203444232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31E3D-3D95-4EF9-853D-A4C41E1E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1A2C1-3A80-4077-AD85-D4CB1F9D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59231-E57D-4BCD-8908-EDB99BE4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A3EA8-851C-4093-B737-ECA19609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052</a:t>
            </a:r>
          </a:p>
        </p:txBody>
      </p:sp>
    </p:spTree>
    <p:extLst>
      <p:ext uri="{BB962C8B-B14F-4D97-AF65-F5344CB8AC3E}">
        <p14:creationId xmlns:p14="http://schemas.microsoft.com/office/powerpoint/2010/main" val="213547409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ABC6C-33BA-4FAE-A8C7-20CFC6FC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11A4A-7160-44CD-A55E-8D3999E4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67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Solvent selection must match the approved machine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7535E-21EE-45CD-99DA-61EFC1BC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1ad8874d2476f"/>
          <a:stretch xmlns:a="http://schemas.openxmlformats.org/drawingml/2006/main"/>
        </p:blipFill>
        <p:spPr>
          <a:xfrm xmlns:a="http://schemas.openxmlformats.org/drawingml/2006/main">
            <a:off x="2878478" y="1885950"/>
            <a:ext cx="2510743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D2003-F657-4FBD-9082-4DE94218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3F970-F101-4DDA-A2A5-B0549B1D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8DD4F-8591-4BC4-8874-BCCE7BC5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DCAF6-7B6D-4B25-9D9F-2B0B6B52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The operating manual requires periodic verification of solvent flash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 not use PERC or mix solvent systems in the M30.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A421F-9866-47F0-B95B-E1B4BF6D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0E86E-BC9A-47F7-A6A9-956DA046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E8715-D492-48D5-8B01-DC8EF1D4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4609D-C5FB-48FC-B69C-D93ABBB8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053</a:t>
            </a:r>
          </a:p>
        </p:txBody>
      </p:sp>
    </p:spTree>
    <p:extLst>
      <p:ext uri="{BB962C8B-B14F-4D97-AF65-F5344CB8AC3E}">
        <p14:creationId xmlns:p14="http://schemas.microsoft.com/office/powerpoint/2010/main" val="46541189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106D9-1FDE-43E2-B105-C421A94F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068B3-7A09-42E1-BEC1-9010C919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9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Chemical additives must remain stable under process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BB698-D61C-45E0-B5F2-858D400E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05F56-BA48-466E-9765-EA27F2D0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halogen-free additives approved for the installed solvent.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987EE-0422-4254-9A3A-1C01F693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F8C3A-E4CC-4EE9-8BF9-9DBEA9E1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Additive flash point must exceed the nameplate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Do not allow additives to change the approved solvent safety characteristics.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06E4A-F5C8-4C07-BC39-ACACB359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80B34-AD22-4F05-9071-08BAA0FA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Materials &amp; Utilities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541A0-2D74-4EEB-8D69-C5B11016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054</a:t>
            </a:r>
          </a:p>
        </p:txBody>
      </p:sp>
    </p:spTree>
    <p:extLst>
      <p:ext uri="{BB962C8B-B14F-4D97-AF65-F5344CB8AC3E}">
        <p14:creationId xmlns:p14="http://schemas.microsoft.com/office/powerpoint/2010/main" val="167502823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74C5A-1474-4F82-847B-E02B47D7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DDA29-0EC8-44B6-84B8-3B337C48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First filling requires configuration-specific quantities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23A9F-D5BA-4F07-B442-543C844B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660ddc334487e"/>
          <a:stretch xmlns:a="http://schemas.openxmlformats.org/drawingml/2006/main"/>
        </p:blipFill>
        <p:spPr>
          <a:xfrm xmlns:a="http://schemas.openxmlformats.org/drawingml/2006/main">
            <a:off x="2894567" y="1885950"/>
            <a:ext cx="2478567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3DEE0-E12F-4956-B846-576CB93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AB599-5E6B-46E3-9527-DB7E4046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718D1-CDD9-4CA1-82CC-D7FA4094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99A66-B16A-4446-B055-0716A465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Tank I: 155 L minimum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Additional filters increase the required quantity; verify the installed arrangement.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E240D-6D82-43B4-8575-E907B5EF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58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4ADE1-B3DE-4988-A07B-F6B33DBE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8200D-3FA5-4FBF-B9F3-3961573E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82FC1-2BDF-477D-9FF6-48D604D8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055</a:t>
            </a:r>
          </a:p>
        </p:txBody>
      </p:sp>
    </p:spTree>
    <p:extLst>
      <p:ext uri="{BB962C8B-B14F-4D97-AF65-F5344CB8AC3E}">
        <p14:creationId xmlns:p14="http://schemas.microsoft.com/office/powerpoint/2010/main" val="31880213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8AD7F-CAE4-4A7B-BF6A-F2F5B133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89BCF-8209-473E-B7B5-29619150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Tank minimum levels protect process stability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D7353-93EC-43E5-B531-A05D0321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Tank I: 155 L minimum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Low level can disrupt transfer, filtration and process repeatability.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Record unexplained solvent loss and investigate before topping 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62BCA-5DEA-41B4-8E35-38690C12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8B6B0-4BC5-472D-8A88-31A802CF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E6260-8EF5-45EB-8018-E5901C5C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1FDE4-5F97-4F4D-8058-4F6F086A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37AC5-9B00-4E9C-AA44-6365E773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Materials &amp; Utilities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10900-6188-4226-A47C-046C3DED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056</a:t>
            </a:r>
          </a:p>
        </p:txBody>
      </p:sp>
    </p:spTree>
    <p:extLst>
      <p:ext uri="{BB962C8B-B14F-4D97-AF65-F5344CB8AC3E}">
        <p14:creationId xmlns:p14="http://schemas.microsoft.com/office/powerpoint/2010/main" val="139316896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6CFF4-4566-48F0-AED2-A4071EEC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6B086-2F1C-4AE7-9D2D-614ACCF6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Steam quality affects heating and distillation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39C78-3837-496F-BDF7-09A7B8FF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e2dfd2f0744e9"/>
          <a:stretch xmlns:a="http://schemas.openxmlformats.org/drawingml/2006/main"/>
        </p:blipFill>
        <p:spPr>
          <a:xfrm xmlns:a="http://schemas.openxmlformats.org/drawingml/2006/main">
            <a:off x="2892636" y="1885950"/>
            <a:ext cx="24824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89CE1-DCB4-4CD5-A622-5AA58633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FE006-3FE8-4611-A5EC-04F54357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94A11-B0B9-4316-9317-5386F5EE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16E46-BCC7-4A92-80EC-0226EAF4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9B0E2-2DC1-4452-96CA-DAD63CF4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6E3EB-1CE3-4D7E-A886-5FECBF64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4A731-EA0C-4561-BBFA-0E3C5C21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98942-C111-4B2B-B87B-F5FE8991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057</a:t>
            </a:r>
          </a:p>
        </p:txBody>
      </p:sp>
    </p:spTree>
    <p:extLst>
      <p:ext uri="{BB962C8B-B14F-4D97-AF65-F5344CB8AC3E}">
        <p14:creationId xmlns:p14="http://schemas.microsoft.com/office/powerpoint/2010/main" val="62337479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CE89B-4FD4-4D60-AFBD-7E230E13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D3219-A105-4620-BDB0-A4934E99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Cooling-water condition affects recovery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D1469-46EE-434B-86D2-E53A3CD7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A9CD2-11F5-4E93-8B46-EF9BDB37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Treat cooling-water condition affects recovery performance as a controlled operating parameter.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6F0AB-CE92-4FA4-93E1-C0F86FAB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FA7C4-55D0-4B07-B58D-258163A9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C37F2-AA42-41E3-967D-5E53241C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FF504-1492-4DA3-ACE7-1690BF48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5B412-823E-4EF4-90C9-3BA25D5D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Materials &amp; Utilities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20889-1D4C-4659-87BB-6CD201C8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058</a:t>
            </a:r>
          </a:p>
        </p:txBody>
      </p:sp>
    </p:spTree>
    <p:extLst>
      <p:ext uri="{BB962C8B-B14F-4D97-AF65-F5344CB8AC3E}">
        <p14:creationId xmlns:p14="http://schemas.microsoft.com/office/powerpoint/2010/main" val="91291968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E2D18-8104-48C5-AD9A-019EA29F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2C596-D476-4B31-83EB-71472D5C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Compressed-air quality affects valve 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82AA3-E4CE-47B5-9E24-573F1B8D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29214da82403a"/>
          <a:stretch xmlns:a="http://schemas.openxmlformats.org/drawingml/2006/main"/>
        </p:blipFill>
        <p:spPr>
          <a:xfrm xmlns:a="http://schemas.openxmlformats.org/drawingml/2006/main">
            <a:off x="2867542" y="1885950"/>
            <a:ext cx="2532617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10617-D42C-4EDB-B453-349F4524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DECC3-0F1A-400A-A428-193DB24D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49F4E-B108-4EC0-B743-2A913B99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C177A-3915-451A-BDFD-7DC04D31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E3654-2E63-410A-8A92-BCEDC66B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68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A55F4-A7A1-4C92-86E9-DC96684D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54F2C-B4F0-487C-B204-DC271EC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1D7A0-3D50-4CC2-AB05-2F28E387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059</a:t>
            </a:r>
          </a:p>
        </p:txBody>
      </p:sp>
    </p:spTree>
    <p:extLst>
      <p:ext uri="{BB962C8B-B14F-4D97-AF65-F5344CB8AC3E}">
        <p14:creationId xmlns:p14="http://schemas.microsoft.com/office/powerpoint/2010/main" val="82362016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F25E2-E832-437F-8816-AD5814D4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31E6D-66EB-474C-9E4F-67C84911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Electrical supply must match the nameplate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C332F-7154-4371-91D6-01695B57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968ED-09D4-499D-B37E-F05FF8E2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Treat electrical supply must match the nameplate as a controlled operating parameter.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752EC-B517-4308-9735-BE26C9C1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CA07E-CE08-4EE7-BADC-A2F6DB46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Trend deviations; do not normalize repeated abnormal readings.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63F12-01E1-47AF-9E02-856F9FD5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F6A53-C213-4357-8077-3052E49F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Materials &amp; Utilities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B7D45-630D-4A0E-A092-BFCFDD3C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060</a:t>
            </a:r>
          </a:p>
        </p:txBody>
      </p:sp>
    </p:spTree>
    <p:extLst>
      <p:ext uri="{BB962C8B-B14F-4D97-AF65-F5344CB8AC3E}">
        <p14:creationId xmlns:p14="http://schemas.microsoft.com/office/powerpoint/2010/main" val="46209336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08157-63CF-484E-90BA-7B637893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4AD84-6D38-478A-85DE-26FCB705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Room temperature and ventilation affect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145EE-B554-4F69-B54E-CBD71FD4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1aa2df92e4343"/>
          <a:stretch xmlns:a="http://schemas.openxmlformats.org/drawingml/2006/main"/>
        </p:blipFill>
        <p:spPr>
          <a:xfrm xmlns:a="http://schemas.openxmlformats.org/drawingml/2006/main">
            <a:off x="2892636" y="1885950"/>
            <a:ext cx="24824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09BBA-314F-4FFD-962F-F98D3FAD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AE512-2118-4C30-B76D-1F1DCF5C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91D5D-98F3-411F-8BD9-B65B13D1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819CD-93D7-4754-831C-91F5375B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79F13-7FEB-4063-AFA2-DC98244B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76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6EC6C-1932-4A90-9C56-5AD183EB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2EED9-BB51-4BB4-9AEB-D7FC5EAB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F0046-74CB-4022-8464-D019D6CE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061</a:t>
            </a:r>
          </a:p>
        </p:txBody>
      </p:sp>
    </p:spTree>
    <p:extLst>
      <p:ext uri="{BB962C8B-B14F-4D97-AF65-F5344CB8AC3E}">
        <p14:creationId xmlns:p14="http://schemas.microsoft.com/office/powerpoint/2010/main" val="67185408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B3934-37A0-417B-B692-79DD4F00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3CA03-DBF1-466A-A230-DAE060AA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Utility trends can reveal developing faults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F40B6-8D75-4FBD-BD55-528F91ED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Treat utility trends can reveal developing faults as a controlled operating parameter.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EF9B4-5E8C-4D3A-9B71-C20C1D3D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9CF09-C139-4EA9-810E-33CC3AFA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B6C7B-E497-4D3A-88C9-0D02A29C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14BF3-9518-4BA7-845C-C944ECCC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20FA7-476D-4DE3-8E4E-8E4E2CE4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Materials &amp; Utilities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729F6-361F-4E10-80C5-F2E4F899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062</a:t>
            </a:r>
          </a:p>
        </p:txBody>
      </p:sp>
    </p:spTree>
    <p:extLst>
      <p:ext uri="{BB962C8B-B14F-4D97-AF65-F5344CB8AC3E}">
        <p14:creationId xmlns:p14="http://schemas.microsoft.com/office/powerpoint/2010/main" val="154071649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FBFF7-853F-4CF4-B2BA-6962F16C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7E103-1224-4C89-8AB8-92C95BE0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BBD1C-366E-41B4-8AF9-B1ED2B5A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6E7B3-29D3-454F-8E0D-5DF97399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063</a:t>
            </a:r>
          </a:p>
        </p:txBody>
      </p:sp>
    </p:spTree>
    <p:extLst>
      <p:ext uri="{BB962C8B-B14F-4D97-AF65-F5344CB8AC3E}">
        <p14:creationId xmlns:p14="http://schemas.microsoft.com/office/powerpoint/2010/main" val="33064876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32209-0BF0-404E-A95C-913AD482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AA268-C025-4B2B-BCFA-304CA764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solvent pump drives the cleaning circuit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818C1-CD32-4D40-9CB6-1ABDB21B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a037969ae41eb"/>
          <a:stretch xmlns:a="http://schemas.openxmlformats.org/drawingml/2006/main"/>
        </p:blipFill>
        <p:spPr>
          <a:xfrm xmlns:a="http://schemas.openxmlformats.org/drawingml/2006/main">
            <a:off x="2893905" y="1885950"/>
            <a:ext cx="247988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7202C-F079-467C-9480-C4F0D1C3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E5025-9B1D-491D-9833-72BDD406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253BB-29C2-4713-B072-2AA4BEBD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2D362-0CAC-45F3-9E3B-77C4DBB4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012FB-0DEA-4E09-A193-EF614A7F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C5F75-B84F-47F1-A7B8-15CA832C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CF164-4970-4608-9971-A8239B76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72F71-F4CE-4D74-8E81-C5792D0F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064</a:t>
            </a:r>
          </a:p>
        </p:txBody>
      </p:sp>
    </p:spTree>
    <p:extLst>
      <p:ext uri="{BB962C8B-B14F-4D97-AF65-F5344CB8AC3E}">
        <p14:creationId xmlns:p14="http://schemas.microsoft.com/office/powerpoint/2010/main" val="162021768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7BB9F-3391-4AB8-8A09-8603DAEA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B7FA8-6872-471B-B233-815408F3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Economy filters protect solvent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1E0CE-17EA-4464-9542-68A8CA11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Understand the system purpose and what must happen before, during and after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D36C7-9016-4EFD-9C12-8C317AB9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7B483-9C67-4E8B-B4C3-D85A3FA5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C5C6D-06C8-41F7-9B73-2B0F9B93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287C0-0386-455D-91B6-A6E8F369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0179D-8F0A-4C76-98D5-46DBB1FC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BBEC7-7F45-4101-A6C3-19CBE23B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065</a:t>
            </a:r>
          </a:p>
        </p:txBody>
      </p:sp>
    </p:spTree>
    <p:extLst>
      <p:ext uri="{BB962C8B-B14F-4D97-AF65-F5344CB8AC3E}">
        <p14:creationId xmlns:p14="http://schemas.microsoft.com/office/powerpoint/2010/main" val="45100693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A10BF-D7E3-4781-ACFF-9205D4F0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EA841-808B-4DC5-8DDC-8E22E615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Cartridge filters provide optional adsorption capacity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5D9E1-F0DC-4E52-BBD7-0918BB48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3496e989c4bb5"/>
          <a:stretch xmlns:a="http://schemas.openxmlformats.org/drawingml/2006/main"/>
        </p:blipFill>
        <p:spPr>
          <a:xfrm xmlns:a="http://schemas.openxmlformats.org/drawingml/2006/main">
            <a:off x="2892636" y="1885950"/>
            <a:ext cx="24824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D17FC-05AC-4BC4-B1E8-33879F3A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0C29F-DA33-4BE8-A024-1FC3A49A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E4B9A-A04C-4261-9D33-10FFA030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42680-8C52-4299-8DDF-2B2C601C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FD89E-8C53-4413-8AB5-981DFD71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B0525-2B35-41FA-8050-DF0D19D0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5BB87-E428-48B9-AA40-9593F654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4EC67-6257-4C23-86D3-9B70A5A7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066</a:t>
            </a:r>
          </a:p>
        </p:txBody>
      </p:sp>
    </p:spTree>
    <p:extLst>
      <p:ext uri="{BB962C8B-B14F-4D97-AF65-F5344CB8AC3E}">
        <p14:creationId xmlns:p14="http://schemas.microsoft.com/office/powerpoint/2010/main" val="127400688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EE126-E26D-4AB3-92C7-A66E6949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8CCA3-9E91-4540-911B-8C615CB5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button trap captures foreign objects and lint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30DE6-745E-4B6B-B253-624C03DF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B44F3-52BC-4CE3-82B4-D1744A32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E5B91-7EA2-432B-AE16-AB28C2D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FB5CA-5E6B-4B4A-A67A-48FACACF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69072-7E1A-42CB-ACD9-17229C2E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F1976-74C7-40FD-921B-400D6B0A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F9069-23EB-4FE5-BBDA-82B808BF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6322B-5E40-4CD6-A0A1-E63BBDC6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067</a:t>
            </a:r>
          </a:p>
        </p:txBody>
      </p:sp>
    </p:spTree>
    <p:extLst>
      <p:ext uri="{BB962C8B-B14F-4D97-AF65-F5344CB8AC3E}">
        <p14:creationId xmlns:p14="http://schemas.microsoft.com/office/powerpoint/2010/main" val="88222151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8E638-6D12-49EA-9FEE-C11F186D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4379B-5BA9-4622-9FAF-E3BAD97B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lint filter protects airflow and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B7B1E-6DA1-4374-AC30-82992ACD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d969232a04df1"/>
          <a:stretch xmlns:a="http://schemas.openxmlformats.org/drawingml/2006/main"/>
        </p:blipFill>
        <p:spPr>
          <a:xfrm xmlns:a="http://schemas.openxmlformats.org/drawingml/2006/main">
            <a:off x="2892636" y="1885950"/>
            <a:ext cx="24824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EB2D3-A3E7-4D28-80D2-0393A0D5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3DEFC-C501-4CE8-AB62-24FE9139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4C67B-80AB-40A2-8AD6-0441C7C8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B2B0C-F631-42F3-A100-D1D761F4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BD4AA-501B-4FD2-AC45-A5D70DAB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6D52D-EEE3-4C50-9BE6-59F96FD6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7DFBE-369B-4DB6-947A-3391A2FB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D3C2E-6615-4353-8AE3-D829202B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068</a:t>
            </a:r>
          </a:p>
        </p:txBody>
      </p:sp>
    </p:spTree>
    <p:extLst>
      <p:ext uri="{BB962C8B-B14F-4D97-AF65-F5344CB8AC3E}">
        <p14:creationId xmlns:p14="http://schemas.microsoft.com/office/powerpoint/2010/main" val="2005342737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2B4CE-6256-4223-872E-B447FE15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1825C-1FAC-4E7F-8207-E8200601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airshaft controls drying and solvent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E0F71-BB1A-49B6-A899-B255EF79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94B30-A264-4AC4-9B9B-ABD12278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7CA2A-A9F6-4569-9288-F3BD1E6F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E8560-5C75-47E0-99E7-CAD1D2B8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Use leakage, temperature, pressure, noise and cycle data to identify deterioration.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18F89-2DA7-4969-8CA3-4A8C3DA5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76CAB-4B00-4409-811C-7C6CD044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EA279-F764-4B4A-9088-984B9D78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069</a:t>
            </a:r>
          </a:p>
        </p:txBody>
      </p:sp>
    </p:spTree>
    <p:extLst>
      <p:ext uri="{BB962C8B-B14F-4D97-AF65-F5344CB8AC3E}">
        <p14:creationId xmlns:p14="http://schemas.microsoft.com/office/powerpoint/2010/main" val="206120305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1B639-4C37-4518-A0FB-0F702AB4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F6B7F-8F32-40C1-BABF-DFF9A450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refrigeration unit condenses solvent vapour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B65CF-4813-4E71-BEF0-291C0A79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7c66b5042407d"/>
          <a:stretch xmlns:a="http://schemas.openxmlformats.org/drawingml/2006/main"/>
        </p:blipFill>
        <p:spPr>
          <a:xfrm xmlns:a="http://schemas.openxmlformats.org/drawingml/2006/main">
            <a:off x="2877193" y="1885950"/>
            <a:ext cx="2513313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8A004-A442-42EF-83BD-0CFB3CDA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9E664-B7F3-4C0C-B362-952E8BC2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319C0-CBB0-48F6-8D10-D73AA8AA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F6D47-A204-46DA-A290-8D855710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AD25B-62F3-401D-9AEE-C8D5C2E3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86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E5604-9DB5-4FC2-BC7D-379AB092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809F8-6FAB-4F52-ABC2-10368DF4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569BA-B9D2-406E-B607-17BF4432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070</a:t>
            </a:r>
          </a:p>
        </p:txBody>
      </p:sp>
    </p:spTree>
    <p:extLst>
      <p:ext uri="{BB962C8B-B14F-4D97-AF65-F5344CB8AC3E}">
        <p14:creationId xmlns:p14="http://schemas.microsoft.com/office/powerpoint/2010/main" val="114574683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A0266-9087-425F-A40C-39615874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491FE-3B9A-4256-B184-6BB3719D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heater battery supplies controlled drying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C9AC9-E57C-4450-9B2E-4902ECF9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Understand the system purpose and what must happen before, during and after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A7B50-01E5-463F-B380-D12E082F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15A61-536F-45E3-B960-F09543F9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B5DED-75B0-4225-8B5B-3522967C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45411-0B2E-4D2B-8187-BA2DCDA0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0A246-462A-4E09-A15D-ED782437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CC215-6E2B-4B7C-8852-8F1A19CB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071</a:t>
            </a:r>
          </a:p>
        </p:txBody>
      </p:sp>
    </p:spTree>
    <p:extLst>
      <p:ext uri="{BB962C8B-B14F-4D97-AF65-F5344CB8AC3E}">
        <p14:creationId xmlns:p14="http://schemas.microsoft.com/office/powerpoint/2010/main" val="224024423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211AA-CA94-4E5C-8173-12E253C1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2686E-FBD5-46C8-B871-F569B389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drying controller ends the cycle 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FA1BF-8810-4625-ADA4-B7F90E5A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10cc3dc9c4be6"/>
          <a:stretch xmlns:a="http://schemas.openxmlformats.org/drawingml/2006/main"/>
        </p:blipFill>
        <p:spPr>
          <a:xfrm xmlns:a="http://schemas.openxmlformats.org/drawingml/2006/main">
            <a:off x="2208984" y="1885950"/>
            <a:ext cx="3849733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1D413-E11A-4938-91B9-C9099727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EA8A5-9629-4881-8804-00D53E9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C3794-9A90-4B27-B12B-3F22BC15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97167-47F4-4DA8-AEAE-053373DA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5193F-4BF7-4E40-AC8C-45FC80E1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Machine / system reference • operating manual page 91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38BF5-BF39-4593-9EA0-5D85BFBC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532CF-CFE8-492A-AF78-4063984E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ED934-990F-4A6D-ADE6-2CCDD0DC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072</a:t>
            </a:r>
          </a:p>
        </p:txBody>
      </p:sp>
    </p:spTree>
    <p:extLst>
      <p:ext uri="{BB962C8B-B14F-4D97-AF65-F5344CB8AC3E}">
        <p14:creationId xmlns:p14="http://schemas.microsoft.com/office/powerpoint/2010/main" val="50797969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9FEE8-7D73-4FF8-AC32-F1E873B3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99173-3852-4253-AB83-5E6BB46C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Loading-door venting reduces operator exposure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5159C-6AB8-499D-AB72-FBFE73F2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1F306-BA35-4E95-AF3F-28093E52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9BA0B-673F-4E0E-8C0D-2C1E65C6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E9B29-435A-43EE-9FA7-DFA44FEC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9DDB5-B232-46EA-94BC-FB39D5AB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CB79C-DDAF-4EA3-B212-FB3CC0E4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88815-32E7-4EDE-BCF0-1F8500C5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DBD33-BBF2-43C2-A605-E53E4995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073</a:t>
            </a:r>
          </a:p>
        </p:txBody>
      </p:sp>
    </p:spTree>
    <p:extLst>
      <p:ext uri="{BB962C8B-B14F-4D97-AF65-F5344CB8AC3E}">
        <p14:creationId xmlns:p14="http://schemas.microsoft.com/office/powerpoint/2010/main" val="1286621118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1E8D2-BF0C-47C9-8435-70E22542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B2720-72B5-4D97-ADE3-48B83AB3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still separates solvent from residues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9BE59-5695-4427-A62D-00BEE55E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859e85f124f2d"/>
          <a:stretch xmlns:a="http://schemas.openxmlformats.org/drawingml/2006/main"/>
        </p:blipFill>
        <p:spPr>
          <a:xfrm xmlns:a="http://schemas.openxmlformats.org/drawingml/2006/main">
            <a:off x="3170933" y="1885950"/>
            <a:ext cx="1925834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FF2DA-542E-441F-8CE1-3F3B380B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20A5C-D3D5-4D53-B74A-3FB26D74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25D5D-0FF0-4EDB-B282-865647F0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E5ABE-4D6E-46A6-BE0E-C20168EA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5210D-395F-40BA-921A-D6105C32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A2DD5-3173-4C18-ABFC-0F587C1B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7527E-9A0D-4498-8CEA-CCDB9E4E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2D5E2-9605-4F2D-9851-E4ACB3BB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074</a:t>
            </a:r>
          </a:p>
        </p:txBody>
      </p:sp>
    </p:spTree>
    <p:extLst>
      <p:ext uri="{BB962C8B-B14F-4D97-AF65-F5344CB8AC3E}">
        <p14:creationId xmlns:p14="http://schemas.microsoft.com/office/powerpoint/2010/main" val="76608332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26962-6F9E-459F-B4AF-46F36EAD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80CE2-2992-4BCB-92BD-CA4E874C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Still overfill protection prevents an unsafe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99689-B304-46DE-8A72-DC3B0575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9C6A8-6012-4751-9A45-08F5BB7E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D1EFE-3B3A-4728-91C5-6F3496FE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D252E-58E0-4B76-8CC5-C7526106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Use leakage, temperature, pressure, noise and cycle data to identify deterioration.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528A7-E042-4B95-87F1-4722B0ED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4163D-F9A8-4C58-8ED7-A9309356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21C01-809D-4C08-B56F-4C3BCC3D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075</a:t>
            </a:r>
          </a:p>
        </p:txBody>
      </p:sp>
    </p:spTree>
    <p:extLst>
      <p:ext uri="{BB962C8B-B14F-4D97-AF65-F5344CB8AC3E}">
        <p14:creationId xmlns:p14="http://schemas.microsoft.com/office/powerpoint/2010/main" val="213509765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AAD4C-2C7A-4629-8A2F-AD6AE51B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CA3FB-85AD-4DF1-B95A-48B1D4A3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Emission-free residue removal reduces open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3ECE5-AC9C-4FAB-927E-6FD618EE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82d2b940849ce"/>
          <a:stretch xmlns:a="http://schemas.openxmlformats.org/drawingml/2006/main"/>
        </p:blipFill>
        <p:spPr>
          <a:xfrm xmlns:a="http://schemas.openxmlformats.org/drawingml/2006/main">
            <a:off x="2831282" y="1885950"/>
            <a:ext cx="2605136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4B12E-E794-4913-BFF2-441D04F8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B6617-C014-4F79-BF43-E1BD5EFC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1E58B-C410-415E-BAE5-6160CC5A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D4DD0-55C2-4F53-9F30-9F27FD1D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311BC-9F19-4E0F-8526-22BC08F6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72C7C-DACD-4DF2-AF1A-58F760CA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3FF85-E112-49BE-9E2A-A005D04F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FE692-0F20-4222-BEA4-E67E6F5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076</a:t>
            </a:r>
          </a:p>
        </p:txBody>
      </p:sp>
    </p:spTree>
    <p:extLst>
      <p:ext uri="{BB962C8B-B14F-4D97-AF65-F5344CB8AC3E}">
        <p14:creationId xmlns:p14="http://schemas.microsoft.com/office/powerpoint/2010/main" val="981163472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52F39-CE38-4F95-BD7D-F3A7E45C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1B220-7AD0-4293-A114-975F0F1A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condenser returns vapour to liquid solvent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558A6-2B61-4E16-AE98-24A054BE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Understand the system purpose and what must happen before, during and after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5AA82-2D94-49E4-99B4-D4AE6352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FE154-BD63-4A12-9DE7-891E627D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6BEFE-1A03-4897-AFB8-FEB123D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5A581-D901-46F5-81EF-AB3DE827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B7BA7-E5FD-4C4A-8BF7-96574BB3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A2B29-DC2D-4518-9187-853B5631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077</a:t>
            </a:r>
          </a:p>
        </p:txBody>
      </p:sp>
    </p:spTree>
    <p:extLst>
      <p:ext uri="{BB962C8B-B14F-4D97-AF65-F5344CB8AC3E}">
        <p14:creationId xmlns:p14="http://schemas.microsoft.com/office/powerpoint/2010/main" val="16386443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C4706-58DA-41A3-9762-330F07F0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C7900-8765-4214-AC90-BE6AC886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water separator divides solvent from process water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DBB16-2E9B-466B-AC25-8291567F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6796b917d4629"/>
          <a:stretch xmlns:a="http://schemas.openxmlformats.org/drawingml/2006/main"/>
        </p:blipFill>
        <p:spPr>
          <a:xfrm xmlns:a="http://schemas.openxmlformats.org/drawingml/2006/main">
            <a:off x="2899314" y="1885950"/>
            <a:ext cx="246907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DC57F-6A94-42F4-ADD7-6B0481E2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E5CFD-09E4-42DE-8DEB-7AD3AA2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D299D-F601-4289-9DEB-BB4E3537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9605A-A987-4383-81B7-7DDD3DE5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313A9-34D1-4F2A-AB0A-B2B9AC7E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3DD94-25D8-4D05-8244-8C6ABD85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048F4-249D-49CB-B861-527F9ECD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E7CF2-693C-4E44-A859-3FE96E10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078</a:t>
            </a:r>
          </a:p>
        </p:txBody>
      </p:sp>
    </p:spTree>
    <p:extLst>
      <p:ext uri="{BB962C8B-B14F-4D97-AF65-F5344CB8AC3E}">
        <p14:creationId xmlns:p14="http://schemas.microsoft.com/office/powerpoint/2010/main" val="77232848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ABB98-7919-4D3D-B4EE-CC10F068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DE35E-15A5-4EA5-899F-56497227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safety separator provides additional protection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7F5A9-D5F7-4C60-B5CB-7A20170E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1CC7C-9241-458B-B9ED-73973BE4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F4232-4833-4405-AEC2-632048FF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DF49E-26EA-48E8-9EDD-16388AE6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306C3-D79D-432D-A737-154AD940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798E3-2125-493F-9B9A-28212415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5B4DB-13F2-478E-A788-496926B0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A1AF4-71AE-4047-BADC-9AB18408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079</a:t>
            </a:r>
          </a:p>
        </p:txBody>
      </p:sp>
    </p:spTree>
    <p:extLst>
      <p:ext uri="{BB962C8B-B14F-4D97-AF65-F5344CB8AC3E}">
        <p14:creationId xmlns:p14="http://schemas.microsoft.com/office/powerpoint/2010/main" val="1745153421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FB5C6-4B5D-46AE-A964-6867A44F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9281D-78CC-454C-A594-2A36C6C9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dosing unit introduces controlled additives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72992-8478-427C-B17A-863B9D21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db11ae0034aba"/>
          <a:stretch xmlns:a="http://schemas.openxmlformats.org/drawingml/2006/main"/>
        </p:blipFill>
        <p:spPr>
          <a:xfrm xmlns:a="http://schemas.openxmlformats.org/drawingml/2006/main">
            <a:off x="2899314" y="1885950"/>
            <a:ext cx="246907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DE71E-C633-49D2-8206-3565AED6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FB753-3B38-4A29-8531-9679245B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FD819-129F-4919-AC5A-83D12C56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73907-D137-46F7-84DA-A1DBFC4B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F23C6-2F63-4930-8C5D-4AA743F1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1CD14-0A86-487B-B10F-BD4F4B27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DCBAA-250E-4DBB-A188-D6AF513B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2E809-A821-4FCF-A213-6F9C6D70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080</a:t>
            </a:r>
          </a:p>
        </p:txBody>
      </p:sp>
    </p:spTree>
    <p:extLst>
      <p:ext uri="{BB962C8B-B14F-4D97-AF65-F5344CB8AC3E}">
        <p14:creationId xmlns:p14="http://schemas.microsoft.com/office/powerpoint/2010/main" val="1916811636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B7F86-A289-4331-99D6-854DEF43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EE836-42A2-433E-98AB-A832FC06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sprayer applies treatment to garments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C34EE-483F-4599-97ED-8DDA3362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AA590-FEE9-4EAE-919A-4D4CF3AD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DFAE4-AF3B-4235-A1EE-7DF3F15F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72343-8FE0-4F83-B26D-56362448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Use leakage, temperature, pressure, noise and cycle data to identify deterioration.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1F727-5A7B-4972-8EBC-E6DD763D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9B7BF-065A-45E5-82E8-0C1AB963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2FBB4-FD95-442B-AD60-18162BFE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081</a:t>
            </a:r>
          </a:p>
        </p:txBody>
      </p:sp>
    </p:spTree>
    <p:extLst>
      <p:ext uri="{BB962C8B-B14F-4D97-AF65-F5344CB8AC3E}">
        <p14:creationId xmlns:p14="http://schemas.microsoft.com/office/powerpoint/2010/main" val="1709461652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0D88D-D0B7-4E75-ADFF-18FD1570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B27D2-ACBE-43A2-9CA4-132F2873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Slimsorba reduces residual solvent concentration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ADD8B-E740-45DA-A5CF-4F7AE295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2bd484c654927"/>
          <a:stretch xmlns:a="http://schemas.openxmlformats.org/drawingml/2006/main"/>
        </p:blipFill>
        <p:spPr>
          <a:xfrm xmlns:a="http://schemas.openxmlformats.org/drawingml/2006/main">
            <a:off x="2895812" y="1885950"/>
            <a:ext cx="2476075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D5EA1-E354-4ABC-AC2E-8EB61AEC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EF071-5E99-498D-AA93-1956FFB9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42F0E-8E38-44F5-9E16-85E5E978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F0ACC-4B54-4F65-959A-79D77242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92F1D-7ADD-45A8-8C78-878A28B6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76994-6CA1-425D-A483-6B9AD0AF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E4766-46E1-42D0-BDFF-E566A1C1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E18DD-413D-4122-9387-829059DC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082</a:t>
            </a:r>
          </a:p>
        </p:txBody>
      </p:sp>
    </p:spTree>
    <p:extLst>
      <p:ext uri="{BB962C8B-B14F-4D97-AF65-F5344CB8AC3E}">
        <p14:creationId xmlns:p14="http://schemas.microsoft.com/office/powerpoint/2010/main" val="1214322110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BD6CD-A9B9-4628-A86D-187C9FA6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FA368-3FF0-4E8C-A2BE-45D27270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solvent safety trough protects the floor and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0D12D-D086-4AAA-8B4E-4AC26702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Understand the system purpose and what must happen before, during and after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43872-F9F4-4E02-BF0C-3715C4F9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EB05A-A39D-4C5A-9DCC-ACE2DECF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7BC05-982D-4D1B-8805-B5FF5075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BFF6B-5FAE-4C0F-A0ED-18DFE11D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0598C-0814-4140-A54C-63DF0F58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E40D7-B6F3-4B02-A282-94C26395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083</a:t>
            </a:r>
          </a:p>
        </p:txBody>
      </p:sp>
    </p:spTree>
    <p:extLst>
      <p:ext uri="{BB962C8B-B14F-4D97-AF65-F5344CB8AC3E}">
        <p14:creationId xmlns:p14="http://schemas.microsoft.com/office/powerpoint/2010/main" val="183507534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FD144-7DAC-4E2B-BC98-13E7A904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E36AE-A942-448E-8CE5-06B43707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Level sensors govern transfer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3704D-7638-414D-8BAD-8CD6CD6F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c3c427fb3404c"/>
          <a:stretch xmlns:a="http://schemas.openxmlformats.org/drawingml/2006/main"/>
        </p:blipFill>
        <p:spPr>
          <a:xfrm xmlns:a="http://schemas.openxmlformats.org/drawingml/2006/main">
            <a:off x="2899314" y="1885950"/>
            <a:ext cx="246907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A31AB-5D65-40CE-96BB-461B7041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72DA4-B716-4927-BDE6-1A9476D7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CB17D-6AF5-453E-B021-CC3BE735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B552C-4DAB-4284-91FC-AF10B774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4D769-49F9-4581-8DDC-A18A0A0A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44A8C-17EB-498C-ABA4-726337BE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9C07C-0A14-46BD-AE93-B59DD1A6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EE45F-735F-4BFE-825B-6C637288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084</a:t>
            </a:r>
          </a:p>
        </p:txBody>
      </p:sp>
    </p:spTree>
    <p:extLst>
      <p:ext uri="{BB962C8B-B14F-4D97-AF65-F5344CB8AC3E}">
        <p14:creationId xmlns:p14="http://schemas.microsoft.com/office/powerpoint/2010/main" val="1122254080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3D256-8C22-46FA-A7A6-8FD1D98D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99769-8E91-4681-8152-8BC39796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Pressure switches verify air and process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94C6B-9038-4FF6-90FD-2146D041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469FC-6A6B-41EF-B6DB-E61B95EC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C27AE-E7D1-4C7E-A6FC-BBDD0E8E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45D21-8490-41F9-B832-6EC26324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9BD5E-479D-40AE-9815-A47B8F2C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57446-4386-40E8-A5DB-98AE0E0E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2A70A-E30D-4ABE-B9DE-D5046778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Functional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11B76-692E-48FC-A787-0C9C3E3A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085</a:t>
            </a:r>
          </a:p>
        </p:txBody>
      </p:sp>
    </p:spTree>
    <p:extLst>
      <p:ext uri="{BB962C8B-B14F-4D97-AF65-F5344CB8AC3E}">
        <p14:creationId xmlns:p14="http://schemas.microsoft.com/office/powerpoint/2010/main" val="57092808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4385E-924A-44B9-99B1-545AF522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8DBD2-A8CC-4B43-A29C-11F0EA77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19A2A-0CCA-45CF-83CA-B85B5892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6CF3A-227F-4A9A-985C-7FFC02D9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086</a:t>
            </a:r>
          </a:p>
        </p:txBody>
      </p:sp>
    </p:spTree>
    <p:extLst>
      <p:ext uri="{BB962C8B-B14F-4D97-AF65-F5344CB8AC3E}">
        <p14:creationId xmlns:p14="http://schemas.microsoft.com/office/powerpoint/2010/main" val="621298571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3D82C-91AC-4865-AB75-FAECE842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A602A-12ED-460D-8D0F-305C393F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Pre-start inspection determines whether operation is allowed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00A05-817D-4ECE-A405-A5A0264E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a58dff23641b4"/>
          <a:stretch xmlns:a="http://schemas.openxmlformats.org/drawingml/2006/main"/>
        </p:blipFill>
        <p:spPr>
          <a:xfrm xmlns:a="http://schemas.openxmlformats.org/drawingml/2006/main">
            <a:off x="2899314" y="1885950"/>
            <a:ext cx="246907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2D25C-0622-46FD-A0DB-80314216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4898F-EA58-43EE-B447-F8CF3401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5630F-DAB6-4DB1-9AC9-91C60525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8324A-CFB8-4928-BA01-56563817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0D6AD-227B-4FAA-9E6D-48B41985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1F2F8-9E95-4E51-B6E8-0CC8C7DE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A7481-04F7-41D3-ACB2-13191387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3D21C-74B1-4BBC-BC6A-B5DBE93E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087</a:t>
            </a:r>
          </a:p>
        </p:txBody>
      </p:sp>
    </p:spTree>
    <p:extLst>
      <p:ext uri="{BB962C8B-B14F-4D97-AF65-F5344CB8AC3E}">
        <p14:creationId xmlns:p14="http://schemas.microsoft.com/office/powerpoint/2010/main" val="748091990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BB1F7-5ECE-4D62-A0A3-D6F9445E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2B01F-F314-4D5D-92FA-18EC496B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Garment checks protect both load and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704D5-C5BF-49AF-B8E5-E163C0CB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F4489-7F67-4EA4-BCDC-36EC19E7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 garment checks protect both load and machine into the approved operating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3538C-1F2A-4C13-9D39-CD7F79F6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8F71C-281D-40D9-94E1-2851F666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57EBB-58B3-4401-8563-FC3D5B18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8D97D-6ABF-4825-B7C0-D512DB0A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DDB10-4554-4098-B0E1-B84A17AA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Operation &amp;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F7ADE-4F86-47AD-801E-5094EB1A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088</a:t>
            </a:r>
          </a:p>
        </p:txBody>
      </p:sp>
    </p:spTree>
    <p:extLst>
      <p:ext uri="{BB962C8B-B14F-4D97-AF65-F5344CB8AC3E}">
        <p14:creationId xmlns:p14="http://schemas.microsoft.com/office/powerpoint/2010/main" val="1667707093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DDC86-FD09-4771-95AC-BC21EC20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18519-5EA9-42AB-9A0F-AA4B6C54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Correct loading prevents imbalance and poor cleaning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67310-70DC-4FA0-88EA-96ED385B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89256e40346eb"/>
          <a:stretch xmlns:a="http://schemas.openxmlformats.org/drawingml/2006/main"/>
        </p:blipFill>
        <p:spPr>
          <a:xfrm xmlns:a="http://schemas.openxmlformats.org/drawingml/2006/main">
            <a:off x="2899314" y="1885950"/>
            <a:ext cx="246907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21AAA-C0A2-4C2D-AFC7-1510E189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D0E56-1C93-46EB-99E4-7E923C6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8497B-BA2F-4F83-B0C6-62CBADFB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D3218-B7CA-4AE9-B44A-A707B0A9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1D2CB-B408-4B7E-9BD3-DD4812AE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6A675-A158-4254-973A-4994792D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93F4A-15D3-47F8-9EDB-EDC96A0E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30187-0861-4093-9767-3BADAE76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089</a:t>
            </a:r>
          </a:p>
        </p:txBody>
      </p:sp>
    </p:spTree>
    <p:extLst>
      <p:ext uri="{BB962C8B-B14F-4D97-AF65-F5344CB8AC3E}">
        <p14:creationId xmlns:p14="http://schemas.microsoft.com/office/powerpoint/2010/main" val="194842504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B6F17-6A74-443D-B6B0-C8ACE493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1CB42-F4CB-4C49-B430-45FF9DC1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Program selection must follow garment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7BFCC-79F7-4F07-B4B9-39282616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84498-4EE8-4C20-BBC5-E13BECC4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 program selection must follow garment requirements into the approved operating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B6D7A-CDD9-4D8B-9D97-C4E09A17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EB8D7-3650-4E2E-B16A-3107D218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If the sequence deviates, preserve the evidence and place the machine in a safe condition.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1D749-692F-4B59-A027-CDC12C2F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C43B1-1C67-4F87-94AB-6CCEB4AB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Operation &amp;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A5E5D-ACCB-405B-9057-010E9CF3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090</a:t>
            </a:r>
          </a:p>
        </p:txBody>
      </p:sp>
    </p:spTree>
    <p:extLst>
      <p:ext uri="{BB962C8B-B14F-4D97-AF65-F5344CB8AC3E}">
        <p14:creationId xmlns:p14="http://schemas.microsoft.com/office/powerpoint/2010/main" val="127082016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4154B-B4C2-427E-8ADD-EBDE82D9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57A93-FC36-4A32-9338-734D591B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Automatic operation still requires active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856C4-2B33-4E92-B288-1CF3C609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0b5a5952f465f"/>
          <a:stretch xmlns:a="http://schemas.openxmlformats.org/drawingml/2006/main"/>
        </p:blipFill>
        <p:spPr>
          <a:xfrm xmlns:a="http://schemas.openxmlformats.org/drawingml/2006/main">
            <a:off x="2899314" y="1885950"/>
            <a:ext cx="246907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CEB84-8548-4415-A99E-601D1DB1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FA9E1-D46B-433D-A745-28BBEAEC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A4465-DCB8-43D5-8084-4596EC86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D0BF6-9649-40D0-9DFE-DFA52DE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FFBEA-7171-4BF4-A417-F2F6461D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00E73-C9F5-401F-9770-41FCD591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A1A15-1279-4355-8C39-B739A692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DC6D0-8D83-4203-9DB9-92CFCD80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091</a:t>
            </a:r>
          </a:p>
        </p:txBody>
      </p:sp>
    </p:spTree>
    <p:extLst>
      <p:ext uri="{BB962C8B-B14F-4D97-AF65-F5344CB8AC3E}">
        <p14:creationId xmlns:p14="http://schemas.microsoft.com/office/powerpoint/2010/main" val="34230404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BD0A5-CD56-4016-BC4D-5DE4F7A9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91DD9-0CBA-40EE-940C-2AFE52A9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Temperature display supports evidence-based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DB0D9-0C5C-4926-AA92-851A0BA0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Build temperature display supports evidence-based decisions into the approved operating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85D32-46AE-422B-BEBC-42105414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62F41-4ED2-4569-BFB9-F73DB806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B5295-44A5-4082-BEDB-7507A95A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46690-D681-41BD-B59D-57607486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A5010-1BC6-449D-8BBF-B308B3F8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Operation &amp;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BCF4E-91E5-47F5-B2F6-00508C98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092</a:t>
            </a:r>
          </a:p>
        </p:txBody>
      </p:sp>
    </p:spTree>
    <p:extLst>
      <p:ext uri="{BB962C8B-B14F-4D97-AF65-F5344CB8AC3E}">
        <p14:creationId xmlns:p14="http://schemas.microsoft.com/office/powerpoint/2010/main" val="117045685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8A182-AA56-4EDC-AC46-F2393B4A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375AD-332C-4783-BB14-C87B616C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Operating data provides a performance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770E4-0366-49F4-89DA-5DB6E2A3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f8463417b4793"/>
          <a:stretch xmlns:a="http://schemas.openxmlformats.org/drawingml/2006/main"/>
        </p:blipFill>
        <p:spPr>
          <a:xfrm xmlns:a="http://schemas.openxmlformats.org/drawingml/2006/main">
            <a:off x="2902744" y="1885950"/>
            <a:ext cx="2462213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6988B-AA8E-4C30-B24E-E71E0A9F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25DE3-E97C-45C8-9C61-6385FC75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6E63E-B313-4E5A-A0AF-ED34EF6D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EF67B-492D-4E22-964E-7A43FEFD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A3B3D-9A49-4AEF-9172-EBD6F39A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D4FDF-9204-403F-B17D-F0B6FDD4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BA555-F820-4650-A520-70DC9297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85912-62B4-414B-9B57-5A7F5C85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093</a:t>
            </a:r>
          </a:p>
        </p:txBody>
      </p:sp>
    </p:spTree>
    <p:extLst>
      <p:ext uri="{BB962C8B-B14F-4D97-AF65-F5344CB8AC3E}">
        <p14:creationId xmlns:p14="http://schemas.microsoft.com/office/powerpoint/2010/main" val="1690139206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2F025-1B8B-4850-A8D1-0AA89E99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04DFE-40EF-40AF-98D7-FB6E69DA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Error messages and notices require different responses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292E2-523F-47CE-8D71-3760A12C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9BFD5-08D5-4132-AE3D-98964F27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 error messages and notices require different responses into the approved operating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40C08-68E9-472D-80E2-83B6D2F8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623BB-75F0-43E3-A980-36381DAB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B46B2-CE26-497A-B098-B4F6A70B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BB710-ED53-49FD-97EF-23804D4A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46D3C-4FAA-45C5-B80A-C0151998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Operation &amp;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8275B-893A-4DD8-9019-881C5B38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094</a:t>
            </a:r>
          </a:p>
        </p:txBody>
      </p:sp>
    </p:spTree>
    <p:extLst>
      <p:ext uri="{BB962C8B-B14F-4D97-AF65-F5344CB8AC3E}">
        <p14:creationId xmlns:p14="http://schemas.microsoft.com/office/powerpoint/2010/main" val="1629317760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1B738-442E-4D73-8404-4398D40C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E45EE-48AD-4E5E-BF70-B3CB7B0C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test run confirms safe return to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D2684-65EF-40F2-9EC6-C28B50F6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d9b4c74524400"/>
          <a:stretch xmlns:a="http://schemas.openxmlformats.org/drawingml/2006/main"/>
        </p:blipFill>
        <p:spPr>
          <a:xfrm xmlns:a="http://schemas.openxmlformats.org/drawingml/2006/main">
            <a:off x="2891238" y="1885950"/>
            <a:ext cx="2485224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99E40-AE32-405D-9542-25B71156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812EC-AE55-44E4-A970-7458B76E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7C555-DFD6-4108-BBD1-7DE45ACB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85B9A-96D6-40CE-A825-A8DEAD47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37959-2866-4ED3-8171-25CD6423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7A01A-F9B8-477A-8033-2B0C70D5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C3916-3589-4875-A34E-55506A9E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5BC38-70AB-49FE-8E73-CD095464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095</a:t>
            </a:r>
          </a:p>
        </p:txBody>
      </p:sp>
    </p:spTree>
    <p:extLst>
      <p:ext uri="{BB962C8B-B14F-4D97-AF65-F5344CB8AC3E}">
        <p14:creationId xmlns:p14="http://schemas.microsoft.com/office/powerpoint/2010/main" val="1295488400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41B34-F47B-4762-A1B2-AA16EE2F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CDC73-B057-40CD-B50F-FA607FB4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Deodorizing is the safe response when the door cannot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2D7C0-34DF-4437-9A8B-BA1337DB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87710-BE10-47DD-ADAD-52D43A6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Select the OEM deodorizing program when the loading door cannot be opened.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13B6E-0803-4A01-9F2A-306DA40C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96BA0-2E06-4726-8DC6-F8893078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Do not force or bypass the door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Investigate the initiating fault after the machine reaches a safe condition.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BA459-7BE2-41E2-8D6D-27AF9C41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F3016-56CD-4FBB-8483-947BFD3E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Operation &amp;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9520E-2F0B-4668-BE88-A2B158A9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096</a:t>
            </a:r>
          </a:p>
        </p:txBody>
      </p:sp>
    </p:spTree>
    <p:extLst>
      <p:ext uri="{BB962C8B-B14F-4D97-AF65-F5344CB8AC3E}">
        <p14:creationId xmlns:p14="http://schemas.microsoft.com/office/powerpoint/2010/main" val="1998059701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612D3-5A34-491A-8FA9-1766D970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8375A-A0A4-4813-A687-85B6AF37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Maintenance programs automate defined process sequences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C3AC8-8857-484A-94ED-9EBD363F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563aff4294671"/>
          <a:stretch xmlns:a="http://schemas.openxmlformats.org/drawingml/2006/main"/>
        </p:blipFill>
        <p:spPr>
          <a:xfrm xmlns:a="http://schemas.openxmlformats.org/drawingml/2006/main">
            <a:off x="2900460" y="1885950"/>
            <a:ext cx="246678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C01D8-DC0D-495D-B300-80A07A5E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ABF5E-B6A0-430C-B090-816B1DC4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9498B-DD7E-4330-93C2-933AC7E4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40793-60B6-403F-B75B-7DD32898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tanks, valves and disposal arrangements before starting.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Monitor the complete sequence; automation does not remove operator responsibility.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B96CD-CBC1-49E9-8AC1-8868D754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44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CE29F-A670-4C84-8264-0C0A724B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5D1A7-83D3-448C-8CF8-F81CDAB2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A4F18-892F-4FAB-AEB5-BCC374FA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097</a:t>
            </a:r>
          </a:p>
        </p:txBody>
      </p:sp>
    </p:spTree>
    <p:extLst>
      <p:ext uri="{BB962C8B-B14F-4D97-AF65-F5344CB8AC3E}">
        <p14:creationId xmlns:p14="http://schemas.microsoft.com/office/powerpoint/2010/main" val="185342864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A98BF-FE1C-4B1E-A1C3-32981F86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0542B-2904-4B84-B4EA-F73E034E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Shift handover preserves unresolved technical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FDF9B-6D0D-4B66-9C4C-C62736AC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Build shift handover preserves unresolved technical information into the approved operating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37031-DD7A-49A3-8877-D6FCF665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A5E37-CB7F-4185-A7F0-ED5A8554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AB151-1E2F-46F2-B725-3D1CC355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56841-68A4-4642-B46F-2E1E066C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DDCD9-319B-45E1-9940-3073792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Operation &amp;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EEBAD-AD7D-4513-B635-A7DAB440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098</a:t>
            </a:r>
          </a:p>
        </p:txBody>
      </p:sp>
    </p:spTree>
    <p:extLst>
      <p:ext uri="{BB962C8B-B14F-4D97-AF65-F5344CB8AC3E}">
        <p14:creationId xmlns:p14="http://schemas.microsoft.com/office/powerpoint/2010/main" val="79696574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36306-D258-4AD8-B8E9-81007F7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4250C-A560-4668-87FE-D194D198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2B39A-825E-4D91-9A6F-BC484ECC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BD43E-9246-4302-82A8-C8614F13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099</a:t>
            </a:r>
          </a:p>
        </p:txBody>
      </p:sp>
    </p:spTree>
    <p:extLst>
      <p:ext uri="{BB962C8B-B14F-4D97-AF65-F5344CB8AC3E}">
        <p14:creationId xmlns:p14="http://schemas.microsoft.com/office/powerpoint/2010/main" val="163163280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E5247-C8AA-48C3-BD41-EE714C5A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4D814-7E5C-4925-BB7E-E64A19D1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Daily maintenance protects safety and throughput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418DB-649A-4EBB-BAEF-A32903AB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3a644df874968"/>
          <a:stretch xmlns:a="http://schemas.openxmlformats.org/drawingml/2006/main"/>
        </p:blipFill>
        <p:spPr>
          <a:xfrm xmlns:a="http://schemas.openxmlformats.org/drawingml/2006/main">
            <a:off x="2899314" y="1885950"/>
            <a:ext cx="246907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37350-A3C4-4D98-8897-6A3C547F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7F677-23DA-4D90-B9D0-133D2832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AD887-8FFA-40C5-94E0-2785A3F4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552B7-87A7-483C-ABED-68D5AC2B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7DB54-1F78-49F3-A98B-E65C50F8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A2DE8-2FFD-4874-AB16-1C4122A6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D7BEF-51B7-4EBE-8FEE-6D6FDFEF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4ABCE-69B0-463D-A25D-277627A6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450037727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19115-5F71-41A2-B3A5-192D5CDF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17396-2A3E-4EF4-9A3B-9AADB7F2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operating safety and liquid levels before startup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25E91-38D4-41EF-B5B0-2F5DB2EA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Include inspect operating safety and liquid levels before startup in the controlled PPM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EB937-25F6-4C7D-AFE4-02B95417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0CBAF-5C8C-40DB-A46D-C4B0A626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A6B1F-ED11-47F9-B15A-FF903DFA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0073A-D9D9-4308-AA95-398F55CF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A5B05-8B97-4FF7-8D84-F8D30DC6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F6D96-FF07-4A0E-B488-9394CEBF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629185268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5E6F0-1AC5-4444-AAF6-43B463F0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F61DB-9C80-4379-9FD2-38A5696A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the lint filter daily or more often when required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A0C2D-2838-4DCD-B228-481C27EC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04eb0a0d24a49"/>
          <a:stretch xmlns:a="http://schemas.openxmlformats.org/drawingml/2006/main"/>
        </p:blipFill>
        <p:spPr>
          <a:xfrm xmlns:a="http://schemas.openxmlformats.org/drawingml/2006/main">
            <a:off x="2891238" y="1885950"/>
            <a:ext cx="2485224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9E936-927C-4900-9548-B1C2B213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04CE0-4040-4D2B-90A1-786012B5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90E31-2148-4094-A57B-171519AD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122A0-1C7E-4DB0-B398-4A096B25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sealing and correct seating before restarting.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 restricted lint filter increases drying time and thermal stress.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1695F-471C-4126-90AF-FD082815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CB849-F57E-4AD4-AB66-A8C4B534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6E673-A755-4ADF-8835-3153DFE0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09830-A020-4DAD-AA00-DA691A97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1853089338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F2CAA-DAEF-448E-9873-B28E2485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6E214-2808-4691-AAF5-911710FE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the button-trap strainer every 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91567-784C-4AF1-916B-CF5928FF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D45B2-6EFD-4F00-A312-9E639173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Remove captured objects and lint at least daily.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21638-0148-4112-A6F5-E44A08D5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5124E-01C6-4E92-AED7-D71A1D07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CDB9B-65C7-4549-B048-1A3267FE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Check the strainer and seal for damage.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Account for sharp objects and solvent exposure during handling.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15E9E-5EB8-4C46-BC96-80906A32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763A6-4884-418A-A7DD-E9D22D15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23D3C-C897-4A34-8E4D-B3FDA9F8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608725031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194AB-FFA3-4D00-99D4-2A515242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7A182-F1AB-44EB-96E7-9509A336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door sealing and locking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1A5B5-C064-4DAC-852F-0D86ED2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583afac9a445d"/>
          <a:stretch xmlns:a="http://schemas.openxmlformats.org/drawingml/2006/main"/>
        </p:blipFill>
        <p:spPr>
          <a:xfrm xmlns:a="http://schemas.openxmlformats.org/drawingml/2006/main">
            <a:off x="2902744" y="1885950"/>
            <a:ext cx="2462213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13D20-479A-40F1-BAD5-29826A3A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6A4FE-92CC-4262-A9E1-B9C04DCA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78090-FEE1-492F-844E-3DD6AB30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29FAD-A212-4AEB-AC11-F9D5CA62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FF721-14A9-4364-BA26-9A7EFC3B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5B16B-0440-4EC0-8622-4FE575FC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D0B1D-3F77-418E-A7B4-2375D49E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29057-B84F-4866-A507-50F4369E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260695676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48EE9-229B-434B-9FF1-26CC1770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26468-2010-4AB8-94E0-22CA5AAB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Check sight-glasses for visibility and abnormal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2C480-AB05-463A-9985-EA04F528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9C895-319C-4417-81F8-4157BB75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check sight-glasses for visibility and abnormal condition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76B86-AD04-4D2E-BA5B-FA3FF59B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4C00A-E5CE-448F-861E-E3B3B3C0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Raise corrective work for deterioration; a signed checklist alone is not completion.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45337-2023-4D3A-9EDB-CF39D65A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16D9A-6AD8-4C2D-BF2B-18632707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B0566-D97F-42BB-BD28-CC0FEBE2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229464507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ADF43-5412-4E65-9001-4C3D2664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C6F5B-3FB9-4C6B-BEB8-52F07B59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solvent and water separation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33065-6387-4C30-823F-BACD82AA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b58401ff44527"/>
          <a:stretch xmlns:a="http://schemas.openxmlformats.org/drawingml/2006/main"/>
        </p:blipFill>
        <p:spPr>
          <a:xfrm xmlns:a="http://schemas.openxmlformats.org/drawingml/2006/main">
            <a:off x="2899314" y="1885950"/>
            <a:ext cx="246907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A9FC7-D28D-46B1-9BBA-EC738BB8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BCA07-5A5A-4F6C-8A15-2C8F81C7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CBE77-227E-4DC2-96C6-528E099C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4F43C-F1BF-44F1-A815-F7FCA7F1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2BAF6-4C7F-4D0F-8846-D240DFF9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5A128-9C8A-46A3-B2D4-2A1AADE1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B4DC3-2E3E-44F6-B59A-BE36817D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74173-B246-4FD1-8004-0AC2AE3C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388296489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36F49-B5C6-4786-B80A-D2F0C6FA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47578-0CBA-462D-9641-29816CB8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Monitor unusual noise, heat and vibration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B0839-8D29-4433-9969-AE681DC7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Include monitor unusual noise, heat and vibration in the controlled PPM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E0947-22C0-4247-B5B7-458BCC65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35B1C-EE90-4517-9A79-87CC0643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ECD0C-C074-4BDE-997D-8E09FDED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5C50C-AB64-4BB6-8E67-EE51C0B1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DFCEB-9164-405C-A835-A3FA819F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ED1D2-7F22-42BC-B6E3-52551F93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29836854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100B1-982F-4909-A321-91D31045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7DB0A-5B76-42B0-B09B-C7E3F21E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Weekly maintenance prevents hidden degradation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3B07B-401E-49D0-AFC7-CBFB76A4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0fbab87db4b00"/>
          <a:stretch xmlns:a="http://schemas.openxmlformats.org/drawingml/2006/main"/>
        </p:blipFill>
        <p:spPr>
          <a:xfrm xmlns:a="http://schemas.openxmlformats.org/drawingml/2006/main">
            <a:off x="2822613" y="1885950"/>
            <a:ext cx="2622475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51C73-111F-4942-93C6-496C7D4F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CDDCC-6684-4CEF-A1D5-AD971095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E8F41-3D24-482F-A6C4-3A2AD461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0EEBC-E2F0-49D1-BC65-F1A46462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D53E9-AACA-464B-8B68-23E13AC4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526B6-0874-4A83-B2EE-565F2BB3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41603-928A-497B-A164-2BE6254D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86CEC-2F34-4ECF-99BA-240F7E79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1776614909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90118-2B5F-4365-A39A-C8DC42A6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48784-91A3-4B99-AF3D-91C4466D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Drain water from the compressed-air service unit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F6B90-F5D7-4388-AD57-950F21AC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8D5EA-9C9D-4E52-9512-3E93995C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drain water from the compressed-air service unit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E5EA1-27B4-4F2B-8F78-54BB6DF0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D32C7-1415-4141-8023-C29CD87D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ED394-7BEF-4CA2-B844-E216CF33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CCBF3-F7BA-4CFB-A467-986441AE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BD055-7144-444A-856A-33ACB954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6C892-6E3D-4D5E-AD15-1EC5BFB8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159122114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E9B85-4234-4131-AC74-1413DE85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FCED1-CC57-4687-A02C-C6727FF5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Run filter maintenance at the specified interval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CCC61-4764-4827-B7A1-5D766475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5c29ce8d641e8"/>
          <a:stretch xmlns:a="http://schemas.openxmlformats.org/drawingml/2006/main"/>
        </p:blipFill>
        <p:spPr>
          <a:xfrm xmlns:a="http://schemas.openxmlformats.org/drawingml/2006/main">
            <a:off x="2958825" y="1885950"/>
            <a:ext cx="235005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EEEA5-28D9-4664-8180-8D62C41D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C9B6B-A1A4-4766-83F9-614CD96A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C0E06-7704-414C-B953-068F0B51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E5BEF-0A79-440F-BEA8-BC131706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A40E0-AE10-4130-A5DE-4B3D40A5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68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514DB-9CB8-4802-8D67-21A10FE9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870C2-9166-474F-9017-BB63CF74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5189B-E1DB-4BA4-92D3-3AABF0C3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1837424921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870D8-E076-4B63-A746-6410E214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BA342-2445-434E-B61F-7B606798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the Slimsorba air-filter insert when fitted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0689D-B44D-471D-B659-06E4545B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8907F-4015-46A1-AEB6-7FCF00ED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clean the Slimsorba air-filter insert when fitted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DD836-77E4-4D05-9BA4-8B9907CF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D6B84-FC9C-479C-96B2-31F4A5B5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Raise corrective work for deterioration; a signed checklist alone is not completion.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54838-B032-4AC7-87EA-6F5D8996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A9F9C-1EA8-4457-ACFC-5F2523E8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6A64E-923F-4C02-8C06-972096DE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1876541717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C6ABF-9D29-41E3-9B31-E2E4D60B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527BC-41B3-4AD6-8FFB-D7D07A48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Check overfill-sensor function at the required interval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2C841-694C-4EFA-B82C-AD085FD0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f9e32b1b64f48"/>
          <a:stretch xmlns:a="http://schemas.openxmlformats.org/drawingml/2006/main"/>
        </p:blipFill>
        <p:spPr>
          <a:xfrm xmlns:a="http://schemas.openxmlformats.org/drawingml/2006/main">
            <a:off x="3044731" y="1885950"/>
            <a:ext cx="2178237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C4FD1-A6E1-470D-B008-BC61044D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E50C6-AC94-482B-BEF6-6186E608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86A85-53D1-4D71-BE6F-608ED00C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EB092-25DC-49A7-BEDF-F43714F3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58B91-1B15-4B7A-833F-AECEA3DD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D2815-54B5-42D5-9C46-B20EDFD8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A194B-7AD4-4A49-9CFE-E2955541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F0A2B-9DCA-46DC-926C-195510EF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1285261724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03DC8-EB43-4C95-8EDC-DBF9B626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BC685-AC9A-4ECC-9BFB-72724D39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Monthly lubrication protects the cage bearing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633BA-3565-48C0-A44B-AC389E48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the specified lubricant, quantity and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Prevent contamination at the grease nipple.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Record date, technician and abnormal bearing observations.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B2EAE-797C-4633-8C66-AF7CB2C2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17851-C8FA-48D7-8D5C-7D164E99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EAF55-1FA6-4CC6-B4C1-9D9FBC63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FCDA4-4729-4339-B80E-548F67BB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FB037-9A23-4207-95D0-B15ED9F9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DD28E-5167-4A8D-94BA-E1FE6D57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410484342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C10A1-1DCC-4F47-828F-FA51693C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0CD53-FBC7-488A-9C0F-C761A6D2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Check drive belts for wear, tension and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47CD0-AF95-49E8-B760-C0B888F2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346681ae9493f"/>
          <a:stretch xmlns:a="http://schemas.openxmlformats.org/drawingml/2006/main"/>
        </p:blipFill>
        <p:spPr>
          <a:xfrm xmlns:a="http://schemas.openxmlformats.org/drawingml/2006/main">
            <a:off x="2909831" y="1885950"/>
            <a:ext cx="2448037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6729E-8DD9-4750-A94C-6418A342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88832-489A-421D-B9C2-ECB9697B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140C2-F7AF-4D68-A675-1EC6B38F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375DB-1A05-45E0-AE00-031EB384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The P-series manual identifies a semi-annual belt check; adopt the current OEM interval.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Repeated belt wear is a symptom—correct alignment, loading or bearing causes.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2BC98-5B96-427D-B885-EE5417DF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76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6849F-48A8-45D7-A34C-5DD095BF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29DAE-DEB6-483B-B179-14BC01B3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D1D95-BFB7-43AA-A9C0-7920E571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2036243290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18E12-FACA-4119-9863-8E96F00D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C7A91-7E1F-4B9A-A538-4683A3D6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sensor faces, cables and mountings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14002-C1DD-4A55-B5C3-75948519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EB5D9-5576-4079-B4C1-5EED226A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inspect sensor faces, cables and mountings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29984-09DF-4080-B8C1-6D9D9DF8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A6465-F2C2-4E50-9A5A-4528666F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75634-2153-4086-A436-FB3B0718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304EB-3755-43DA-A32B-A026E6B6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C540D-FC1F-48D2-973C-7F56FB18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3D402-2C1E-4231-9AA7-339C6F29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115</a:t>
            </a:r>
          </a:p>
        </p:txBody>
      </p:sp>
    </p:spTree>
    <p:extLst>
      <p:ext uri="{BB962C8B-B14F-4D97-AF65-F5344CB8AC3E}">
        <p14:creationId xmlns:p14="http://schemas.microsoft.com/office/powerpoint/2010/main" val="916418223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82A8C-9FC2-40C0-9607-4BC502B5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B36E8-49DA-41D8-8F7D-C661D223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Keep cooling and heat-transfer surfaces clean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BB6B1-581E-4AD7-A87B-AAD5EC48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51157a90e46bb"/>
          <a:stretch xmlns:a="http://schemas.openxmlformats.org/drawingml/2006/main"/>
        </p:blipFill>
        <p:spPr>
          <a:xfrm xmlns:a="http://schemas.openxmlformats.org/drawingml/2006/main">
            <a:off x="2958825" y="1885950"/>
            <a:ext cx="235005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80AEA-98BC-402F-9762-F89928B1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C0A1E-69F2-4A6A-BDAC-5AB74361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892BE-7409-495D-BFF2-F4D73173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F9653-4961-4B4B-8B58-45758322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7B660-1593-406E-BA15-88272AA2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59036-CCD1-4A06-8258-499703A2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F1AF3-A34F-4CC0-A643-C87047C4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D074E-9ECF-441F-894C-66A0E9AF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1701192788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56E98-9D5B-4675-85D0-CE9D0414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5C93A-0B75-4731-BE28-553A9DD3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hoses, pipes, unions and valves for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94859-D85B-482C-9ACC-E4366D4B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AC6F0-91AD-4355-811D-43AE918D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inspect hoses, pipes, unions and valves for leakage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61A7B-44F6-49F2-B555-5EBE3F70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795DB-9865-49D4-BAFF-129E9C5A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Raise corrective work for deterioration; a signed checklist alone is not completion.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B5645-F0CD-4B4C-A65B-9FA3DC72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00865-478D-432B-96A4-AF9290A7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F7BF8-86D2-422E-8AF5-BBC14976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</p:spTree>
    <p:extLst>
      <p:ext uri="{BB962C8B-B14F-4D97-AF65-F5344CB8AC3E}">
        <p14:creationId xmlns:p14="http://schemas.microsoft.com/office/powerpoint/2010/main" val="1114656034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B125D-0E3D-4431-B07E-87EF037D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3B3BD-AB89-4ABA-8BDD-3F325DD8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tanks only through the approved maintenance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E9E4A-304B-431A-9E57-3A818BD7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602c690154976"/>
          <a:stretch xmlns:a="http://schemas.openxmlformats.org/drawingml/2006/main"/>
        </p:blipFill>
        <p:spPr>
          <a:xfrm xmlns:a="http://schemas.openxmlformats.org/drawingml/2006/main">
            <a:off x="2950134" y="1885950"/>
            <a:ext cx="2367432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B8AE0-E43D-435E-87B6-CAE89B2E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9525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82BD8-EA5A-44E7-8379-A80EFF14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E5FD0-200E-4FFD-A584-8748AFE4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E437B-D996-4A6D-ADB6-B6673ADD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57B9C-5008-49E8-85AC-4B1BD54B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Exploded parts drawing • catalogue page 84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0913D-927E-4ED4-8425-F76F0E41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F08E8-DF42-48A5-B7CB-2D97038F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A4DAF-B383-4C3D-A7D1-6E5125EB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69963846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6251C-DE61-4804-9261-CC7837D9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B910B-6FCE-437C-B482-81598415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Maintenance records must show evidence and closure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E8E13-6B8C-4AB4-9E70-DAA97147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Include maintenance records must show evidence and closure in the controlled PPM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33FDC-482E-4B3F-B799-3644FC0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B93A2-9F78-45A2-9139-E1CAE223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AD419-22C3-4FE0-93D6-936B074D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6BA8D-7A42-448D-97F1-C9FC7AA5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826A6-9885-4CD7-AA15-16586C3D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781B3-8622-4DD7-B117-56697C27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119</a:t>
            </a:r>
          </a:p>
        </p:txBody>
      </p:sp>
    </p:spTree>
    <p:extLst>
      <p:ext uri="{BB962C8B-B14F-4D97-AF65-F5344CB8AC3E}">
        <p14:creationId xmlns:p14="http://schemas.microsoft.com/office/powerpoint/2010/main" val="517257904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F63BF-5D25-4905-B682-FD57FF01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CDA4A-6A35-486C-B010-33D57135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43EDA-19DA-4626-A0B0-581A5642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7DF13-1F31-47AB-89B4-E1BC5B12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935026010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4C9BD-DC88-4415-AF91-06E9E54C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98A5D-93CC-4ADB-AD2C-F9DFCFAA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Start diagnosis with the first abnormal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D8459-056E-481D-8CCB-EB7EA8D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DBCA8-4A4B-4A0D-A239-F11E958A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start diagnosis with the first abnormal evidence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2E85A-AB22-4509-AAFD-323C89EA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5DA16-5AE0-4A6C-8C6F-0B5D2BC9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9A031-849B-495E-90BD-8F5F70CF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430DA-FB15-4B24-9034-355D45FD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A82CA-0161-440A-9C40-56EF458F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Troubleshooting &amp; Spares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1C31F-9CCD-47B0-B4B6-4CED90D6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121</a:t>
            </a:r>
          </a:p>
        </p:txBody>
      </p:sp>
    </p:spTree>
    <p:extLst>
      <p:ext uri="{BB962C8B-B14F-4D97-AF65-F5344CB8AC3E}">
        <p14:creationId xmlns:p14="http://schemas.microsoft.com/office/powerpoint/2010/main" val="1921209014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1453A-F1E6-4906-8614-14527054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A4FB0-514A-448F-97C9-77913CF8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 not reset repeatedly without finding the cause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28A1A-9D45-4601-9634-644F9DA9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do not reset repeatedly without finding the cause to narrow the fault without unsafe trial-and-error.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6778E-D095-4634-9710-0A0FA7F0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3351D-0C0B-4A74-9DF2-86AEFF0D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692AA-1755-4026-AA1B-3902242D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940D9-6C38-45F7-BFEA-945ED2A1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3AB12-6556-4563-B1FB-63AFEE89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Troubleshooting &amp; Spares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E4CF5-65E9-4EA3-B9E7-AEC3DC23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2105886576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B8117-E4EF-48C9-B4CA-D1020D08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1BC77-F6BE-4EC9-8C24-34737F58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Separate process faults from component faults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726AC-C078-4CA2-A869-EDC919D5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ACE17-69E6-4D52-99FC-E731998E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6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separate process faults from component faults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C395C-E012-4031-B0CE-8EDA38F9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565AF-47CA-4394-B176-06F9B0B0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Document the repair, functional test and lessons for future prevention.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B8513-CD3A-44CA-83D7-67652B41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98E52-547A-4099-BA08-45952E67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Troubleshooting &amp; Spares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D3E7F-2AC1-4A61-80F6-FE50F0E7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1902872571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D606C-E9F2-4413-9459-F7EA3304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E1045-56A6-4314-9BAC-B56D7C25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trends to confirm intermittent failures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5787A-0C34-4549-AC13-67D77816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7983E-1B1D-46D8-A3B4-D179029D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use trends to confirm intermittent failures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67A09-58A5-4246-B557-21EE9F0E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E13F4-FBAC-4620-A5B1-615EFFB7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85681-1732-40C2-8DC3-3EF78B78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A241F-B0B9-4C8E-B991-7B22376A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BD1CB-21B0-46E6-B37A-4C3C5C6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Troubleshooting &amp; Spares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8FA4A-5A77-42D2-9EF2-FF1CC6EF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237244421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A03AB-DFBB-4796-8127-27D89681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F572F-A5BC-42DC-B962-E63F4333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Verify repair effectiveness with a controlled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371B4-73F5-45FC-B9F2-D536D095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verify repair effectiveness with a controlled test to narrow the fault without unsafe trial-and-error.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CBE2D-CE5B-4CC7-8D60-D4FA0839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6DE64-E7A8-4808-B9C4-7A594972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E7C14-9BF3-4A4A-A88F-21E8EC04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6A651-B06B-4D4F-BBF1-5752229D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1D967-7683-4105-A38B-A2BAE476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Troubleshooting &amp; Spares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90AAE-89FC-4247-8B9F-FC1CCE5F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1365524059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726E5-2369-433F-8606-3BFBEE0E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AFEBE-B976-4C52-BB08-86B9465F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Order spare parts using model, serial number and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9ACF7-C205-4634-9DC4-C47BC56C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96F78-B533-483F-92A6-9D13479D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State BÖWE M30, machine serial number and manufacturing year.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442A8-DF6D-4287-8925-4A12DD85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B941C-0272-4C3C-A51B-8BFF9DEF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Confirm installed options and modification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Use the OEM designation and part number; retain traceability after installation.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7850F-798C-47F4-98DC-22BC09A9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B4F95-D42A-426F-8647-83ECEC2E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Troubleshooting &amp; Spares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7C11E-2942-4277-9B4C-4FF561D2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235109794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E54C9-5261-43F2-83EC-E86AFCAF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87B5F-83D8-4640-9F72-F2EB297E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Configuration and modification status control compatibility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0700E-99C7-4EA6-9A83-F5362229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E76E1-7943-41CF-9970-738DBCB9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configuration and modification status control compatibility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308A7-6136-46D7-8BE6-4993F9D7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F5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CB1D9-E2F8-4F06-A7D1-BD2E122E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52F83-FB6A-497B-86FB-033D99ED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92E92-E27A-4D80-BC6A-B498EE83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9B84E-D5B8-46E7-8B46-30EC6C34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Troubleshooting &amp; Spares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5BCC3-9B5A-4551-A739-DAA400C4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127</a:t>
            </a:r>
          </a:p>
        </p:txBody>
      </p:sp>
    </p:spTree>
    <p:extLst>
      <p:ext uri="{BB962C8B-B14F-4D97-AF65-F5344CB8AC3E}">
        <p14:creationId xmlns:p14="http://schemas.microsoft.com/office/powerpoint/2010/main" val="1509267980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B25BF-2A8D-438A-A74F-1BD1EF9F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80BEB-9D8B-4F46-ABE8-76D54DEF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Competency is demonstrated by safe repeatable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CC6F3-E3E8-424B-9443-D4ECFCBB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competency is demonstrated by safe repeatable execution to narrow the fault without unsafe trial-and-error.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3C1EB-4B5C-4A1C-86AF-4C1CA548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FB26A-8005-4C1E-8137-75BF64EC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34BC7-7D0F-4B61-B389-B828C3EB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6780A-1C80-457A-9C93-C8F4F973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CA11D-CE25-4842-8D0B-0DA72734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Troubleshooting &amp; Spares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2CE79-A930-4311-B9F4-E1575FB7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119367073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4030B-1423-4D03-91B3-A4DAF282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Competence is safe, repeatable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470B5-1888-4598-AB44-12B77655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Before independent work, the technician should demonstrate: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0A2C0-BB94-477E-A27E-D18F479B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141DB-3FC1-44D7-B039-F3973A6B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Correct machine and document identification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2C4AE-A089-4442-AF04-AC500DDF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B8A0A-7D94-48FC-B6DB-9EBFAB46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A690E-A2D3-416F-9745-F09B9CE2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813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Hazard recognition and verified isolation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89FF0-624F-45F3-96D6-D76593F4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605A6-DAB3-4E91-B822-EEDF1FC0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FBBA0-564C-4248-B91D-24507BE8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290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Systematic inspection and evidence-based diagnosis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A772A-839B-4D05-A49F-3ABA2F6B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4161A-44E5-49C2-A8C8-59D6B78E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FF127-0F85-4E7B-8F5E-0773ACA2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767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OEM-compliant maintenance and parts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16D67-FCAC-4A0B-872F-01615FF0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B8549-6CAB-4E43-9983-3D1291AA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F56D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F56D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759F1-FA54-4006-9062-375658C0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244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Controlled functional test and complete handover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F9B4F-E0EC-4520-B3D5-E15FCF79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7BB64-B08F-4787-B5AB-1611A61F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B5A42-7E9B-448F-B181-618FD264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M30  |  Competency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29F56-D7F7-4E6B-B42F-2765DA33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129</a:t>
            </a:r>
          </a:p>
        </p:txBody>
      </p:sp>
    </p:spTree>
    <p:extLst>
      <p:ext uri="{BB962C8B-B14F-4D97-AF65-F5344CB8AC3E}">
        <p14:creationId xmlns:p14="http://schemas.microsoft.com/office/powerpoint/2010/main" val="331142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2026-08-25T18:13:38.8720000Z</dcterms:created>
  <dcterms:modified xsi:type="dcterms:W3CDTF">2026-08-25T18:13:38.8720000Z</dcterms:modified>
</coreProperties>
</file>