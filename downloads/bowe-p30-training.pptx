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284ec963bd46cd" /><Relationship Type="http://schemas.openxmlformats.org/officeDocument/2006/relationships/extended-properties" Target="/docProps/app.xml" Id="R8365a2548bb249b3" /><Relationship Type="http://schemas.openxmlformats.org/officeDocument/2006/relationships/officeDocument" Target="/ppt/presentation.xml" Id="R966690f6f37b4a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88b59f15b844ec"/>
  </p:sldMasterIdLst>
  <p:notesMasterIdLst>
    <p:notesMasterId xmlns:r="http://schemas.openxmlformats.org/officeDocument/2006/relationships" r:id="R76d65dbf7e324f01"/>
  </p:notesMasterIdLst>
  <p:sldIdLst>
    <p:sldId xmlns:r="http://schemas.openxmlformats.org/officeDocument/2006/relationships" id="256" r:id="R9cb9555c54594b8c"/>
    <p:sldId xmlns:r="http://schemas.openxmlformats.org/officeDocument/2006/relationships" id="257" r:id="R5113fc41eceb4a99"/>
    <p:sldId xmlns:r="http://schemas.openxmlformats.org/officeDocument/2006/relationships" id="258" r:id="Rbb187137c6bd4341"/>
    <p:sldId xmlns:r="http://schemas.openxmlformats.org/officeDocument/2006/relationships" id="259" r:id="Rd325cfe041ff4704"/>
    <p:sldId xmlns:r="http://schemas.openxmlformats.org/officeDocument/2006/relationships" id="260" r:id="R27cbd235b4514d54"/>
    <p:sldId xmlns:r="http://schemas.openxmlformats.org/officeDocument/2006/relationships" id="261" r:id="Rbceb69328d74447d"/>
    <p:sldId xmlns:r="http://schemas.openxmlformats.org/officeDocument/2006/relationships" id="262" r:id="R2390b1039773419e"/>
    <p:sldId xmlns:r="http://schemas.openxmlformats.org/officeDocument/2006/relationships" id="263" r:id="Ra8069bf5622d46e4"/>
    <p:sldId xmlns:r="http://schemas.openxmlformats.org/officeDocument/2006/relationships" id="264" r:id="R46c6c149dfd04974"/>
    <p:sldId xmlns:r="http://schemas.openxmlformats.org/officeDocument/2006/relationships" id="265" r:id="R3db7520b619f41de"/>
    <p:sldId xmlns:r="http://schemas.openxmlformats.org/officeDocument/2006/relationships" id="266" r:id="Rd8cf894d6df24fc5"/>
    <p:sldId xmlns:r="http://schemas.openxmlformats.org/officeDocument/2006/relationships" id="267" r:id="Raa7d0dd6510a4c8e"/>
    <p:sldId xmlns:r="http://schemas.openxmlformats.org/officeDocument/2006/relationships" id="268" r:id="R98dbe52598ae46c1"/>
    <p:sldId xmlns:r="http://schemas.openxmlformats.org/officeDocument/2006/relationships" id="269" r:id="Rfabd1d7bce994003"/>
    <p:sldId xmlns:r="http://schemas.openxmlformats.org/officeDocument/2006/relationships" id="270" r:id="Rf17699f806be490b"/>
    <p:sldId xmlns:r="http://schemas.openxmlformats.org/officeDocument/2006/relationships" id="271" r:id="R326b93b4876e4e2d"/>
    <p:sldId xmlns:r="http://schemas.openxmlformats.org/officeDocument/2006/relationships" id="272" r:id="R821979da13864032"/>
    <p:sldId xmlns:r="http://schemas.openxmlformats.org/officeDocument/2006/relationships" id="273" r:id="R7bdd2dd3460143c0"/>
    <p:sldId xmlns:r="http://schemas.openxmlformats.org/officeDocument/2006/relationships" id="274" r:id="R73f0237c687d4480"/>
    <p:sldId xmlns:r="http://schemas.openxmlformats.org/officeDocument/2006/relationships" id="275" r:id="R0c5b712ec9924c30"/>
    <p:sldId xmlns:r="http://schemas.openxmlformats.org/officeDocument/2006/relationships" id="276" r:id="R5cb9ec3917fa4b33"/>
    <p:sldId xmlns:r="http://schemas.openxmlformats.org/officeDocument/2006/relationships" id="277" r:id="R0da6e691c6c94079"/>
    <p:sldId xmlns:r="http://schemas.openxmlformats.org/officeDocument/2006/relationships" id="278" r:id="Rd9199254771d48e8"/>
    <p:sldId xmlns:r="http://schemas.openxmlformats.org/officeDocument/2006/relationships" id="279" r:id="Reaf9f06f6287411b"/>
    <p:sldId xmlns:r="http://schemas.openxmlformats.org/officeDocument/2006/relationships" id="280" r:id="R14ca6e18ad9646e3"/>
    <p:sldId xmlns:r="http://schemas.openxmlformats.org/officeDocument/2006/relationships" id="281" r:id="Rd2878ce116274963"/>
    <p:sldId xmlns:r="http://schemas.openxmlformats.org/officeDocument/2006/relationships" id="282" r:id="Rd73768b15ed34f27"/>
    <p:sldId xmlns:r="http://schemas.openxmlformats.org/officeDocument/2006/relationships" id="283" r:id="R644ef2a395044dc3"/>
    <p:sldId xmlns:r="http://schemas.openxmlformats.org/officeDocument/2006/relationships" id="284" r:id="Rc73e04217b7e43bf"/>
    <p:sldId xmlns:r="http://schemas.openxmlformats.org/officeDocument/2006/relationships" id="285" r:id="R2b0c61c2542b4ce6"/>
    <p:sldId xmlns:r="http://schemas.openxmlformats.org/officeDocument/2006/relationships" id="286" r:id="R3f0b38442fda4538"/>
    <p:sldId xmlns:r="http://schemas.openxmlformats.org/officeDocument/2006/relationships" id="287" r:id="R669ca21460154f6d"/>
    <p:sldId xmlns:r="http://schemas.openxmlformats.org/officeDocument/2006/relationships" id="288" r:id="Rae12c7bbc6b84744"/>
    <p:sldId xmlns:r="http://schemas.openxmlformats.org/officeDocument/2006/relationships" id="289" r:id="Rae20b2d44e654a5d"/>
    <p:sldId xmlns:r="http://schemas.openxmlformats.org/officeDocument/2006/relationships" id="290" r:id="Rea2fc6381ecf43d9"/>
    <p:sldId xmlns:r="http://schemas.openxmlformats.org/officeDocument/2006/relationships" id="291" r:id="R86e1821466fd4e34"/>
    <p:sldId xmlns:r="http://schemas.openxmlformats.org/officeDocument/2006/relationships" id="292" r:id="R91e71a075f644756"/>
    <p:sldId xmlns:r="http://schemas.openxmlformats.org/officeDocument/2006/relationships" id="293" r:id="Rc843a2f1a7bb4ad5"/>
    <p:sldId xmlns:r="http://schemas.openxmlformats.org/officeDocument/2006/relationships" id="294" r:id="Ra89f0e9bf6964c31"/>
    <p:sldId xmlns:r="http://schemas.openxmlformats.org/officeDocument/2006/relationships" id="295" r:id="Rf5317e6f164e44fe"/>
    <p:sldId xmlns:r="http://schemas.openxmlformats.org/officeDocument/2006/relationships" id="296" r:id="R9561cd73fd164949"/>
    <p:sldId xmlns:r="http://schemas.openxmlformats.org/officeDocument/2006/relationships" id="297" r:id="R6ea5fa5bc75543a0"/>
    <p:sldId xmlns:r="http://schemas.openxmlformats.org/officeDocument/2006/relationships" id="298" r:id="R6f13547ea33f4c42"/>
    <p:sldId xmlns:r="http://schemas.openxmlformats.org/officeDocument/2006/relationships" id="299" r:id="R30dc0e1af2004018"/>
    <p:sldId xmlns:r="http://schemas.openxmlformats.org/officeDocument/2006/relationships" id="300" r:id="R000e23b766934e7e"/>
    <p:sldId xmlns:r="http://schemas.openxmlformats.org/officeDocument/2006/relationships" id="301" r:id="Rcc3df5f7ca6145d1"/>
    <p:sldId xmlns:r="http://schemas.openxmlformats.org/officeDocument/2006/relationships" id="302" r:id="R7366a542e425483e"/>
    <p:sldId xmlns:r="http://schemas.openxmlformats.org/officeDocument/2006/relationships" id="303" r:id="R2bd94e4318b44396"/>
    <p:sldId xmlns:r="http://schemas.openxmlformats.org/officeDocument/2006/relationships" id="304" r:id="R3188668f894e4da6"/>
    <p:sldId xmlns:r="http://schemas.openxmlformats.org/officeDocument/2006/relationships" id="305" r:id="R4e9430cc3fe74854"/>
    <p:sldId xmlns:r="http://schemas.openxmlformats.org/officeDocument/2006/relationships" id="306" r:id="Rf915534b49dc498e"/>
    <p:sldId xmlns:r="http://schemas.openxmlformats.org/officeDocument/2006/relationships" id="307" r:id="R8be2e8a55a7545a8"/>
    <p:sldId xmlns:r="http://schemas.openxmlformats.org/officeDocument/2006/relationships" id="308" r:id="R564531a83aab403d"/>
    <p:sldId xmlns:r="http://schemas.openxmlformats.org/officeDocument/2006/relationships" id="309" r:id="R4ea75f40396a45f8"/>
    <p:sldId xmlns:r="http://schemas.openxmlformats.org/officeDocument/2006/relationships" id="310" r:id="R968283a842e74513"/>
    <p:sldId xmlns:r="http://schemas.openxmlformats.org/officeDocument/2006/relationships" id="311" r:id="Rf594e49594c24e43"/>
    <p:sldId xmlns:r="http://schemas.openxmlformats.org/officeDocument/2006/relationships" id="312" r:id="R44dc588e11d24be3"/>
    <p:sldId xmlns:r="http://schemas.openxmlformats.org/officeDocument/2006/relationships" id="313" r:id="Rd85ef56643aa4f5b"/>
    <p:sldId xmlns:r="http://schemas.openxmlformats.org/officeDocument/2006/relationships" id="314" r:id="R1221c9799be64d8d"/>
    <p:sldId xmlns:r="http://schemas.openxmlformats.org/officeDocument/2006/relationships" id="315" r:id="Rb4ee0f44915d4967"/>
    <p:sldId xmlns:r="http://schemas.openxmlformats.org/officeDocument/2006/relationships" id="316" r:id="R7fc0a027cc864387"/>
    <p:sldId xmlns:r="http://schemas.openxmlformats.org/officeDocument/2006/relationships" id="317" r:id="R3978656eaece4b1e"/>
    <p:sldId xmlns:r="http://schemas.openxmlformats.org/officeDocument/2006/relationships" id="318" r:id="Rc2b1ab337e6e4334"/>
    <p:sldId xmlns:r="http://schemas.openxmlformats.org/officeDocument/2006/relationships" id="319" r:id="Ra25fa8577f8f4797"/>
    <p:sldId xmlns:r="http://schemas.openxmlformats.org/officeDocument/2006/relationships" id="320" r:id="R1cb105eb52a94305"/>
    <p:sldId xmlns:r="http://schemas.openxmlformats.org/officeDocument/2006/relationships" id="321" r:id="R907b52e6d50b4b84"/>
    <p:sldId xmlns:r="http://schemas.openxmlformats.org/officeDocument/2006/relationships" id="322" r:id="Rb3ba1bad66374f7a"/>
    <p:sldId xmlns:r="http://schemas.openxmlformats.org/officeDocument/2006/relationships" id="323" r:id="Rda6235cb39354ec9"/>
    <p:sldId xmlns:r="http://schemas.openxmlformats.org/officeDocument/2006/relationships" id="324" r:id="R734ecfe9c1894202"/>
    <p:sldId xmlns:r="http://schemas.openxmlformats.org/officeDocument/2006/relationships" id="325" r:id="R7172692202ed444f"/>
    <p:sldId xmlns:r="http://schemas.openxmlformats.org/officeDocument/2006/relationships" id="326" r:id="Rfab5a86581c14e72"/>
    <p:sldId xmlns:r="http://schemas.openxmlformats.org/officeDocument/2006/relationships" id="327" r:id="R288143b4cb9e491e"/>
    <p:sldId xmlns:r="http://schemas.openxmlformats.org/officeDocument/2006/relationships" id="328" r:id="Ra9bd1ca391be4c93"/>
    <p:sldId xmlns:r="http://schemas.openxmlformats.org/officeDocument/2006/relationships" id="329" r:id="R0e4a5be717a94a2b"/>
    <p:sldId xmlns:r="http://schemas.openxmlformats.org/officeDocument/2006/relationships" id="330" r:id="R097142ba363d4554"/>
    <p:sldId xmlns:r="http://schemas.openxmlformats.org/officeDocument/2006/relationships" id="331" r:id="Ra7c903bcf2414710"/>
    <p:sldId xmlns:r="http://schemas.openxmlformats.org/officeDocument/2006/relationships" id="332" r:id="Rb17e39c1c3e24551"/>
    <p:sldId xmlns:r="http://schemas.openxmlformats.org/officeDocument/2006/relationships" id="333" r:id="R4f1c7be8b70344bf"/>
    <p:sldId xmlns:r="http://schemas.openxmlformats.org/officeDocument/2006/relationships" id="334" r:id="Rfef6830c89d04eab"/>
    <p:sldId xmlns:r="http://schemas.openxmlformats.org/officeDocument/2006/relationships" id="335" r:id="Ra8ff0b0cff4d4354"/>
    <p:sldId xmlns:r="http://schemas.openxmlformats.org/officeDocument/2006/relationships" id="336" r:id="R56b645f657a642b9"/>
    <p:sldId xmlns:r="http://schemas.openxmlformats.org/officeDocument/2006/relationships" id="337" r:id="R9bbd588d45fa4895"/>
    <p:sldId xmlns:r="http://schemas.openxmlformats.org/officeDocument/2006/relationships" id="338" r:id="Re9a39937a364436f"/>
    <p:sldId xmlns:r="http://schemas.openxmlformats.org/officeDocument/2006/relationships" id="339" r:id="R607d676a6a874b3b"/>
    <p:sldId xmlns:r="http://schemas.openxmlformats.org/officeDocument/2006/relationships" id="340" r:id="Rd1fc1c67fad34486"/>
    <p:sldId xmlns:r="http://schemas.openxmlformats.org/officeDocument/2006/relationships" id="341" r:id="R43d2387117324e79"/>
    <p:sldId xmlns:r="http://schemas.openxmlformats.org/officeDocument/2006/relationships" id="342" r:id="Rf72f8ae980924d63"/>
    <p:sldId xmlns:r="http://schemas.openxmlformats.org/officeDocument/2006/relationships" id="343" r:id="Rcb22bf1e3d514f93"/>
    <p:sldId xmlns:r="http://schemas.openxmlformats.org/officeDocument/2006/relationships" id="344" r:id="R4860ea0410c646a7"/>
    <p:sldId xmlns:r="http://schemas.openxmlformats.org/officeDocument/2006/relationships" id="345" r:id="Rb820c0ed17514dda"/>
    <p:sldId xmlns:r="http://schemas.openxmlformats.org/officeDocument/2006/relationships" id="346" r:id="Rf5f9d88b3d654f12"/>
    <p:sldId xmlns:r="http://schemas.openxmlformats.org/officeDocument/2006/relationships" id="347" r:id="Rd7d804fd3b8b462a"/>
    <p:sldId xmlns:r="http://schemas.openxmlformats.org/officeDocument/2006/relationships" id="348" r:id="R56fa498d6f9b4547"/>
    <p:sldId xmlns:r="http://schemas.openxmlformats.org/officeDocument/2006/relationships" id="349" r:id="R232b1d29d3cb46e7"/>
    <p:sldId xmlns:r="http://schemas.openxmlformats.org/officeDocument/2006/relationships" id="350" r:id="R1259e49a59e9494d"/>
    <p:sldId xmlns:r="http://schemas.openxmlformats.org/officeDocument/2006/relationships" id="351" r:id="Re263bc3cd2bf4669"/>
    <p:sldId xmlns:r="http://schemas.openxmlformats.org/officeDocument/2006/relationships" id="352" r:id="R864b88bfca9f43d5"/>
    <p:sldId xmlns:r="http://schemas.openxmlformats.org/officeDocument/2006/relationships" id="353" r:id="R34c2b3d867f84cbf"/>
    <p:sldId xmlns:r="http://schemas.openxmlformats.org/officeDocument/2006/relationships" id="354" r:id="Rfe620e3bb76b4d53"/>
    <p:sldId xmlns:r="http://schemas.openxmlformats.org/officeDocument/2006/relationships" id="355" r:id="R032c89646b634b2a"/>
    <p:sldId xmlns:r="http://schemas.openxmlformats.org/officeDocument/2006/relationships" id="356" r:id="R3d615d679c264fcd"/>
    <p:sldId xmlns:r="http://schemas.openxmlformats.org/officeDocument/2006/relationships" id="357" r:id="R5d8a437ef2db43e6"/>
    <p:sldId xmlns:r="http://schemas.openxmlformats.org/officeDocument/2006/relationships" id="358" r:id="Ra6388689b0de4292"/>
    <p:sldId xmlns:r="http://schemas.openxmlformats.org/officeDocument/2006/relationships" id="359" r:id="R25b0f1bbf99b4c6b"/>
    <p:sldId xmlns:r="http://schemas.openxmlformats.org/officeDocument/2006/relationships" id="360" r:id="R9eaf57203a074e50"/>
    <p:sldId xmlns:r="http://schemas.openxmlformats.org/officeDocument/2006/relationships" id="361" r:id="R95917e9611df4ff6"/>
    <p:sldId xmlns:r="http://schemas.openxmlformats.org/officeDocument/2006/relationships" id="362" r:id="R0bc4dd003c4a410a"/>
    <p:sldId xmlns:r="http://schemas.openxmlformats.org/officeDocument/2006/relationships" id="363" r:id="R3f5ecf47e55c4463"/>
    <p:sldId xmlns:r="http://schemas.openxmlformats.org/officeDocument/2006/relationships" id="364" r:id="R1ddb638a0bbe43e9"/>
    <p:sldId xmlns:r="http://schemas.openxmlformats.org/officeDocument/2006/relationships" id="365" r:id="R904bdc4700564116"/>
    <p:sldId xmlns:r="http://schemas.openxmlformats.org/officeDocument/2006/relationships" id="366" r:id="Reb58f3c2daef48f8"/>
    <p:sldId xmlns:r="http://schemas.openxmlformats.org/officeDocument/2006/relationships" id="367" r:id="R17e5440ed6734753"/>
    <p:sldId xmlns:r="http://schemas.openxmlformats.org/officeDocument/2006/relationships" id="368" r:id="Rff470df374e344e4"/>
    <p:sldId xmlns:r="http://schemas.openxmlformats.org/officeDocument/2006/relationships" id="369" r:id="Rc5eb448ec6174461"/>
    <p:sldId xmlns:r="http://schemas.openxmlformats.org/officeDocument/2006/relationships" id="370" r:id="R10aca61aca89448f"/>
    <p:sldId xmlns:r="http://schemas.openxmlformats.org/officeDocument/2006/relationships" id="371" r:id="R9c9047cabc4f4634"/>
    <p:sldId xmlns:r="http://schemas.openxmlformats.org/officeDocument/2006/relationships" id="372" r:id="R5a8e1f4621614193"/>
    <p:sldId xmlns:r="http://schemas.openxmlformats.org/officeDocument/2006/relationships" id="373" r:id="R6b45325caa134586"/>
    <p:sldId xmlns:r="http://schemas.openxmlformats.org/officeDocument/2006/relationships" id="374" r:id="R9b17e17c83e64b08"/>
    <p:sldId xmlns:r="http://schemas.openxmlformats.org/officeDocument/2006/relationships" id="375" r:id="Raeacdc15dc8c492d"/>
    <p:sldId xmlns:r="http://schemas.openxmlformats.org/officeDocument/2006/relationships" id="376" r:id="Rd1a844be24c74e11"/>
    <p:sldId xmlns:r="http://schemas.openxmlformats.org/officeDocument/2006/relationships" id="377" r:id="Rec9d8b6b4c614010"/>
    <p:sldId xmlns:r="http://schemas.openxmlformats.org/officeDocument/2006/relationships" id="378" r:id="R641f0bd2c82e4928"/>
    <p:sldId xmlns:r="http://schemas.openxmlformats.org/officeDocument/2006/relationships" id="379" r:id="Rcaf0197eb3df487a"/>
    <p:sldId xmlns:r="http://schemas.openxmlformats.org/officeDocument/2006/relationships" id="380" r:id="Re87084a9fc514a24"/>
    <p:sldId xmlns:r="http://schemas.openxmlformats.org/officeDocument/2006/relationships" id="381" r:id="R4de9a830b608479a"/>
    <p:sldId xmlns:r="http://schemas.openxmlformats.org/officeDocument/2006/relationships" id="382" r:id="Re5a1a93e2a1043e4"/>
    <p:sldId xmlns:r="http://schemas.openxmlformats.org/officeDocument/2006/relationships" id="383" r:id="Rca6997e6a32d45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2cb1a22a8c44a2" /><Relationship Type="http://schemas.openxmlformats.org/officeDocument/2006/relationships/slideMaster" Target="/ppt/slideMasters/slideMaster1.xml" Id="Re688b59f15b844ec" /><Relationship Type="http://schemas.openxmlformats.org/officeDocument/2006/relationships/notesMaster" Target="/ppt/notesMasters/notesMaster1.xml" Id="R76d65dbf7e324f01" /><Relationship Type="http://schemas.openxmlformats.org/officeDocument/2006/relationships/presProps" Target="/ppt/presProps.xml" Id="R18666efd44414c4e" /><Relationship Type="http://schemas.openxmlformats.org/officeDocument/2006/relationships/tableStyles" Target="/ppt/tableStyles.xml" Id="R2bf4e69f977f4f11" /><Relationship Type="http://schemas.openxmlformats.org/officeDocument/2006/relationships/slide" Target="/ppt/slides/slide1.xml" Id="R9cb9555c54594b8c" /><Relationship Type="http://schemas.openxmlformats.org/officeDocument/2006/relationships/slide" Target="/ppt/slides/slide2.xml" Id="R5113fc41eceb4a99" /><Relationship Type="http://schemas.openxmlformats.org/officeDocument/2006/relationships/slide" Target="/ppt/slides/slide3.xml" Id="Rbb187137c6bd4341" /><Relationship Type="http://schemas.openxmlformats.org/officeDocument/2006/relationships/slide" Target="/ppt/slides/slide4.xml" Id="Rd325cfe041ff4704" /><Relationship Type="http://schemas.openxmlformats.org/officeDocument/2006/relationships/slide" Target="/ppt/slides/slide5.xml" Id="R27cbd235b4514d54" /><Relationship Type="http://schemas.openxmlformats.org/officeDocument/2006/relationships/slide" Target="/ppt/slides/slide6.xml" Id="Rbceb69328d74447d" /><Relationship Type="http://schemas.openxmlformats.org/officeDocument/2006/relationships/slide" Target="/ppt/slides/slide7.xml" Id="R2390b1039773419e" /><Relationship Type="http://schemas.openxmlformats.org/officeDocument/2006/relationships/slide" Target="/ppt/slides/slide8.xml" Id="Ra8069bf5622d46e4" /><Relationship Type="http://schemas.openxmlformats.org/officeDocument/2006/relationships/slide" Target="/ppt/slides/slide9.xml" Id="R46c6c149dfd04974" /><Relationship Type="http://schemas.openxmlformats.org/officeDocument/2006/relationships/slide" Target="/ppt/slides/slide10.xml" Id="R3db7520b619f41de" /><Relationship Type="http://schemas.openxmlformats.org/officeDocument/2006/relationships/slide" Target="/ppt/slides/slide11.xml" Id="Rd8cf894d6df24fc5" /><Relationship Type="http://schemas.openxmlformats.org/officeDocument/2006/relationships/slide" Target="/ppt/slides/slide12.xml" Id="Raa7d0dd6510a4c8e" /><Relationship Type="http://schemas.openxmlformats.org/officeDocument/2006/relationships/slide" Target="/ppt/slides/slide13.xml" Id="R98dbe52598ae46c1" /><Relationship Type="http://schemas.openxmlformats.org/officeDocument/2006/relationships/slide" Target="/ppt/slides/slide14.xml" Id="Rfabd1d7bce994003" /><Relationship Type="http://schemas.openxmlformats.org/officeDocument/2006/relationships/slide" Target="/ppt/slides/slide15.xml" Id="Rf17699f806be490b" /><Relationship Type="http://schemas.openxmlformats.org/officeDocument/2006/relationships/slide" Target="/ppt/slides/slide16.xml" Id="R326b93b4876e4e2d" /><Relationship Type="http://schemas.openxmlformats.org/officeDocument/2006/relationships/slide" Target="/ppt/slides/slide17.xml" Id="R821979da13864032" /><Relationship Type="http://schemas.openxmlformats.org/officeDocument/2006/relationships/slide" Target="/ppt/slides/slide18.xml" Id="R7bdd2dd3460143c0" /><Relationship Type="http://schemas.openxmlformats.org/officeDocument/2006/relationships/slide" Target="/ppt/slides/slide19.xml" Id="R73f0237c687d4480" /><Relationship Type="http://schemas.openxmlformats.org/officeDocument/2006/relationships/slide" Target="/ppt/slides/slide20.xml" Id="R0c5b712ec9924c30" /><Relationship Type="http://schemas.openxmlformats.org/officeDocument/2006/relationships/slide" Target="/ppt/slides/slide21.xml" Id="R5cb9ec3917fa4b33" /><Relationship Type="http://schemas.openxmlformats.org/officeDocument/2006/relationships/slide" Target="/ppt/slides/slide22.xml" Id="R0da6e691c6c94079" /><Relationship Type="http://schemas.openxmlformats.org/officeDocument/2006/relationships/slide" Target="/ppt/slides/slide23.xml" Id="Rd9199254771d48e8" /><Relationship Type="http://schemas.openxmlformats.org/officeDocument/2006/relationships/slide" Target="/ppt/slides/slide24.xml" Id="Reaf9f06f6287411b" /><Relationship Type="http://schemas.openxmlformats.org/officeDocument/2006/relationships/slide" Target="/ppt/slides/slide25.xml" Id="R14ca6e18ad9646e3" /><Relationship Type="http://schemas.openxmlformats.org/officeDocument/2006/relationships/slide" Target="/ppt/slides/slide26.xml" Id="Rd2878ce116274963" /><Relationship Type="http://schemas.openxmlformats.org/officeDocument/2006/relationships/slide" Target="/ppt/slides/slide27.xml" Id="Rd73768b15ed34f27" /><Relationship Type="http://schemas.openxmlformats.org/officeDocument/2006/relationships/slide" Target="/ppt/slides/slide28.xml" Id="R644ef2a395044dc3" /><Relationship Type="http://schemas.openxmlformats.org/officeDocument/2006/relationships/slide" Target="/ppt/slides/slide29.xml" Id="Rc73e04217b7e43bf" /><Relationship Type="http://schemas.openxmlformats.org/officeDocument/2006/relationships/slide" Target="/ppt/slides/slide30.xml" Id="R2b0c61c2542b4ce6" /><Relationship Type="http://schemas.openxmlformats.org/officeDocument/2006/relationships/slide" Target="/ppt/slides/slide31.xml" Id="R3f0b38442fda4538" /><Relationship Type="http://schemas.openxmlformats.org/officeDocument/2006/relationships/slide" Target="/ppt/slides/slide32.xml" Id="R669ca21460154f6d" /><Relationship Type="http://schemas.openxmlformats.org/officeDocument/2006/relationships/slide" Target="/ppt/slides/slide33.xml" Id="Rae12c7bbc6b84744" /><Relationship Type="http://schemas.openxmlformats.org/officeDocument/2006/relationships/slide" Target="/ppt/slides/slide34.xml" Id="Rae20b2d44e654a5d" /><Relationship Type="http://schemas.openxmlformats.org/officeDocument/2006/relationships/slide" Target="/ppt/slides/slide35.xml" Id="Rea2fc6381ecf43d9" /><Relationship Type="http://schemas.openxmlformats.org/officeDocument/2006/relationships/slide" Target="/ppt/slides/slide36.xml" Id="R86e1821466fd4e34" /><Relationship Type="http://schemas.openxmlformats.org/officeDocument/2006/relationships/slide" Target="/ppt/slides/slide37.xml" Id="R91e71a075f644756" /><Relationship Type="http://schemas.openxmlformats.org/officeDocument/2006/relationships/slide" Target="/ppt/slides/slide38.xml" Id="Rc843a2f1a7bb4ad5" /><Relationship Type="http://schemas.openxmlformats.org/officeDocument/2006/relationships/slide" Target="/ppt/slides/slide39.xml" Id="Ra89f0e9bf6964c31" /><Relationship Type="http://schemas.openxmlformats.org/officeDocument/2006/relationships/slide" Target="/ppt/slides/slide40.xml" Id="Rf5317e6f164e44fe" /><Relationship Type="http://schemas.openxmlformats.org/officeDocument/2006/relationships/slide" Target="/ppt/slides/slide41.xml" Id="R9561cd73fd164949" /><Relationship Type="http://schemas.openxmlformats.org/officeDocument/2006/relationships/slide" Target="/ppt/slides/slide42.xml" Id="R6ea5fa5bc75543a0" /><Relationship Type="http://schemas.openxmlformats.org/officeDocument/2006/relationships/slide" Target="/ppt/slides/slide43.xml" Id="R6f13547ea33f4c42" /><Relationship Type="http://schemas.openxmlformats.org/officeDocument/2006/relationships/slide" Target="/ppt/slides/slide44.xml" Id="R30dc0e1af2004018" /><Relationship Type="http://schemas.openxmlformats.org/officeDocument/2006/relationships/slide" Target="/ppt/slides/slide45.xml" Id="R000e23b766934e7e" /><Relationship Type="http://schemas.openxmlformats.org/officeDocument/2006/relationships/slide" Target="/ppt/slides/slide46.xml" Id="Rcc3df5f7ca6145d1" /><Relationship Type="http://schemas.openxmlformats.org/officeDocument/2006/relationships/slide" Target="/ppt/slides/slide47.xml" Id="R7366a542e425483e" /><Relationship Type="http://schemas.openxmlformats.org/officeDocument/2006/relationships/slide" Target="/ppt/slides/slide48.xml" Id="R2bd94e4318b44396" /><Relationship Type="http://schemas.openxmlformats.org/officeDocument/2006/relationships/slide" Target="/ppt/slides/slide49.xml" Id="R3188668f894e4da6" /><Relationship Type="http://schemas.openxmlformats.org/officeDocument/2006/relationships/slide" Target="/ppt/slides/slide50.xml" Id="R4e9430cc3fe74854" /><Relationship Type="http://schemas.openxmlformats.org/officeDocument/2006/relationships/slide" Target="/ppt/slides/slide51.xml" Id="Rf915534b49dc498e" /><Relationship Type="http://schemas.openxmlformats.org/officeDocument/2006/relationships/slide" Target="/ppt/slides/slide52.xml" Id="R8be2e8a55a7545a8" /><Relationship Type="http://schemas.openxmlformats.org/officeDocument/2006/relationships/slide" Target="/ppt/slides/slide53.xml" Id="R564531a83aab403d" /><Relationship Type="http://schemas.openxmlformats.org/officeDocument/2006/relationships/slide" Target="/ppt/slides/slide54.xml" Id="R4ea75f40396a45f8" /><Relationship Type="http://schemas.openxmlformats.org/officeDocument/2006/relationships/slide" Target="/ppt/slides/slide55.xml" Id="R968283a842e74513" /><Relationship Type="http://schemas.openxmlformats.org/officeDocument/2006/relationships/slide" Target="/ppt/slides/slide56.xml" Id="Rf594e49594c24e43" /><Relationship Type="http://schemas.openxmlformats.org/officeDocument/2006/relationships/slide" Target="/ppt/slides/slide57.xml" Id="R44dc588e11d24be3" /><Relationship Type="http://schemas.openxmlformats.org/officeDocument/2006/relationships/slide" Target="/ppt/slides/slide58.xml" Id="Rd85ef56643aa4f5b" /><Relationship Type="http://schemas.openxmlformats.org/officeDocument/2006/relationships/slide" Target="/ppt/slides/slide59.xml" Id="R1221c9799be64d8d" /><Relationship Type="http://schemas.openxmlformats.org/officeDocument/2006/relationships/slide" Target="/ppt/slides/slide60.xml" Id="Rb4ee0f44915d4967" /><Relationship Type="http://schemas.openxmlformats.org/officeDocument/2006/relationships/slide" Target="/ppt/slides/slide61.xml" Id="R7fc0a027cc864387" /><Relationship Type="http://schemas.openxmlformats.org/officeDocument/2006/relationships/slide" Target="/ppt/slides/slide62.xml" Id="R3978656eaece4b1e" /><Relationship Type="http://schemas.openxmlformats.org/officeDocument/2006/relationships/slide" Target="/ppt/slides/slide63.xml" Id="Rc2b1ab337e6e4334" /><Relationship Type="http://schemas.openxmlformats.org/officeDocument/2006/relationships/slide" Target="/ppt/slides/slide64.xml" Id="Ra25fa8577f8f4797" /><Relationship Type="http://schemas.openxmlformats.org/officeDocument/2006/relationships/slide" Target="/ppt/slides/slide65.xml" Id="R1cb105eb52a94305" /><Relationship Type="http://schemas.openxmlformats.org/officeDocument/2006/relationships/slide" Target="/ppt/slides/slide66.xml" Id="R907b52e6d50b4b84" /><Relationship Type="http://schemas.openxmlformats.org/officeDocument/2006/relationships/slide" Target="/ppt/slides/slide67.xml" Id="Rb3ba1bad66374f7a" /><Relationship Type="http://schemas.openxmlformats.org/officeDocument/2006/relationships/slide" Target="/ppt/slides/slide68.xml" Id="Rda6235cb39354ec9" /><Relationship Type="http://schemas.openxmlformats.org/officeDocument/2006/relationships/slide" Target="/ppt/slides/slide69.xml" Id="R734ecfe9c1894202" /><Relationship Type="http://schemas.openxmlformats.org/officeDocument/2006/relationships/slide" Target="/ppt/slides/slide70.xml" Id="R7172692202ed444f" /><Relationship Type="http://schemas.openxmlformats.org/officeDocument/2006/relationships/slide" Target="/ppt/slides/slide71.xml" Id="Rfab5a86581c14e72" /><Relationship Type="http://schemas.openxmlformats.org/officeDocument/2006/relationships/slide" Target="/ppt/slides/slide72.xml" Id="R288143b4cb9e491e" /><Relationship Type="http://schemas.openxmlformats.org/officeDocument/2006/relationships/slide" Target="/ppt/slides/slide73.xml" Id="Ra9bd1ca391be4c93" /><Relationship Type="http://schemas.openxmlformats.org/officeDocument/2006/relationships/slide" Target="/ppt/slides/slide74.xml" Id="R0e4a5be717a94a2b" /><Relationship Type="http://schemas.openxmlformats.org/officeDocument/2006/relationships/slide" Target="/ppt/slides/slide75.xml" Id="R097142ba363d4554" /><Relationship Type="http://schemas.openxmlformats.org/officeDocument/2006/relationships/slide" Target="/ppt/slides/slide76.xml" Id="Ra7c903bcf2414710" /><Relationship Type="http://schemas.openxmlformats.org/officeDocument/2006/relationships/slide" Target="/ppt/slides/slide77.xml" Id="Rb17e39c1c3e24551" /><Relationship Type="http://schemas.openxmlformats.org/officeDocument/2006/relationships/slide" Target="/ppt/slides/slide78.xml" Id="R4f1c7be8b70344bf" /><Relationship Type="http://schemas.openxmlformats.org/officeDocument/2006/relationships/slide" Target="/ppt/slides/slide79.xml" Id="Rfef6830c89d04eab" /><Relationship Type="http://schemas.openxmlformats.org/officeDocument/2006/relationships/slide" Target="/ppt/slides/slide80.xml" Id="Ra8ff0b0cff4d4354" /><Relationship Type="http://schemas.openxmlformats.org/officeDocument/2006/relationships/slide" Target="/ppt/slides/slide81.xml" Id="R56b645f657a642b9" /><Relationship Type="http://schemas.openxmlformats.org/officeDocument/2006/relationships/slide" Target="/ppt/slides/slide82.xml" Id="R9bbd588d45fa4895" /><Relationship Type="http://schemas.openxmlformats.org/officeDocument/2006/relationships/slide" Target="/ppt/slides/slide83.xml" Id="Re9a39937a364436f" /><Relationship Type="http://schemas.openxmlformats.org/officeDocument/2006/relationships/slide" Target="/ppt/slides/slide84.xml" Id="R607d676a6a874b3b" /><Relationship Type="http://schemas.openxmlformats.org/officeDocument/2006/relationships/slide" Target="/ppt/slides/slide85.xml" Id="Rd1fc1c67fad34486" /><Relationship Type="http://schemas.openxmlformats.org/officeDocument/2006/relationships/slide" Target="/ppt/slides/slide86.xml" Id="R43d2387117324e79" /><Relationship Type="http://schemas.openxmlformats.org/officeDocument/2006/relationships/slide" Target="/ppt/slides/slide87.xml" Id="Rf72f8ae980924d63" /><Relationship Type="http://schemas.openxmlformats.org/officeDocument/2006/relationships/slide" Target="/ppt/slides/slide88.xml" Id="Rcb22bf1e3d514f93" /><Relationship Type="http://schemas.openxmlformats.org/officeDocument/2006/relationships/slide" Target="/ppt/slides/slide89.xml" Id="R4860ea0410c646a7" /><Relationship Type="http://schemas.openxmlformats.org/officeDocument/2006/relationships/slide" Target="/ppt/slides/slide90.xml" Id="Rb820c0ed17514dda" /><Relationship Type="http://schemas.openxmlformats.org/officeDocument/2006/relationships/slide" Target="/ppt/slides/slide91.xml" Id="Rf5f9d88b3d654f12" /><Relationship Type="http://schemas.openxmlformats.org/officeDocument/2006/relationships/slide" Target="/ppt/slides/slide92.xml" Id="Rd7d804fd3b8b462a" /><Relationship Type="http://schemas.openxmlformats.org/officeDocument/2006/relationships/slide" Target="/ppt/slides/slide93.xml" Id="R56fa498d6f9b4547" /><Relationship Type="http://schemas.openxmlformats.org/officeDocument/2006/relationships/slide" Target="/ppt/slides/slide94.xml" Id="R232b1d29d3cb46e7" /><Relationship Type="http://schemas.openxmlformats.org/officeDocument/2006/relationships/slide" Target="/ppt/slides/slide95.xml" Id="R1259e49a59e9494d" /><Relationship Type="http://schemas.openxmlformats.org/officeDocument/2006/relationships/slide" Target="/ppt/slides/slide96.xml" Id="Re263bc3cd2bf4669" /><Relationship Type="http://schemas.openxmlformats.org/officeDocument/2006/relationships/slide" Target="/ppt/slides/slide97.xml" Id="R864b88bfca9f43d5" /><Relationship Type="http://schemas.openxmlformats.org/officeDocument/2006/relationships/slide" Target="/ppt/slides/slide98.xml" Id="R34c2b3d867f84cbf" /><Relationship Type="http://schemas.openxmlformats.org/officeDocument/2006/relationships/slide" Target="/ppt/slides/slide99.xml" Id="Rfe620e3bb76b4d53" /><Relationship Type="http://schemas.openxmlformats.org/officeDocument/2006/relationships/slide" Target="/ppt/slides/slide100.xml" Id="R032c89646b634b2a" /><Relationship Type="http://schemas.openxmlformats.org/officeDocument/2006/relationships/slide" Target="/ppt/slides/slide101.xml" Id="R3d615d679c264fcd" /><Relationship Type="http://schemas.openxmlformats.org/officeDocument/2006/relationships/slide" Target="/ppt/slides/slide102.xml" Id="R5d8a437ef2db43e6" /><Relationship Type="http://schemas.openxmlformats.org/officeDocument/2006/relationships/slide" Target="/ppt/slides/slide103.xml" Id="Ra6388689b0de4292" /><Relationship Type="http://schemas.openxmlformats.org/officeDocument/2006/relationships/slide" Target="/ppt/slides/slide104.xml" Id="R25b0f1bbf99b4c6b" /><Relationship Type="http://schemas.openxmlformats.org/officeDocument/2006/relationships/slide" Target="/ppt/slides/slide105.xml" Id="R9eaf57203a074e50" /><Relationship Type="http://schemas.openxmlformats.org/officeDocument/2006/relationships/slide" Target="/ppt/slides/slide106.xml" Id="R95917e9611df4ff6" /><Relationship Type="http://schemas.openxmlformats.org/officeDocument/2006/relationships/slide" Target="/ppt/slides/slide107.xml" Id="R0bc4dd003c4a410a" /><Relationship Type="http://schemas.openxmlformats.org/officeDocument/2006/relationships/slide" Target="/ppt/slides/slide108.xml" Id="R3f5ecf47e55c4463" /><Relationship Type="http://schemas.openxmlformats.org/officeDocument/2006/relationships/slide" Target="/ppt/slides/slide109.xml" Id="R1ddb638a0bbe43e9" /><Relationship Type="http://schemas.openxmlformats.org/officeDocument/2006/relationships/slide" Target="/ppt/slides/slide110.xml" Id="R904bdc4700564116" /><Relationship Type="http://schemas.openxmlformats.org/officeDocument/2006/relationships/slide" Target="/ppt/slides/slide111.xml" Id="Reb58f3c2daef48f8" /><Relationship Type="http://schemas.openxmlformats.org/officeDocument/2006/relationships/slide" Target="/ppt/slides/slide112.xml" Id="R17e5440ed6734753" /><Relationship Type="http://schemas.openxmlformats.org/officeDocument/2006/relationships/slide" Target="/ppt/slides/slide113.xml" Id="Rff470df374e344e4" /><Relationship Type="http://schemas.openxmlformats.org/officeDocument/2006/relationships/slide" Target="/ppt/slides/slide114.xml" Id="Rc5eb448ec6174461" /><Relationship Type="http://schemas.openxmlformats.org/officeDocument/2006/relationships/slide" Target="/ppt/slides/slide115.xml" Id="R10aca61aca89448f" /><Relationship Type="http://schemas.openxmlformats.org/officeDocument/2006/relationships/slide" Target="/ppt/slides/slide116.xml" Id="R9c9047cabc4f4634" /><Relationship Type="http://schemas.openxmlformats.org/officeDocument/2006/relationships/slide" Target="/ppt/slides/slide117.xml" Id="R5a8e1f4621614193" /><Relationship Type="http://schemas.openxmlformats.org/officeDocument/2006/relationships/slide" Target="/ppt/slides/slide118.xml" Id="R6b45325caa134586" /><Relationship Type="http://schemas.openxmlformats.org/officeDocument/2006/relationships/slide" Target="/ppt/slides/slide119.xml" Id="R9b17e17c83e64b08" /><Relationship Type="http://schemas.openxmlformats.org/officeDocument/2006/relationships/slide" Target="/ppt/slides/slide120.xml" Id="Raeacdc15dc8c492d" /><Relationship Type="http://schemas.openxmlformats.org/officeDocument/2006/relationships/slide" Target="/ppt/slides/slide121.xml" Id="Rd1a844be24c74e11" /><Relationship Type="http://schemas.openxmlformats.org/officeDocument/2006/relationships/slide" Target="/ppt/slides/slide122.xml" Id="Rec9d8b6b4c614010" /><Relationship Type="http://schemas.openxmlformats.org/officeDocument/2006/relationships/slide" Target="/ppt/slides/slide123.xml" Id="R641f0bd2c82e4928" /><Relationship Type="http://schemas.openxmlformats.org/officeDocument/2006/relationships/slide" Target="/ppt/slides/slide124.xml" Id="Rcaf0197eb3df487a" /><Relationship Type="http://schemas.openxmlformats.org/officeDocument/2006/relationships/slide" Target="/ppt/slides/slide125.xml" Id="Re87084a9fc514a24" /><Relationship Type="http://schemas.openxmlformats.org/officeDocument/2006/relationships/slide" Target="/ppt/slides/slide126.xml" Id="R4de9a830b608479a" /><Relationship Type="http://schemas.openxmlformats.org/officeDocument/2006/relationships/slide" Target="/ppt/slides/slide127.xml" Id="Re5a1a93e2a1043e4" /><Relationship Type="http://schemas.openxmlformats.org/officeDocument/2006/relationships/slide" Target="/ppt/slides/slide128.xml" Id="Rca6997e6a32d45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ae5d57e9ad4f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7363315fa4f19" /><Relationship Type="http://schemas.openxmlformats.org/officeDocument/2006/relationships/notesMaster" Target="/ppt/notesMasters/notesMaster1.xml" Id="Rab7eb7b3317d44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e1191c7d7647b5" /><Relationship Type="http://schemas.openxmlformats.org/officeDocument/2006/relationships/notesMaster" Target="/ppt/notesMasters/notesMaster1.xml" Id="R7f90d635d9bb42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e976b98f434ca4" /><Relationship Type="http://schemas.openxmlformats.org/officeDocument/2006/relationships/notesMaster" Target="/ppt/notesMasters/notesMaster1.xml" Id="Rba95f3b038ac46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995b35795b4195" /><Relationship Type="http://schemas.openxmlformats.org/officeDocument/2006/relationships/notesMaster" Target="/ppt/notesMasters/notesMaster1.xml" Id="R6464de049c9249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871b6b4ea5407e" /><Relationship Type="http://schemas.openxmlformats.org/officeDocument/2006/relationships/notesMaster" Target="/ppt/notesMasters/notesMaster1.xml" Id="R9bb1637d05024e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5be4d3b8bc42f0" /><Relationship Type="http://schemas.openxmlformats.org/officeDocument/2006/relationships/notesMaster" Target="/ppt/notesMasters/notesMaster1.xml" Id="R1329515f5ed240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2fa6c694f24e00" /><Relationship Type="http://schemas.openxmlformats.org/officeDocument/2006/relationships/notesMaster" Target="/ppt/notesMasters/notesMaster1.xml" Id="R2eaa483e4c214a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00fdc378dc415b" /><Relationship Type="http://schemas.openxmlformats.org/officeDocument/2006/relationships/notesMaster" Target="/ppt/notesMasters/notesMaster1.xml" Id="Rd1beaacfa7164e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3b4c0a52ad4b5f" /><Relationship Type="http://schemas.openxmlformats.org/officeDocument/2006/relationships/notesMaster" Target="/ppt/notesMasters/notesMaster1.xml" Id="R81dd256d741d48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ae6ad3ebdf4fff" /><Relationship Type="http://schemas.openxmlformats.org/officeDocument/2006/relationships/notesMaster" Target="/ppt/notesMasters/notesMaster1.xml" Id="Ra497aa2f37334d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c1b60043e8448f" /><Relationship Type="http://schemas.openxmlformats.org/officeDocument/2006/relationships/notesMaster" Target="/ppt/notesMasters/notesMaster1.xml" Id="Ra6f1914c39a641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de9764981e4613" /><Relationship Type="http://schemas.openxmlformats.org/officeDocument/2006/relationships/notesMaster" Target="/ppt/notesMasters/notesMaster1.xml" Id="Ra642f62c3ad841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3b432c65f843de" /><Relationship Type="http://schemas.openxmlformats.org/officeDocument/2006/relationships/notesMaster" Target="/ppt/notesMasters/notesMaster1.xml" Id="Rac962ea1e75b4a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3b0153c15040b9" /><Relationship Type="http://schemas.openxmlformats.org/officeDocument/2006/relationships/notesMaster" Target="/ppt/notesMasters/notesMaster1.xml" Id="Rb37fa40ed7fd44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cd1767e76742be" /><Relationship Type="http://schemas.openxmlformats.org/officeDocument/2006/relationships/notesMaster" Target="/ppt/notesMasters/notesMaster1.xml" Id="R9e0a06cac9f24d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008cef179b47a0" /><Relationship Type="http://schemas.openxmlformats.org/officeDocument/2006/relationships/notesMaster" Target="/ppt/notesMasters/notesMaster1.xml" Id="Rd2d8b2c4bac346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14973b511047ea" /><Relationship Type="http://schemas.openxmlformats.org/officeDocument/2006/relationships/notesMaster" Target="/ppt/notesMasters/notesMaster1.xml" Id="Ra7e7b22db1bd46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f77a9b7999462b" /><Relationship Type="http://schemas.openxmlformats.org/officeDocument/2006/relationships/notesMaster" Target="/ppt/notesMasters/notesMaster1.xml" Id="Rc670495634124b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2c46ea2e364477" /><Relationship Type="http://schemas.openxmlformats.org/officeDocument/2006/relationships/notesMaster" Target="/ppt/notesMasters/notesMaster1.xml" Id="R55739805403144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3d1abdf3a0243ec" /><Relationship Type="http://schemas.openxmlformats.org/officeDocument/2006/relationships/notesMaster" Target="/ppt/notesMasters/notesMaster1.xml" Id="R693aa4752fe549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ce8a68663d411b" /><Relationship Type="http://schemas.openxmlformats.org/officeDocument/2006/relationships/notesMaster" Target="/ppt/notesMasters/notesMaster1.xml" Id="Rd6ffa2b76ad84d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e71b4d002e54df3" /><Relationship Type="http://schemas.openxmlformats.org/officeDocument/2006/relationships/notesMaster" Target="/ppt/notesMasters/notesMaster1.xml" Id="Re1221467f3ab4a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ac4af1268148a5" /><Relationship Type="http://schemas.openxmlformats.org/officeDocument/2006/relationships/notesMaster" Target="/ppt/notesMasters/notesMaster1.xml" Id="Rd0bdafbf8f4e46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e07c51ee9749d6" /><Relationship Type="http://schemas.openxmlformats.org/officeDocument/2006/relationships/notesMaster" Target="/ppt/notesMasters/notesMaster1.xml" Id="R001c0232c7864a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30db522921743fd" /><Relationship Type="http://schemas.openxmlformats.org/officeDocument/2006/relationships/notesMaster" Target="/ppt/notesMasters/notesMaster1.xml" Id="Ra9851b050a43434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63e838bce264110" /><Relationship Type="http://schemas.openxmlformats.org/officeDocument/2006/relationships/notesMaster" Target="/ppt/notesMasters/notesMaster1.xml" Id="R92bd3b9d894a499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f3b9fe8d1b34393" /><Relationship Type="http://schemas.openxmlformats.org/officeDocument/2006/relationships/notesMaster" Target="/ppt/notesMasters/notesMaster1.xml" Id="R5e5dae83520142a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4e5b13611c04532" /><Relationship Type="http://schemas.openxmlformats.org/officeDocument/2006/relationships/notesMaster" Target="/ppt/notesMasters/notesMaster1.xml" Id="R6e422a89d75c47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14e1e8f9fef41af" /><Relationship Type="http://schemas.openxmlformats.org/officeDocument/2006/relationships/notesMaster" Target="/ppt/notesMasters/notesMaster1.xml" Id="R001ec0e315d2485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854743bd3da44c7" /><Relationship Type="http://schemas.openxmlformats.org/officeDocument/2006/relationships/notesMaster" Target="/ppt/notesMasters/notesMaster1.xml" Id="Rad8fb79b23334d2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632bda559d34f3e" /><Relationship Type="http://schemas.openxmlformats.org/officeDocument/2006/relationships/notesMaster" Target="/ppt/notesMasters/notesMaster1.xml" Id="R35ee4830f89c4f3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ded5f59139041dd" /><Relationship Type="http://schemas.openxmlformats.org/officeDocument/2006/relationships/notesMaster" Target="/ppt/notesMasters/notesMaster1.xml" Id="R2651b2cb8a6b49a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ba6ca5eb4be4e03" /><Relationship Type="http://schemas.openxmlformats.org/officeDocument/2006/relationships/notesMaster" Target="/ppt/notesMasters/notesMaster1.xml" Id="R1ebd09617cf24cf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db66fc8b39640a0" /><Relationship Type="http://schemas.openxmlformats.org/officeDocument/2006/relationships/notesMaster" Target="/ppt/notesMasters/notesMaster1.xml" Id="Re832e81e1e92481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5b408b1f5a64727" /><Relationship Type="http://schemas.openxmlformats.org/officeDocument/2006/relationships/notesMaster" Target="/ppt/notesMasters/notesMaster1.xml" Id="R8c0e302bb6fc44a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2e38bc2b41c49b3" /><Relationship Type="http://schemas.openxmlformats.org/officeDocument/2006/relationships/notesMaster" Target="/ppt/notesMasters/notesMaster1.xml" Id="Rc816e9c9652749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f22d5d1ae414487" /><Relationship Type="http://schemas.openxmlformats.org/officeDocument/2006/relationships/notesMaster" Target="/ppt/notesMasters/notesMaster1.xml" Id="R07f8907f38ec491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1a9d39c06944ed1" /><Relationship Type="http://schemas.openxmlformats.org/officeDocument/2006/relationships/notesMaster" Target="/ppt/notesMasters/notesMaster1.xml" Id="Rb5ac4bea26774a5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e19c76205de40eb" /><Relationship Type="http://schemas.openxmlformats.org/officeDocument/2006/relationships/notesMaster" Target="/ppt/notesMasters/notesMaster1.xml" Id="Rf8e48a6b7e524dd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3bd2a41cc8f4ad0" /><Relationship Type="http://schemas.openxmlformats.org/officeDocument/2006/relationships/notesMaster" Target="/ppt/notesMasters/notesMaster1.xml" Id="Rd5e90651eddb418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b3306f55b0f45d3" /><Relationship Type="http://schemas.openxmlformats.org/officeDocument/2006/relationships/notesMaster" Target="/ppt/notesMasters/notesMaster1.xml" Id="Rd04279514bda467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37a60f7349d4c8d" /><Relationship Type="http://schemas.openxmlformats.org/officeDocument/2006/relationships/notesMaster" Target="/ppt/notesMasters/notesMaster1.xml" Id="Re6754fe7789e415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70717979da34371" /><Relationship Type="http://schemas.openxmlformats.org/officeDocument/2006/relationships/notesMaster" Target="/ppt/notesMasters/notesMaster1.xml" Id="R3366f3082cb741a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b37d7fa1a6b4f71" /><Relationship Type="http://schemas.openxmlformats.org/officeDocument/2006/relationships/notesMaster" Target="/ppt/notesMasters/notesMaster1.xml" Id="Reb3202fc1795415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bea813d402d4df5" /><Relationship Type="http://schemas.openxmlformats.org/officeDocument/2006/relationships/notesMaster" Target="/ppt/notesMasters/notesMaster1.xml" Id="R50f3914f9c04408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70dbab96701450c" /><Relationship Type="http://schemas.openxmlformats.org/officeDocument/2006/relationships/notesMaster" Target="/ppt/notesMasters/notesMaster1.xml" Id="R8fc6dd4b2c2348b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89c778b1d2c4e33" /><Relationship Type="http://schemas.openxmlformats.org/officeDocument/2006/relationships/notesMaster" Target="/ppt/notesMasters/notesMaster1.xml" Id="R367572b0144a40f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55a3ac5f43d40c4" /><Relationship Type="http://schemas.openxmlformats.org/officeDocument/2006/relationships/notesMaster" Target="/ppt/notesMasters/notesMaster1.xml" Id="R0b72b2b1514649f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ae187c5f1744640" /><Relationship Type="http://schemas.openxmlformats.org/officeDocument/2006/relationships/notesMaster" Target="/ppt/notesMasters/notesMaster1.xml" Id="R7b425122c157427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f5fa3a683f0482b" /><Relationship Type="http://schemas.openxmlformats.org/officeDocument/2006/relationships/notesMaster" Target="/ppt/notesMasters/notesMaster1.xml" Id="R27d4cb39364048c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870257cda5f4c3a" /><Relationship Type="http://schemas.openxmlformats.org/officeDocument/2006/relationships/notesMaster" Target="/ppt/notesMasters/notesMaster1.xml" Id="R5aa2c8f9937d4d7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20f562fd2ef4ea7" /><Relationship Type="http://schemas.openxmlformats.org/officeDocument/2006/relationships/notesMaster" Target="/ppt/notesMasters/notesMaster1.xml" Id="R3da1a8e3fd484ca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24ea70bc6f940f6" /><Relationship Type="http://schemas.openxmlformats.org/officeDocument/2006/relationships/notesMaster" Target="/ppt/notesMasters/notesMaster1.xml" Id="R98ae96f410144cf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86a9621cbe746dd" /><Relationship Type="http://schemas.openxmlformats.org/officeDocument/2006/relationships/notesMaster" Target="/ppt/notesMasters/notesMaster1.xml" Id="R504c87c05be54da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67254c1e6ba4eb3" /><Relationship Type="http://schemas.openxmlformats.org/officeDocument/2006/relationships/notesMaster" Target="/ppt/notesMasters/notesMaster1.xml" Id="R71978284ce7a45f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db3ae9594994c9f" /><Relationship Type="http://schemas.openxmlformats.org/officeDocument/2006/relationships/notesMaster" Target="/ppt/notesMasters/notesMaster1.xml" Id="Re6264a3d6e8742d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86feb8a9d514d2f" /><Relationship Type="http://schemas.openxmlformats.org/officeDocument/2006/relationships/notesMaster" Target="/ppt/notesMasters/notesMaster1.xml" Id="Re88ae496fd7948b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b418a6004344dba" /><Relationship Type="http://schemas.openxmlformats.org/officeDocument/2006/relationships/notesMaster" Target="/ppt/notesMasters/notesMaster1.xml" Id="Rb290d2f4cf8f478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a6a16e331e04602" /><Relationship Type="http://schemas.openxmlformats.org/officeDocument/2006/relationships/notesMaster" Target="/ppt/notesMasters/notesMaster1.xml" Id="R23af27f8655c4da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b32ef0693584735" /><Relationship Type="http://schemas.openxmlformats.org/officeDocument/2006/relationships/notesMaster" Target="/ppt/notesMasters/notesMaster1.xml" Id="R03e7e03f7f554e7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69790ab88e64492" /><Relationship Type="http://schemas.openxmlformats.org/officeDocument/2006/relationships/notesMaster" Target="/ppt/notesMasters/notesMaster1.xml" Id="Rd95d343b1428427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7f6261788054ec7" /><Relationship Type="http://schemas.openxmlformats.org/officeDocument/2006/relationships/notesMaster" Target="/ppt/notesMasters/notesMaster1.xml" Id="R0d927a450c51457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8e37650ffeb47a9" /><Relationship Type="http://schemas.openxmlformats.org/officeDocument/2006/relationships/notesMaster" Target="/ppt/notesMasters/notesMaster1.xml" Id="R588343d64351492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7da8c69c4f44f82" /><Relationship Type="http://schemas.openxmlformats.org/officeDocument/2006/relationships/notesMaster" Target="/ppt/notesMasters/notesMaster1.xml" Id="Rfcfc0d31bace42f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50ce4929f8a4a7a" /><Relationship Type="http://schemas.openxmlformats.org/officeDocument/2006/relationships/notesMaster" Target="/ppt/notesMasters/notesMaster1.xml" Id="R6304d8ad56a140f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dd1eaacbcaa04771" /><Relationship Type="http://schemas.openxmlformats.org/officeDocument/2006/relationships/notesMaster" Target="/ppt/notesMasters/notesMaster1.xml" Id="Ra02bb9643136450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1188c844951b4aad" /><Relationship Type="http://schemas.openxmlformats.org/officeDocument/2006/relationships/notesMaster" Target="/ppt/notesMasters/notesMaster1.xml" Id="Rcc910200a15a4f2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96392447dad4e60" /><Relationship Type="http://schemas.openxmlformats.org/officeDocument/2006/relationships/notesMaster" Target="/ppt/notesMasters/notesMaster1.xml" Id="R1e4eaa5c0bb94a7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5990ae629bc46bd" /><Relationship Type="http://schemas.openxmlformats.org/officeDocument/2006/relationships/notesMaster" Target="/ppt/notesMasters/notesMaster1.xml" Id="R9669f6b8aac7401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a508bdd8ac2a4dc9" /><Relationship Type="http://schemas.openxmlformats.org/officeDocument/2006/relationships/notesMaster" Target="/ppt/notesMasters/notesMaster1.xml" Id="R0489e9b1c1c9477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1518fc54628a487c" /><Relationship Type="http://schemas.openxmlformats.org/officeDocument/2006/relationships/notesMaster" Target="/ppt/notesMasters/notesMaster1.xml" Id="R39a334f18b1c45a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9e02d12c6d24fd6" /><Relationship Type="http://schemas.openxmlformats.org/officeDocument/2006/relationships/notesMaster" Target="/ppt/notesMasters/notesMaster1.xml" Id="R70fc0c23baa74835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4adfd69e95634e5c" /><Relationship Type="http://schemas.openxmlformats.org/officeDocument/2006/relationships/notesMaster" Target="/ppt/notesMasters/notesMaster1.xml" Id="R3c2e8e21dc20434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a7351b52e2394943" /><Relationship Type="http://schemas.openxmlformats.org/officeDocument/2006/relationships/notesMaster" Target="/ppt/notesMasters/notesMaster1.xml" Id="R101ac05c560b4cd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4cb7095509d7465e" /><Relationship Type="http://schemas.openxmlformats.org/officeDocument/2006/relationships/notesMaster" Target="/ppt/notesMasters/notesMaster1.xml" Id="R286213f922914dd0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7aadd23836cf4075" /><Relationship Type="http://schemas.openxmlformats.org/officeDocument/2006/relationships/notesMaster" Target="/ppt/notesMasters/notesMaster1.xml" Id="Rdb4526af0d344a5e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3812687117e94c87" /><Relationship Type="http://schemas.openxmlformats.org/officeDocument/2006/relationships/notesMaster" Target="/ppt/notesMasters/notesMaster1.xml" Id="R060a9c6b3fd34f26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b6424e94e57143a5" /><Relationship Type="http://schemas.openxmlformats.org/officeDocument/2006/relationships/notesMaster" Target="/ppt/notesMasters/notesMaster1.xml" Id="R8dc3b1c1f64f4c23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f2bf8d7f21014f72" /><Relationship Type="http://schemas.openxmlformats.org/officeDocument/2006/relationships/notesMaster" Target="/ppt/notesMasters/notesMaster1.xml" Id="R7d328fe2536a48d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43fadffbfef9443f" /><Relationship Type="http://schemas.openxmlformats.org/officeDocument/2006/relationships/notesMaster" Target="/ppt/notesMasters/notesMaster1.xml" Id="Rb2c3dbe15c93468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13d8b00d6ff64b72" /><Relationship Type="http://schemas.openxmlformats.org/officeDocument/2006/relationships/notesMaster" Target="/ppt/notesMasters/notesMaster1.xml" Id="Rd36fcec21eab4f2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b1d940cd4e5d48dc" /><Relationship Type="http://schemas.openxmlformats.org/officeDocument/2006/relationships/notesMaster" Target="/ppt/notesMasters/notesMaster1.xml" Id="R8749565552f647d4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d78ce2325493472a" /><Relationship Type="http://schemas.openxmlformats.org/officeDocument/2006/relationships/notesMaster" Target="/ppt/notesMasters/notesMaster1.xml" Id="Rd750302b42f447bc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a5ba7fe22c6745be" /><Relationship Type="http://schemas.openxmlformats.org/officeDocument/2006/relationships/notesMaster" Target="/ppt/notesMasters/notesMaster1.xml" Id="R55255f1c169748ff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465eb5f5dfc3479a" /><Relationship Type="http://schemas.openxmlformats.org/officeDocument/2006/relationships/notesMaster" Target="/ppt/notesMasters/notesMaster1.xml" Id="Rac1ff76116c44711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95a73f0ba624f3d" /><Relationship Type="http://schemas.openxmlformats.org/officeDocument/2006/relationships/notesMaster" Target="/ppt/notesMasters/notesMaster1.xml" Id="Reda2f1ea1e20420f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e68e7ba006954076" /><Relationship Type="http://schemas.openxmlformats.org/officeDocument/2006/relationships/notesMaster" Target="/ppt/notesMasters/notesMaster1.xml" Id="Rf22ec7fd973c4584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41640181a024dec" /><Relationship Type="http://schemas.openxmlformats.org/officeDocument/2006/relationships/notesMaster" Target="/ppt/notesMasters/notesMaster1.xml" Id="Ref9c22a3516f4b71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156372365a6c40a1" /><Relationship Type="http://schemas.openxmlformats.org/officeDocument/2006/relationships/notesMaster" Target="/ppt/notesMasters/notesMaster1.xml" Id="R592464abf6fe4b73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54ba288d3b7d4ed7" /><Relationship Type="http://schemas.openxmlformats.org/officeDocument/2006/relationships/notesMaster" Target="/ppt/notesMasters/notesMaster1.xml" Id="Rb3b48846500144b2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0d5be9a64a83441c" /><Relationship Type="http://schemas.openxmlformats.org/officeDocument/2006/relationships/notesMaster" Target="/ppt/notesMasters/notesMaster1.xml" Id="R0b10d3d2a9df458d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4cd7fb9db8fe4d14" /><Relationship Type="http://schemas.openxmlformats.org/officeDocument/2006/relationships/notesMaster" Target="/ppt/notesMasters/notesMaster1.xml" Id="R9df67927c76248ea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ac3ef6163ba046d4" /><Relationship Type="http://schemas.openxmlformats.org/officeDocument/2006/relationships/notesMaster" Target="/ppt/notesMasters/notesMaster1.xml" Id="R53e796e39ceb4c95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381689ab67e14f01" /><Relationship Type="http://schemas.openxmlformats.org/officeDocument/2006/relationships/notesMaster" Target="/ppt/notesMasters/notesMaster1.xml" Id="Rde9cb871ab074b09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5b517925aacb46db" /><Relationship Type="http://schemas.openxmlformats.org/officeDocument/2006/relationships/notesMaster" Target="/ppt/notesMasters/notesMaster1.xml" Id="Re4613048cbf74d1d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05663d45618f4e88" /><Relationship Type="http://schemas.openxmlformats.org/officeDocument/2006/relationships/notesMaster" Target="/ppt/notesMasters/notesMaster1.xml" Id="Rc403bca88b0c4d59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085bf0b472074908" /><Relationship Type="http://schemas.openxmlformats.org/officeDocument/2006/relationships/notesMaster" Target="/ppt/notesMasters/notesMaster1.xml" Id="Re54aa857e1a64d36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8d105b4c296a420a" /><Relationship Type="http://schemas.openxmlformats.org/officeDocument/2006/relationships/notesMaster" Target="/ppt/notesMasters/notesMaster1.xml" Id="Rb07877bbb23642e2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9c5fa2c5462e4f54" /><Relationship Type="http://schemas.openxmlformats.org/officeDocument/2006/relationships/notesMaster" Target="/ppt/notesMasters/notesMaster1.xml" Id="Rf1a921d4389441b8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dfa25a6921d54f5e" /><Relationship Type="http://schemas.openxmlformats.org/officeDocument/2006/relationships/notesMaster" Target="/ppt/notesMasters/notesMaster1.xml" Id="Rd6ab932e04db434f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80a2a95995304e97" /><Relationship Type="http://schemas.openxmlformats.org/officeDocument/2006/relationships/notesMaster" Target="/ppt/notesMasters/notesMaster1.xml" Id="Re5774707ddc040b6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dd0ec9c791214b0a" /><Relationship Type="http://schemas.openxmlformats.org/officeDocument/2006/relationships/notesMaster" Target="/ppt/notesMasters/notesMaster1.xml" Id="Rf7da203891c1421f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0d756d629acf454d" /><Relationship Type="http://schemas.openxmlformats.org/officeDocument/2006/relationships/notesMaster" Target="/ppt/notesMasters/notesMaster1.xml" Id="Rdc0c462426fb4a23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4d67c19b7a544447" /><Relationship Type="http://schemas.openxmlformats.org/officeDocument/2006/relationships/notesMaster" Target="/ppt/notesMasters/notesMaster1.xml" Id="Rd952c5018eeb44d9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2e11ff9a26fc49d5" /><Relationship Type="http://schemas.openxmlformats.org/officeDocument/2006/relationships/notesMaster" Target="/ppt/notesMasters/notesMaster1.xml" Id="R8b66cc014eca4321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7349ce0d3fff4429" /><Relationship Type="http://schemas.openxmlformats.org/officeDocument/2006/relationships/notesMaster" Target="/ppt/notesMasters/notesMaster1.xml" Id="Rc9d2cd7c07ac46ac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227c193044bd44e5" /><Relationship Type="http://schemas.openxmlformats.org/officeDocument/2006/relationships/notesMaster" Target="/ppt/notesMasters/notesMaster1.xml" Id="R260b0bfcc4fe424e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e66bd494ddbe4d53" /><Relationship Type="http://schemas.openxmlformats.org/officeDocument/2006/relationships/notesMaster" Target="/ppt/notesMasters/notesMaster1.xml" Id="Rd937e271e6c7409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cee6fada8de2469c" /><Relationship Type="http://schemas.openxmlformats.org/officeDocument/2006/relationships/notesMaster" Target="/ppt/notesMasters/notesMaster1.xml" Id="Rb6d6d1284b5844fc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b98ed96d5f7042cc" /><Relationship Type="http://schemas.openxmlformats.org/officeDocument/2006/relationships/notesMaster" Target="/ppt/notesMasters/notesMaster1.xml" Id="Ra61a4b781dd84e31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2e6d149a4dfe4682" /><Relationship Type="http://schemas.openxmlformats.org/officeDocument/2006/relationships/notesMaster" Target="/ppt/notesMasters/notesMaster1.xml" Id="R246739dd22354f0e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37f15108e7bd4ea2" /><Relationship Type="http://schemas.openxmlformats.org/officeDocument/2006/relationships/notesMaster" Target="/ppt/notesMasters/notesMaster1.xml" Id="R8e7e9588bef0421f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660f7a8513a04b87" /><Relationship Type="http://schemas.openxmlformats.org/officeDocument/2006/relationships/notesMaster" Target="/ppt/notesMasters/notesMaster1.xml" Id="R6725cc03019c4230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49f89d89d1a74e30" /><Relationship Type="http://schemas.openxmlformats.org/officeDocument/2006/relationships/notesMaster" Target="/ppt/notesMasters/notesMaster1.xml" Id="R7f997bebca5c4b0c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3773ecd9b14848b7" /><Relationship Type="http://schemas.openxmlformats.org/officeDocument/2006/relationships/notesMaster" Target="/ppt/notesMasters/notesMaster1.xml" Id="Rc186cce7919e4c22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c6cb07ff0b36458d" /><Relationship Type="http://schemas.openxmlformats.org/officeDocument/2006/relationships/notesMaster" Target="/ppt/notesMasters/notesMaster1.xml" Id="R471506e5c2ce4f0a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8899113805424fbd" /><Relationship Type="http://schemas.openxmlformats.org/officeDocument/2006/relationships/notesMaster" Target="/ppt/notesMasters/notesMaster1.xml" Id="R06d2804439734fb1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d03d1bfcb6e84d15" /><Relationship Type="http://schemas.openxmlformats.org/officeDocument/2006/relationships/notesMaster" Target="/ppt/notesMasters/notesMaster1.xml" Id="Rc95fd44805154390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7f344ce84890408d" /><Relationship Type="http://schemas.openxmlformats.org/officeDocument/2006/relationships/notesMaster" Target="/ppt/notesMasters/notesMaster1.xml" Id="Ra45412e09ba94bdd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a49a4c15911e448e" /><Relationship Type="http://schemas.openxmlformats.org/officeDocument/2006/relationships/notesMaster" Target="/ppt/notesMasters/notesMaster1.xml" Id="R9d6fa32cc5e74eaf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bfbce5b30f54479d" /><Relationship Type="http://schemas.openxmlformats.org/officeDocument/2006/relationships/notesMaster" Target="/ppt/notesMasters/notesMaster1.xml" Id="R3467eff265c04ee0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526c3bb436d145f3" /><Relationship Type="http://schemas.openxmlformats.org/officeDocument/2006/relationships/notesMaster" Target="/ppt/notesMasters/notesMaster1.xml" Id="R3f5c46b2e3ee4e77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6a30dadcdf2442fa" /><Relationship Type="http://schemas.openxmlformats.org/officeDocument/2006/relationships/notesMaster" Target="/ppt/notesMasters/notesMaster1.xml" Id="Ra1126fbaea0f4ad4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648784e894364097" /><Relationship Type="http://schemas.openxmlformats.org/officeDocument/2006/relationships/notesMaster" Target="/ppt/notesMasters/notesMaster1.xml" Id="Rca17be4be77a4bf2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46bea84920cb4e4b" /><Relationship Type="http://schemas.openxmlformats.org/officeDocument/2006/relationships/notesMaster" Target="/ppt/notesMasters/notesMaster1.xml" Id="Rfb11971ed1034bda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a1c4132da7cb4893" /><Relationship Type="http://schemas.openxmlformats.org/officeDocument/2006/relationships/notesMaster" Target="/ppt/notesMasters/notesMaster1.xml" Id="R778bf8e7fde540c1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939ce5d7394a458e" /><Relationship Type="http://schemas.openxmlformats.org/officeDocument/2006/relationships/notesMaster" Target="/ppt/notesMasters/notesMaster1.xml" Id="R31605d46eae34c4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9dbc2046a79b4205" /><Relationship Type="http://schemas.openxmlformats.org/officeDocument/2006/relationships/notesMaster" Target="/ppt/notesMasters/notesMaster1.xml" Id="R5848f1f5eef143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5-7: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cover 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BÖWE OEM product pages and cited equipment listings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https://www.ikoblenz.ru/product/bowe-premium-line-serii-p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https://bowe-germany.de/bowe-produkte/flusenfilter-und-nadelfaenger/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https://bowe-germany.de/bowe-produkte/flusenfilter-und-nadelfaenger/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https://bowe-germany.de/bowe-produkte/flusenfilter-und-nadelfaenger/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P21-P26-P30 Operating Manual (2018-02): https://www.ziermann.com/wp-content/uploads/2021/03/BA-Instruction-manual-BOeWE-P21-P26-P30-2018-02.pdf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5-7: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5-7: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5-7: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5-7: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5-7: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5-7: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8-13: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14-22: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4, 21-25: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Operating Manual (2018-02), PDF page 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37-59: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60-75: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>- Practical visual: BÖWE P21-P26-P30 Spare Parts Catalogue (2019-01), PDF page 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76-100: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P21-P26-P30 Operating Manual (2018-02), pages 60-100: https://www.ziermann.com/wp-content/uploads/2021/03/BA-Instruction-manual-BOeWE-P21-P26-P30-2018-02.pdf</a:t>
            </a:r>
          </a:p>
          <a:p xmlns:a="http://schemas.openxmlformats.org/drawingml/2006/main">
            <a:r>
              <a:t>- BÖWE P21-P26-P30 Spare Parts Catalogue (2019-01): https://www.bowe-webshop.com/images/P21-26-30.pdf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c7727e28b48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c555ae5ea84f68" /><Relationship Type="http://schemas.openxmlformats.org/officeDocument/2006/relationships/slideLayout" Target="/ppt/slideLayouts/slideLayout1.xml" Id="R9980f7d96f024a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80f7d96f024a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5fa35f0e641d5" /><Relationship Type="http://schemas.openxmlformats.org/officeDocument/2006/relationships/image" Target="/ppt/media/image.jpeg" Id="R944b749d830a4841" /><Relationship Type="http://schemas.openxmlformats.org/officeDocument/2006/relationships/notesSlide" Target="/ppt/notesSlides/notesSlide1.xml" Id="R2f81f5d3e51b41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e827c4eb34d08" /><Relationship Type="http://schemas.openxmlformats.org/officeDocument/2006/relationships/notesSlide" Target="/ppt/notesSlides/notesSlide2.xml" Id="Ref32df10023d44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35e0d78af47c0" /><Relationship Type="http://schemas.openxmlformats.org/officeDocument/2006/relationships/image" Target="/ppt/media/image2.jpeg" Id="R20bebe1b6411448b" /><Relationship Type="http://schemas.openxmlformats.org/officeDocument/2006/relationships/notesSlide" Target="/ppt/notesSlides/notesSlide3.xml" Id="Radfc584acaca4a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8736880704730" /><Relationship Type="http://schemas.openxmlformats.org/officeDocument/2006/relationships/image" Target="/ppt/media/image3.jpeg" Id="R232eb8731b914c67" /><Relationship Type="http://schemas.openxmlformats.org/officeDocument/2006/relationships/notesSlide" Target="/ppt/notesSlides/notesSlide4.xml" Id="R67eb4ff5340040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24bec47104c69" /><Relationship Type="http://schemas.openxmlformats.org/officeDocument/2006/relationships/image" Target="/ppt/media/image4.jpeg" Id="R0399017af435495b" /><Relationship Type="http://schemas.openxmlformats.org/officeDocument/2006/relationships/notesSlide" Target="/ppt/notesSlides/notesSlide5.xml" Id="Re8326b5536764d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e697aa1d04e16" /><Relationship Type="http://schemas.openxmlformats.org/officeDocument/2006/relationships/image" Target="/ppt/media/image5.jpeg" Id="R64615af393cb47c8" /><Relationship Type="http://schemas.openxmlformats.org/officeDocument/2006/relationships/notesSlide" Target="/ppt/notesSlides/notesSlide6.xml" Id="Rdfcdc6d0d90646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3e3c0ea9c42b8" /><Relationship Type="http://schemas.openxmlformats.org/officeDocument/2006/relationships/image" Target="/ppt/media/image6.jpeg" Id="Rbc92260953a84f1e" /><Relationship Type="http://schemas.openxmlformats.org/officeDocument/2006/relationships/notesSlide" Target="/ppt/notesSlides/notesSlide7.xml" Id="Rd914f5c28d1140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4166d81804ec6" /><Relationship Type="http://schemas.openxmlformats.org/officeDocument/2006/relationships/image" Target="/ppt/media/image7.jpeg" Id="Rd1fb702e17134e8a" /><Relationship Type="http://schemas.openxmlformats.org/officeDocument/2006/relationships/notesSlide" Target="/ppt/notesSlides/notesSlide8.xml" Id="R1546115f6fc247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9bb89818e4afa" /><Relationship Type="http://schemas.openxmlformats.org/officeDocument/2006/relationships/image" Target="/ppt/media/image8.jpeg" Id="R7d1f3dc1aa1144cf" /><Relationship Type="http://schemas.openxmlformats.org/officeDocument/2006/relationships/notesSlide" Target="/ppt/notesSlides/notesSlide9.xml" Id="Rd9403b13a91847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3e83e2c7c4493" /><Relationship Type="http://schemas.openxmlformats.org/officeDocument/2006/relationships/image" Target="/ppt/media/image9.jpeg" Id="R411c01c88ed6408c" /><Relationship Type="http://schemas.openxmlformats.org/officeDocument/2006/relationships/notesSlide" Target="/ppt/notesSlides/notesSlide10.xml" Id="Rb842bf8bbe524b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f0555b6394848" /><Relationship Type="http://schemas.openxmlformats.org/officeDocument/2006/relationships/image" Target="/ppt/media/image10.jpeg" Id="Rc478a04075434fad" /><Relationship Type="http://schemas.openxmlformats.org/officeDocument/2006/relationships/notesSlide" Target="/ppt/notesSlides/notesSlide11.xml" Id="R2d2abdaaf54d47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6f40f9ff14360" /><Relationship Type="http://schemas.openxmlformats.org/officeDocument/2006/relationships/image" Target="/ppt/media/image11.jpeg" Id="Rd17037e9431943bf" /><Relationship Type="http://schemas.openxmlformats.org/officeDocument/2006/relationships/notesSlide" Target="/ppt/notesSlides/notesSlide12.xml" Id="R681ac545cb7b4c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65fb69e404be4" /><Relationship Type="http://schemas.openxmlformats.org/officeDocument/2006/relationships/image" Target="/ppt/media/image12.jpeg" Id="R3e922a6c29014cd3" /><Relationship Type="http://schemas.openxmlformats.org/officeDocument/2006/relationships/notesSlide" Target="/ppt/notesSlides/notesSlide13.xml" Id="Ra2824cee47124f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87b2d588c48ae" /><Relationship Type="http://schemas.openxmlformats.org/officeDocument/2006/relationships/image" Target="/ppt/media/image13.jpeg" Id="R972887c77c0b46d3" /><Relationship Type="http://schemas.openxmlformats.org/officeDocument/2006/relationships/notesSlide" Target="/ppt/notesSlides/notesSlide14.xml" Id="Racb2a741269542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b08896e0e4384" /><Relationship Type="http://schemas.openxmlformats.org/officeDocument/2006/relationships/image" Target="/ppt/media/image14.jpeg" Id="R6b14484702e248f8" /><Relationship Type="http://schemas.openxmlformats.org/officeDocument/2006/relationships/notesSlide" Target="/ppt/notesSlides/notesSlide15.xml" Id="R76372d237bd04c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ddb04ef3e407e" /><Relationship Type="http://schemas.openxmlformats.org/officeDocument/2006/relationships/notesSlide" Target="/ppt/notesSlides/notesSlide16.xml" Id="Rd0ca92a232bd4e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583b8df50419d" /><Relationship Type="http://schemas.openxmlformats.org/officeDocument/2006/relationships/image" Target="/ppt/media/image15.jpeg" Id="Rc312cdf20e174174" /><Relationship Type="http://schemas.openxmlformats.org/officeDocument/2006/relationships/notesSlide" Target="/ppt/notesSlides/notesSlide17.xml" Id="R26af34d22eff48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df5db7d02430f" /><Relationship Type="http://schemas.openxmlformats.org/officeDocument/2006/relationships/notesSlide" Target="/ppt/notesSlides/notesSlide18.xml" Id="R85d16936ff37403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565b44db74533" /><Relationship Type="http://schemas.openxmlformats.org/officeDocument/2006/relationships/image" Target="/ppt/media/image16.jpeg" Id="Rc5722a1a9e38468c" /><Relationship Type="http://schemas.openxmlformats.org/officeDocument/2006/relationships/notesSlide" Target="/ppt/notesSlides/notesSlide19.xml" Id="R2521a271a2434fa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aa1329e9446a2" /><Relationship Type="http://schemas.openxmlformats.org/officeDocument/2006/relationships/notesSlide" Target="/ppt/notesSlides/notesSlide20.xml" Id="R0c9ba70eb4c24d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782002eda4483" /><Relationship Type="http://schemas.openxmlformats.org/officeDocument/2006/relationships/image" Target="/ppt/media/image17.jpeg" Id="Rffccab32aa1a4fb5" /><Relationship Type="http://schemas.openxmlformats.org/officeDocument/2006/relationships/notesSlide" Target="/ppt/notesSlides/notesSlide21.xml" Id="Ra04df5d2c9f943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96b0db39e4b5c" /><Relationship Type="http://schemas.openxmlformats.org/officeDocument/2006/relationships/notesSlide" Target="/ppt/notesSlides/notesSlide22.xml" Id="Rb914eb82fe704d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4a19bf9874661" /><Relationship Type="http://schemas.openxmlformats.org/officeDocument/2006/relationships/notesSlide" Target="/ppt/notesSlides/notesSlide23.xml" Id="Rc30b804d4ba34d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e4cab75d94dbf" /><Relationship Type="http://schemas.openxmlformats.org/officeDocument/2006/relationships/image" Target="/ppt/media/image18.jpeg" Id="Ra518dab7bc3a4926" /><Relationship Type="http://schemas.openxmlformats.org/officeDocument/2006/relationships/notesSlide" Target="/ppt/notesSlides/notesSlide24.xml" Id="R14dc6f0f150040e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b9b15f0c94fce" /><Relationship Type="http://schemas.openxmlformats.org/officeDocument/2006/relationships/notesSlide" Target="/ppt/notesSlides/notesSlide25.xml" Id="R38a30b10b21140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e7ff4b0d642d0" /><Relationship Type="http://schemas.openxmlformats.org/officeDocument/2006/relationships/image" Target="/ppt/media/image19.jpeg" Id="R193cbc0fe55740d4" /><Relationship Type="http://schemas.openxmlformats.org/officeDocument/2006/relationships/notesSlide" Target="/ppt/notesSlides/notesSlide26.xml" Id="Re16b455b0095426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eb692d9ee4d43" /><Relationship Type="http://schemas.openxmlformats.org/officeDocument/2006/relationships/notesSlide" Target="/ppt/notesSlides/notesSlide27.xml" Id="R3f406adfa82d41b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394ad2f8a4267" /><Relationship Type="http://schemas.openxmlformats.org/officeDocument/2006/relationships/image" Target="/ppt/media/image20.jpeg" Id="Read3c13eb8a441f2" /><Relationship Type="http://schemas.openxmlformats.org/officeDocument/2006/relationships/notesSlide" Target="/ppt/notesSlides/notesSlide28.xml" Id="R562ff3984d04447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4ab6e903b4979" /><Relationship Type="http://schemas.openxmlformats.org/officeDocument/2006/relationships/notesSlide" Target="/ppt/notesSlides/notesSlide29.xml" Id="R9aaba93e478245e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efc5d46fb4780" /><Relationship Type="http://schemas.openxmlformats.org/officeDocument/2006/relationships/image" Target="/ppt/media/image21.jpeg" Id="R736f6307b1754ea5" /><Relationship Type="http://schemas.openxmlformats.org/officeDocument/2006/relationships/notesSlide" Target="/ppt/notesSlides/notesSlide30.xml" Id="R5779e80d9dff4ad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b9d28dbde48a9" /><Relationship Type="http://schemas.openxmlformats.org/officeDocument/2006/relationships/notesSlide" Target="/ppt/notesSlides/notesSlide31.xml" Id="R365abd03b06f492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d123473454fd6" /><Relationship Type="http://schemas.openxmlformats.org/officeDocument/2006/relationships/image" Target="/ppt/media/image22.jpeg" Id="Ra942b38d977b4e2a" /><Relationship Type="http://schemas.openxmlformats.org/officeDocument/2006/relationships/notesSlide" Target="/ppt/notesSlides/notesSlide32.xml" Id="R1ece85c1974f498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fd2e1a3044284" /><Relationship Type="http://schemas.openxmlformats.org/officeDocument/2006/relationships/notesSlide" Target="/ppt/notesSlides/notesSlide33.xml" Id="Rf3bff8b9141649c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372656b6640cd" /><Relationship Type="http://schemas.openxmlformats.org/officeDocument/2006/relationships/image" Target="/ppt/media/image23.jpeg" Id="R0e20ecb9c9a3461d" /><Relationship Type="http://schemas.openxmlformats.org/officeDocument/2006/relationships/notesSlide" Target="/ppt/notesSlides/notesSlide34.xml" Id="R61338f367c1f477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d970d99234f98" /><Relationship Type="http://schemas.openxmlformats.org/officeDocument/2006/relationships/notesSlide" Target="/ppt/notesSlides/notesSlide35.xml" Id="Rfb74d4cb90584e8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ed0a7e1954eb0" /><Relationship Type="http://schemas.openxmlformats.org/officeDocument/2006/relationships/image" Target="/ppt/media/image24.jpeg" Id="R39c25c50c3de41cf" /><Relationship Type="http://schemas.openxmlformats.org/officeDocument/2006/relationships/notesSlide" Target="/ppt/notesSlides/notesSlide36.xml" Id="R24830108cf734e4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2b7cedd7f4e5d" /><Relationship Type="http://schemas.openxmlformats.org/officeDocument/2006/relationships/notesSlide" Target="/ppt/notesSlides/notesSlide37.xml" Id="Rfc52ba2bb3f24d8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4cd86cc1c416a" /><Relationship Type="http://schemas.openxmlformats.org/officeDocument/2006/relationships/notesSlide" Target="/ppt/notesSlides/notesSlide38.xml" Id="R37591d6bd399465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9940d4a494c8a" /><Relationship Type="http://schemas.openxmlformats.org/officeDocument/2006/relationships/image" Target="/ppt/media/image25.jpeg" Id="R5fde28eecdbb4f8a" /><Relationship Type="http://schemas.openxmlformats.org/officeDocument/2006/relationships/notesSlide" Target="/ppt/notesSlides/notesSlide39.xml" Id="R361e9a7f40104b9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c68beb120447a" /><Relationship Type="http://schemas.openxmlformats.org/officeDocument/2006/relationships/notesSlide" Target="/ppt/notesSlides/notesSlide40.xml" Id="R1305be8779ce4ca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8218ce4da40c5" /><Relationship Type="http://schemas.openxmlformats.org/officeDocument/2006/relationships/image" Target="/ppt/media/image26.jpeg" Id="R333bb69db6164ce2" /><Relationship Type="http://schemas.openxmlformats.org/officeDocument/2006/relationships/notesSlide" Target="/ppt/notesSlides/notesSlide41.xml" Id="Ra98335e40ad0487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e839312ec4014" /><Relationship Type="http://schemas.openxmlformats.org/officeDocument/2006/relationships/notesSlide" Target="/ppt/notesSlides/notesSlide42.xml" Id="Rfceefab6d9134ca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1f001f51840a1" /><Relationship Type="http://schemas.openxmlformats.org/officeDocument/2006/relationships/image" Target="/ppt/media/image27.jpeg" Id="R1b03a9c9ce77428e" /><Relationship Type="http://schemas.openxmlformats.org/officeDocument/2006/relationships/notesSlide" Target="/ppt/notesSlides/notesSlide43.xml" Id="R01b2faaa37df4b8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3c7eed4cf494c" /><Relationship Type="http://schemas.openxmlformats.org/officeDocument/2006/relationships/notesSlide" Target="/ppt/notesSlides/notesSlide44.xml" Id="R1fb808a99c24438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c0cff823e4761" /><Relationship Type="http://schemas.openxmlformats.org/officeDocument/2006/relationships/image" Target="/ppt/media/image28.jpeg" Id="Re397151979404029" /><Relationship Type="http://schemas.openxmlformats.org/officeDocument/2006/relationships/notesSlide" Target="/ppt/notesSlides/notesSlide45.xml" Id="Reebb6b0a5c3649f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0a75335ad4c86" /><Relationship Type="http://schemas.openxmlformats.org/officeDocument/2006/relationships/notesSlide" Target="/ppt/notesSlides/notesSlide46.xml" Id="R2da43009506540e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e9f7fa29a42a4" /><Relationship Type="http://schemas.openxmlformats.org/officeDocument/2006/relationships/image" Target="/ppt/media/image29.jpeg" Id="R34af1838571e412d" /><Relationship Type="http://schemas.openxmlformats.org/officeDocument/2006/relationships/notesSlide" Target="/ppt/notesSlides/notesSlide47.xml" Id="R020c6d34bbb3462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1dff869ac48e3" /><Relationship Type="http://schemas.openxmlformats.org/officeDocument/2006/relationships/notesSlide" Target="/ppt/notesSlides/notesSlide48.xml" Id="R99a0395dff33436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9578700c94dc7" /><Relationship Type="http://schemas.openxmlformats.org/officeDocument/2006/relationships/image" Target="/ppt/media/image30.jpeg" Id="Rbe82696c84cb4172" /><Relationship Type="http://schemas.openxmlformats.org/officeDocument/2006/relationships/notesSlide" Target="/ppt/notesSlides/notesSlide49.xml" Id="Ra15a8c62a724467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f3d9b39154318" /><Relationship Type="http://schemas.openxmlformats.org/officeDocument/2006/relationships/notesSlide" Target="/ppt/notesSlides/notesSlide50.xml" Id="R07543fdc5eca4b2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d99be79a74197" /><Relationship Type="http://schemas.openxmlformats.org/officeDocument/2006/relationships/notesSlide" Target="/ppt/notesSlides/notesSlide51.xml" Id="R262224ac0cb84a8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e69c4d6054ab4" /><Relationship Type="http://schemas.openxmlformats.org/officeDocument/2006/relationships/image" Target="/ppt/media/image31.jpeg" Id="R67a60682e2424ddd" /><Relationship Type="http://schemas.openxmlformats.org/officeDocument/2006/relationships/notesSlide" Target="/ppt/notesSlides/notesSlide52.xml" Id="Re060965edc89470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e32b7e7ce4026" /><Relationship Type="http://schemas.openxmlformats.org/officeDocument/2006/relationships/notesSlide" Target="/ppt/notesSlides/notesSlide53.xml" Id="R805910a84efb420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b6f00d93147af" /><Relationship Type="http://schemas.openxmlformats.org/officeDocument/2006/relationships/image" Target="/ppt/media/image32.jpeg" Id="R5db7d536f41e4a7a" /><Relationship Type="http://schemas.openxmlformats.org/officeDocument/2006/relationships/notesSlide" Target="/ppt/notesSlides/notesSlide54.xml" Id="R200902a67780434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09c08bc9e42a9" /><Relationship Type="http://schemas.openxmlformats.org/officeDocument/2006/relationships/notesSlide" Target="/ppt/notesSlides/notesSlide55.xml" Id="Rdf1307fc6301466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ccbaa96ec40ba" /><Relationship Type="http://schemas.openxmlformats.org/officeDocument/2006/relationships/image" Target="/ppt/media/image33.jpeg" Id="Rc8b326a5b12e45ce" /><Relationship Type="http://schemas.openxmlformats.org/officeDocument/2006/relationships/notesSlide" Target="/ppt/notesSlides/notesSlide56.xml" Id="Rdb901e9fa3ac478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ee81460d043e8" /><Relationship Type="http://schemas.openxmlformats.org/officeDocument/2006/relationships/notesSlide" Target="/ppt/notesSlides/notesSlide57.xml" Id="R057f2cb53808410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912eb8bcc4934" /><Relationship Type="http://schemas.openxmlformats.org/officeDocument/2006/relationships/image" Target="/ppt/media/image34.jpeg" Id="Rcf83c2210a194a80" /><Relationship Type="http://schemas.openxmlformats.org/officeDocument/2006/relationships/notesSlide" Target="/ppt/notesSlides/notesSlide58.xml" Id="R78a4730e95404a9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1cc4c55f5491b" /><Relationship Type="http://schemas.openxmlformats.org/officeDocument/2006/relationships/notesSlide" Target="/ppt/notesSlides/notesSlide59.xml" Id="Re999071dc2e2463f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122bcc4434bc2" /><Relationship Type="http://schemas.openxmlformats.org/officeDocument/2006/relationships/image" Target="/ppt/media/image35.jpeg" Id="R04c7a37a177542e0" /><Relationship Type="http://schemas.openxmlformats.org/officeDocument/2006/relationships/notesSlide" Target="/ppt/notesSlides/notesSlide60.xml" Id="R7dfe37b987604e3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d12acba13440e" /><Relationship Type="http://schemas.openxmlformats.org/officeDocument/2006/relationships/notesSlide" Target="/ppt/notesSlides/notesSlide61.xml" Id="R372736f3acc2477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ee7bc1d2943f4" /><Relationship Type="http://schemas.openxmlformats.org/officeDocument/2006/relationships/notesSlide" Target="/ppt/notesSlides/notesSlide62.xml" Id="R7b21fdf1e06942b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2f30ebae2447b" /><Relationship Type="http://schemas.openxmlformats.org/officeDocument/2006/relationships/image" Target="/ppt/media/image36.jpeg" Id="R56eb02a2fb834524" /><Relationship Type="http://schemas.openxmlformats.org/officeDocument/2006/relationships/notesSlide" Target="/ppt/notesSlides/notesSlide63.xml" Id="Rd180cf77bec44b57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a884ff2d94e45" /><Relationship Type="http://schemas.openxmlformats.org/officeDocument/2006/relationships/notesSlide" Target="/ppt/notesSlides/notesSlide64.xml" Id="R279fe1dd7685405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97d9733a149b6" /><Relationship Type="http://schemas.openxmlformats.org/officeDocument/2006/relationships/image" Target="/ppt/media/image37.jpeg" Id="R7bcf511bad9248b4" /><Relationship Type="http://schemas.openxmlformats.org/officeDocument/2006/relationships/notesSlide" Target="/ppt/notesSlides/notesSlide65.xml" Id="R0f4866668abb4fd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0bbfa1a394f0e" /><Relationship Type="http://schemas.openxmlformats.org/officeDocument/2006/relationships/notesSlide" Target="/ppt/notesSlides/notesSlide66.xml" Id="R5de1605368a3406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49eb2f0de44cd" /><Relationship Type="http://schemas.openxmlformats.org/officeDocument/2006/relationships/image" Target="/ppt/media/image38.jpeg" Id="Rd44d6b6055f543b7" /><Relationship Type="http://schemas.openxmlformats.org/officeDocument/2006/relationships/notesSlide" Target="/ppt/notesSlides/notesSlide67.xml" Id="Rf7da83456f77412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16009618b4362" /><Relationship Type="http://schemas.openxmlformats.org/officeDocument/2006/relationships/notesSlide" Target="/ppt/notesSlides/notesSlide68.xml" Id="R303045dd8d16419d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22d7a5cfa4dee" /><Relationship Type="http://schemas.openxmlformats.org/officeDocument/2006/relationships/image" Target="/ppt/media/image39.jpeg" Id="Rc3cadf63e96747ea" /><Relationship Type="http://schemas.openxmlformats.org/officeDocument/2006/relationships/notesSlide" Target="/ppt/notesSlides/notesSlide69.xml" Id="Rb1f783cdd5bf42d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7ccc0f771472c" /><Relationship Type="http://schemas.openxmlformats.org/officeDocument/2006/relationships/notesSlide" Target="/ppt/notesSlides/notesSlide70.xml" Id="R9f35c1607a01486d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5478c850c4dda" /><Relationship Type="http://schemas.openxmlformats.org/officeDocument/2006/relationships/image" Target="/ppt/media/image40.jpeg" Id="R31db0c3d4c664601" /><Relationship Type="http://schemas.openxmlformats.org/officeDocument/2006/relationships/notesSlide" Target="/ppt/notesSlides/notesSlide71.xml" Id="R9d3e99905c13414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ed959ab0740e7" /><Relationship Type="http://schemas.openxmlformats.org/officeDocument/2006/relationships/notesSlide" Target="/ppt/notesSlides/notesSlide72.xml" Id="Ra65777b52ab24ded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928fcc2a84669" /><Relationship Type="http://schemas.openxmlformats.org/officeDocument/2006/relationships/image" Target="/ppt/media/image41.jpeg" Id="R064d2b49a7c94001" /><Relationship Type="http://schemas.openxmlformats.org/officeDocument/2006/relationships/notesSlide" Target="/ppt/notesSlides/notesSlide73.xml" Id="R53e3625605d34f5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e363492ed40eb" /><Relationship Type="http://schemas.openxmlformats.org/officeDocument/2006/relationships/notesSlide" Target="/ppt/notesSlides/notesSlide74.xml" Id="R2801fb767e3343c5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388865e3346ef" /><Relationship Type="http://schemas.openxmlformats.org/officeDocument/2006/relationships/image" Target="/ppt/media/image42.jpeg" Id="Ree303b03e3e54f55" /><Relationship Type="http://schemas.openxmlformats.org/officeDocument/2006/relationships/notesSlide" Target="/ppt/notesSlides/notesSlide75.xml" Id="R8a174c89969649d7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96c4b62be4e37" /><Relationship Type="http://schemas.openxmlformats.org/officeDocument/2006/relationships/notesSlide" Target="/ppt/notesSlides/notesSlide76.xml" Id="Ra66a2a9b13554996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59b85b0294547" /><Relationship Type="http://schemas.openxmlformats.org/officeDocument/2006/relationships/image" Target="/ppt/media/image43.jpeg" Id="R59f05e59ff964db2" /><Relationship Type="http://schemas.openxmlformats.org/officeDocument/2006/relationships/notesSlide" Target="/ppt/notesSlides/notesSlide77.xml" Id="R84b5e78554bb480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1b577eb064a36" /><Relationship Type="http://schemas.openxmlformats.org/officeDocument/2006/relationships/notesSlide" Target="/ppt/notesSlides/notesSlide78.xml" Id="R17f37293111143cf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a7cb12b0b4c49" /><Relationship Type="http://schemas.openxmlformats.org/officeDocument/2006/relationships/image" Target="/ppt/media/image44.jpeg" Id="R83205a7d85994f0c" /><Relationship Type="http://schemas.openxmlformats.org/officeDocument/2006/relationships/notesSlide" Target="/ppt/notesSlides/notesSlide79.xml" Id="R115c882bd4a246ed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5f83d57b54922" /><Relationship Type="http://schemas.openxmlformats.org/officeDocument/2006/relationships/notesSlide" Target="/ppt/notesSlides/notesSlide80.xml" Id="R21a8ee50f7e04f8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e2ca1218144de" /><Relationship Type="http://schemas.openxmlformats.org/officeDocument/2006/relationships/image" Target="/ppt/media/image45.jpeg" Id="Rd67e8b1b8baf449d" /><Relationship Type="http://schemas.openxmlformats.org/officeDocument/2006/relationships/notesSlide" Target="/ppt/notesSlides/notesSlide81.xml" Id="R7b229f9683f24f04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4a23cdd654d0a" /><Relationship Type="http://schemas.openxmlformats.org/officeDocument/2006/relationships/notesSlide" Target="/ppt/notesSlides/notesSlide82.xml" Id="R2f44c35cba354068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e60738a544243" /><Relationship Type="http://schemas.openxmlformats.org/officeDocument/2006/relationships/image" Target="/ppt/media/image46.jpeg" Id="Rae9a9c544fb94651" /><Relationship Type="http://schemas.openxmlformats.org/officeDocument/2006/relationships/notesSlide" Target="/ppt/notesSlides/notesSlide83.xml" Id="Rfa68965b61774d0b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ce64c594b4890" /><Relationship Type="http://schemas.openxmlformats.org/officeDocument/2006/relationships/notesSlide" Target="/ppt/notesSlides/notesSlide84.xml" Id="R54bec96be7444e0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684e4ed484295" /><Relationship Type="http://schemas.openxmlformats.org/officeDocument/2006/relationships/notesSlide" Target="/ppt/notesSlides/notesSlide85.xml" Id="R89643e3b28fd4cd5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0f75ddd864083" /><Relationship Type="http://schemas.openxmlformats.org/officeDocument/2006/relationships/image" Target="/ppt/media/image47.jpeg" Id="R8f5898d4179e454e" /><Relationship Type="http://schemas.openxmlformats.org/officeDocument/2006/relationships/notesSlide" Target="/ppt/notesSlides/notesSlide86.xml" Id="R183f9340ef6c4cc9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f32973b644b16" /><Relationship Type="http://schemas.openxmlformats.org/officeDocument/2006/relationships/notesSlide" Target="/ppt/notesSlides/notesSlide87.xml" Id="Rb7001626009f4323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286e124ee42cc" /><Relationship Type="http://schemas.openxmlformats.org/officeDocument/2006/relationships/image" Target="/ppt/media/image48.jpeg" Id="Rb57ea5da153b4f96" /><Relationship Type="http://schemas.openxmlformats.org/officeDocument/2006/relationships/notesSlide" Target="/ppt/notesSlides/notesSlide88.xml" Id="R5e5e2e1a3e0d4638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3a7f9830d4db5" /><Relationship Type="http://schemas.openxmlformats.org/officeDocument/2006/relationships/notesSlide" Target="/ppt/notesSlides/notesSlide89.xml" Id="R9febc7e50ba14b8b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994b39a4c4b12" /><Relationship Type="http://schemas.openxmlformats.org/officeDocument/2006/relationships/image" Target="/ppt/media/image49.jpeg" Id="R3600c795c2dd4f5b" /><Relationship Type="http://schemas.openxmlformats.org/officeDocument/2006/relationships/notesSlide" Target="/ppt/notesSlides/notesSlide90.xml" Id="R03b0a0233b0342ff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03dee93b7422a" /><Relationship Type="http://schemas.openxmlformats.org/officeDocument/2006/relationships/notesSlide" Target="/ppt/notesSlides/notesSlide91.xml" Id="R1a4423d70c7f4109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899f7d5464c1a" /><Relationship Type="http://schemas.openxmlformats.org/officeDocument/2006/relationships/image" Target="/ppt/media/image50.jpeg" Id="R1d9a6f2f56454c16" /><Relationship Type="http://schemas.openxmlformats.org/officeDocument/2006/relationships/notesSlide" Target="/ppt/notesSlides/notesSlide92.xml" Id="R60b4079834d340c0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e80cfbadd4652" /><Relationship Type="http://schemas.openxmlformats.org/officeDocument/2006/relationships/notesSlide" Target="/ppt/notesSlides/notesSlide93.xml" Id="R233be103f4b14ac3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ead871f5b4f07" /><Relationship Type="http://schemas.openxmlformats.org/officeDocument/2006/relationships/image" Target="/ppt/media/image51.jpeg" Id="R86850a28f8c84a49" /><Relationship Type="http://schemas.openxmlformats.org/officeDocument/2006/relationships/notesSlide" Target="/ppt/notesSlides/notesSlide94.xml" Id="R5b77fe5692504aa3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d21573efe4908" /><Relationship Type="http://schemas.openxmlformats.org/officeDocument/2006/relationships/notesSlide" Target="/ppt/notesSlides/notesSlide95.xml" Id="Ref4ba11596884577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b547921054178" /><Relationship Type="http://schemas.openxmlformats.org/officeDocument/2006/relationships/image" Target="/ppt/media/image52.jpeg" Id="Rb4013a20e3e14e07" /><Relationship Type="http://schemas.openxmlformats.org/officeDocument/2006/relationships/notesSlide" Target="/ppt/notesSlides/notesSlide96.xml" Id="R5baf98c73c25446e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28ed22bf44999" /><Relationship Type="http://schemas.openxmlformats.org/officeDocument/2006/relationships/notesSlide" Target="/ppt/notesSlides/notesSlide97.xml" Id="Rc1ddac4447794fc4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a2a9da35a4d78" /><Relationship Type="http://schemas.openxmlformats.org/officeDocument/2006/relationships/notesSlide" Target="/ppt/notesSlides/notesSlide98.xml" Id="R41a38bd9f7424b83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a393ecf22467f" /><Relationship Type="http://schemas.openxmlformats.org/officeDocument/2006/relationships/image" Target="/ppt/media/image53.jpeg" Id="R3b183b1c08464f82" /><Relationship Type="http://schemas.openxmlformats.org/officeDocument/2006/relationships/notesSlide" Target="/ppt/notesSlides/notesSlide99.xml" Id="Rf1ab3e6ee25f49a7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d79f2bdac4737" /><Relationship Type="http://schemas.openxmlformats.org/officeDocument/2006/relationships/notesSlide" Target="/ppt/notesSlides/notesSlide100.xml" Id="R9bf73a51e5df460d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53d7af6694497" /><Relationship Type="http://schemas.openxmlformats.org/officeDocument/2006/relationships/image" Target="/ppt/media/image54.jpeg" Id="R70de22cbcb044132" /><Relationship Type="http://schemas.openxmlformats.org/officeDocument/2006/relationships/notesSlide" Target="/ppt/notesSlides/notesSlide101.xml" Id="Rad41dc35d25f4768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a3aaf32804b97" /><Relationship Type="http://schemas.openxmlformats.org/officeDocument/2006/relationships/notesSlide" Target="/ppt/notesSlides/notesSlide102.xml" Id="R9b70f15f26e14c3e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3a83b599f452c" /><Relationship Type="http://schemas.openxmlformats.org/officeDocument/2006/relationships/image" Target="/ppt/media/image55.jpeg" Id="R2a45260aa49f4d87" /><Relationship Type="http://schemas.openxmlformats.org/officeDocument/2006/relationships/notesSlide" Target="/ppt/notesSlides/notesSlide103.xml" Id="Rd70d33fbec1743fa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d4f8624e7444e" /><Relationship Type="http://schemas.openxmlformats.org/officeDocument/2006/relationships/notesSlide" Target="/ppt/notesSlides/notesSlide104.xml" Id="R4007572bedc04a3f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0f06d9bc9400d" /><Relationship Type="http://schemas.openxmlformats.org/officeDocument/2006/relationships/image" Target="/ppt/media/image56.jpeg" Id="R011e799a062f4c5e" /><Relationship Type="http://schemas.openxmlformats.org/officeDocument/2006/relationships/notesSlide" Target="/ppt/notesSlides/notesSlide105.xml" Id="R94e80b04876c49aa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998f5ba9c4544" /><Relationship Type="http://schemas.openxmlformats.org/officeDocument/2006/relationships/notesSlide" Target="/ppt/notesSlides/notesSlide106.xml" Id="Rf75993f41e094f00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5689522aa48f2" /><Relationship Type="http://schemas.openxmlformats.org/officeDocument/2006/relationships/image" Target="/ppt/media/image57.jpeg" Id="R3290aa074eab4606" /><Relationship Type="http://schemas.openxmlformats.org/officeDocument/2006/relationships/notesSlide" Target="/ppt/notesSlides/notesSlide107.xml" Id="Rd00d4f8baa794a69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89417eef14d8e" /><Relationship Type="http://schemas.openxmlformats.org/officeDocument/2006/relationships/notesSlide" Target="/ppt/notesSlides/notesSlide108.xml" Id="R0afb4a3e44964873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bd92a141b4a62" /><Relationship Type="http://schemas.openxmlformats.org/officeDocument/2006/relationships/image" Target="/ppt/media/image58.jpeg" Id="R6a697277b96d4440" /><Relationship Type="http://schemas.openxmlformats.org/officeDocument/2006/relationships/notesSlide" Target="/ppt/notesSlides/notesSlide109.xml" Id="R6944f919cd3d4c2d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0be37ac6d41c0" /><Relationship Type="http://schemas.openxmlformats.org/officeDocument/2006/relationships/notesSlide" Target="/ppt/notesSlides/notesSlide110.xml" Id="Rabef67b87f4042c6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d9a97113f422a" /><Relationship Type="http://schemas.openxmlformats.org/officeDocument/2006/relationships/image" Target="/ppt/media/image59.jpeg" Id="R7b8b6172f6a342bc" /><Relationship Type="http://schemas.openxmlformats.org/officeDocument/2006/relationships/notesSlide" Target="/ppt/notesSlides/notesSlide111.xml" Id="R4d27af6d39a14943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4368010e34893" /><Relationship Type="http://schemas.openxmlformats.org/officeDocument/2006/relationships/notesSlide" Target="/ppt/notesSlides/notesSlide112.xml" Id="Raca46d279b884620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0afa6cbe74927" /><Relationship Type="http://schemas.openxmlformats.org/officeDocument/2006/relationships/image" Target="/ppt/media/image60.jpeg" Id="R7f6a75286fda47e5" /><Relationship Type="http://schemas.openxmlformats.org/officeDocument/2006/relationships/notesSlide" Target="/ppt/notesSlides/notesSlide113.xml" Id="Re397417d31164baa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c10eb95724e6f" /><Relationship Type="http://schemas.openxmlformats.org/officeDocument/2006/relationships/notesSlide" Target="/ppt/notesSlides/notesSlide114.xml" Id="R2684dd71aedc4902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2d236e41948c5" /><Relationship Type="http://schemas.openxmlformats.org/officeDocument/2006/relationships/image" Target="/ppt/media/image61.jpeg" Id="R5d242a16b29c4c4e" /><Relationship Type="http://schemas.openxmlformats.org/officeDocument/2006/relationships/notesSlide" Target="/ppt/notesSlides/notesSlide115.xml" Id="R9d46e17fa3234724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8d49c58714d11" /><Relationship Type="http://schemas.openxmlformats.org/officeDocument/2006/relationships/notesSlide" Target="/ppt/notesSlides/notesSlide116.xml" Id="R07e021adc384430e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5f9bccd7e4c19" /><Relationship Type="http://schemas.openxmlformats.org/officeDocument/2006/relationships/notesSlide" Target="/ppt/notesSlides/notesSlide117.xml" Id="R39fc7b13622f4410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6f35722b147f2" /><Relationship Type="http://schemas.openxmlformats.org/officeDocument/2006/relationships/notesSlide" Target="/ppt/notesSlides/notesSlide118.xml" Id="Rfeb05c5dd4304fa2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1512d39ee47fb" /><Relationship Type="http://schemas.openxmlformats.org/officeDocument/2006/relationships/notesSlide" Target="/ppt/notesSlides/notesSlide119.xml" Id="R03043ed4db7344af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0a7a2b90a4639" /><Relationship Type="http://schemas.openxmlformats.org/officeDocument/2006/relationships/notesSlide" Target="/ppt/notesSlides/notesSlide120.xml" Id="R40a1099ca7864644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5d16fc501432d" /><Relationship Type="http://schemas.openxmlformats.org/officeDocument/2006/relationships/notesSlide" Target="/ppt/notesSlides/notesSlide121.xml" Id="R0636ea5ecb1f44bf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f0380510f44e5" /><Relationship Type="http://schemas.openxmlformats.org/officeDocument/2006/relationships/notesSlide" Target="/ppt/notesSlides/notesSlide122.xml" Id="R1992dc15ba924e10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3c84e02b94861" /><Relationship Type="http://schemas.openxmlformats.org/officeDocument/2006/relationships/notesSlide" Target="/ppt/notesSlides/notesSlide123.xml" Id="R6485966f68fd443f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8e18fa10c43c1" /><Relationship Type="http://schemas.openxmlformats.org/officeDocument/2006/relationships/notesSlide" Target="/ppt/notesSlides/notesSlide124.xml" Id="R0b30f29f6e284c61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deff10ce04ff9" /><Relationship Type="http://schemas.openxmlformats.org/officeDocument/2006/relationships/notesSlide" Target="/ppt/notesSlides/notesSlide125.xml" Id="R100f44fee96a48af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d84882b2d4b12" /><Relationship Type="http://schemas.openxmlformats.org/officeDocument/2006/relationships/notesSlide" Target="/ppt/notesSlides/notesSlide126.xml" Id="Rf2c8b27124c64902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16dcd4e044e73" /><Relationship Type="http://schemas.openxmlformats.org/officeDocument/2006/relationships/notesSlide" Target="/ppt/notesSlides/notesSlide127.xml" Id="R08018d8c252a4eda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ca65c758943d7" /><Relationship Type="http://schemas.openxmlformats.org/officeDocument/2006/relationships/notesSlide" Target="/ppt/notesSlides/notesSlide128.xml" Id="Rcdb8ff2ca12949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40D9A-77EA-45A8-A438-9B634225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BÖWE TECHNICAL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EA2DA-BA1C-4823-8B4D-B77BE05C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4AD1D-35AC-41D7-A7A6-3590B8C0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PERC dry-cleaning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DBE88-1EED-4629-B378-E181F459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Operation • Safety • Functional Systems • Preventive Maintenance • Troubleshooting • Spare Parts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35A1D-BFD0-4937-8B1C-2765CC44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563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b749d830a4841"/>
          <a:stretch xmlns:a="http://schemas.openxmlformats.org/drawingml/2006/main"/>
        </p:blipFill>
        <p:spPr>
          <a:xfrm xmlns:a="http://schemas.openxmlformats.org/drawingml/2006/main">
            <a:off x="7407708" y="523875"/>
            <a:ext cx="3948833" cy="5715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C5DD9-E15C-4429-9132-D2AE10BB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53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114 SLIDES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B00E0-F9FF-435C-A4B6-50719B16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Sajjad's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243521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AB26F-341E-4613-B739-DC0CCC95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B6BA2-11B1-4A86-9F0D-A4F77A4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Photo atlas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A92D1-9143-46A7-9E4A-D789C051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Real BÖWE machine and component photographs for technician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CEACC-641A-48E7-A9FC-107A02C2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002</a:t>
            </a:r>
          </a:p>
        </p:txBody>
      </p:sp>
    </p:spTree>
    <p:extLst>
      <p:ext uri="{BB962C8B-B14F-4D97-AF65-F5344CB8AC3E}">
        <p14:creationId xmlns:p14="http://schemas.microsoft.com/office/powerpoint/2010/main" val="997946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509A6-1EF0-4B9B-BBA9-AD24F143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531EE-0710-4DEC-8EF8-FD4EF0E1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BÖWE P30 — complete physical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4AD71-62B5-4F9E-BE61-A22E6B21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ebe1b6411448b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2B921-D806-469D-AA78-913A2F24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0108C-C883-4A78-AE08-7A2D0B24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Front loading door and ConfoTronic control area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Lower tank sight-glasses and machine 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Verify installed options before using a photo for parts identification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71755-CB21-4560-8515-AD8B3225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FDBDD-3C1F-4265-83DB-ECCC63A3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0ED7D-3324-4B3D-8EEE-71EE06DF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524ED-E79A-4AF1-A1F8-BE34E6BD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418948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48FC9-4945-4CD2-9785-1DF907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69D69-D16F-4B58-A307-98D08A10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Loading door, seal and drum opening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FD14A-C591-4E1F-9ADC-B779991D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eb8731b914c67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E6D8B-40FB-4586-9AAF-88766DF9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22EE4-4C46-4191-94BF-8DDD9DAB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gasket condition and seating surface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Check hinge, handle and interlock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Never bypass the loading-door safety circuit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E2491-CAAF-4025-A85A-8BB1BA04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3E8C9-D983-40CA-98E2-4109ACC9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AB51E-0543-457C-9F86-A7409AF9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05D62-B35F-4E0D-9B92-50D78F5D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004</a:t>
            </a:r>
          </a:p>
        </p:txBody>
      </p:sp>
    </p:spTree>
    <p:extLst>
      <p:ext uri="{BB962C8B-B14F-4D97-AF65-F5344CB8AC3E}">
        <p14:creationId xmlns:p14="http://schemas.microsoft.com/office/powerpoint/2010/main" val="19045508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BAB63-94F0-4758-9400-D5FB0801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58E12-73C0-4F64-9F9E-76C4D5D2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Lint filter — physical maintenance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3B888-5B05-427A-AC23-C004B14A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9017af435495b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5FDA3-61F8-4B76-BD01-E0C19DCA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1A9E6-3CC3-4CB7-90D9-D51FC005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Remove lint at the OEM/site interval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mesh, seals and correct seating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Restriction increases drying time and thermal 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4B8A7-6F99-4DC0-B572-C4B973C5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FFA3D-8666-4F72-95B0-29DFE66E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F3BAF-6CED-4EE0-959F-D5890E4C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FF0B7-40B8-4390-9FA3-81DEE76B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005</a:t>
            </a:r>
          </a:p>
        </p:txBody>
      </p:sp>
    </p:spTree>
    <p:extLst>
      <p:ext uri="{BB962C8B-B14F-4D97-AF65-F5344CB8AC3E}">
        <p14:creationId xmlns:p14="http://schemas.microsoft.com/office/powerpoint/2010/main" val="66948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F80A2-46A6-4CF1-96C0-C7382272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24FD8-3CE4-4E35-A3AA-39E221C8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Button trap basket and low-level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92869-7FE3-4CF7-9DF6-A5ECAD87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15af393cb47c8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76361-923F-4BAD-B5A3-55474DD0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18668-6C10-4B89-AAC9-C125B5C9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Remove coins, needles, buttons and lint safely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additional bottom mesh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basket seating and sensor condition before restart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2F5BA-E120-4550-A00E-FD7A960D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21AE3-CC8B-4A88-BDFE-9F15EEB3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A1CF8-916C-48B3-8FC1-5DC79D83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4C087-F9D7-497F-9821-C766BF82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006</a:t>
            </a:r>
          </a:p>
        </p:txBody>
      </p:sp>
    </p:spTree>
    <p:extLst>
      <p:ext uri="{BB962C8B-B14F-4D97-AF65-F5344CB8AC3E}">
        <p14:creationId xmlns:p14="http://schemas.microsoft.com/office/powerpoint/2010/main" val="1146646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5E9CB-C8FE-4F51-A6A8-6B8B0C4C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DFDB4-FC95-4A89-8CFF-85A6BC86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Lint filter and button-trap installed 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4C0D8-8A99-40D6-96DF-A44FC079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2260953a84f1e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2DF36-67A1-4AFB-B491-306B09DE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5B067-1CD9-4D42-86F0-9CEB53B6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Locate the assembly on the actual machine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Identify connected hoses, valves and access clearances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Isolate and verify safe condition before opening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05AB6-BCCD-4F4A-BFA4-5D0C86F5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91464-7EDF-4A95-910E-9A023136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850A1-F350-4939-8DD9-DE54C7C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82B77-B332-40BE-8EFA-CA2AC3D5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007</a:t>
            </a:r>
          </a:p>
        </p:txBody>
      </p:sp>
    </p:spTree>
    <p:extLst>
      <p:ext uri="{BB962C8B-B14F-4D97-AF65-F5344CB8AC3E}">
        <p14:creationId xmlns:p14="http://schemas.microsoft.com/office/powerpoint/2010/main" val="1511297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4CE25-E4DC-4B42-9BD2-83DF7E4A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152C0-87EE-47CB-A0BA-448F2A02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Air blower and drive assembly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C7A37-4B8B-4ABB-9F87-6E52AC75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b702e17134e8a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20334-E73C-4F33-9E22-88C7D89D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8CD0E-22D8-4C8E-AE16-F57A5BDA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motor, fan housing and mountings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Check abnormal noise, heat and vibration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Verify guards and isolation before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DEBFC-8118-4872-BC83-56EBCF12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4BCED-E571-4C05-A6D6-EDD767D7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33C80-5E75-4F67-9115-AF1C05C3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307B5-B372-4265-ADA8-6380DB70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008</a:t>
            </a:r>
          </a:p>
        </p:txBody>
      </p:sp>
    </p:spTree>
    <p:extLst>
      <p:ext uri="{BB962C8B-B14F-4D97-AF65-F5344CB8AC3E}">
        <p14:creationId xmlns:p14="http://schemas.microsoft.com/office/powerpoint/2010/main" val="11741316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717E3-DA1D-44FF-B149-E3594617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A48E1-794D-4C69-974D-4582C835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Dynamic drying-airflow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758D8-6FAA-4DC2-AB50-3C9E68BE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f3dc1aa1144cf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5D969-CAD1-4B43-9D8F-7DF9D4DC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7C184-FDD3-44FF-BD94-25369CAE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Trace airflow through filter, heater and recovery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flexible connections and sealing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Poor airflow extends drying and solvent-recovery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90603-9A3D-439E-A0B6-76A98C63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C4DA9-7374-4685-8DC2-F1D19E55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FDFC1-02AD-4D7A-8623-A2D53CA9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83451-269B-4BF6-B8B9-8A4BC30E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009</a:t>
            </a:r>
          </a:p>
        </p:txBody>
      </p:sp>
    </p:spTree>
    <p:extLst>
      <p:ext uri="{BB962C8B-B14F-4D97-AF65-F5344CB8AC3E}">
        <p14:creationId xmlns:p14="http://schemas.microsoft.com/office/powerpoint/2010/main" val="654034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40D49-6895-4E6A-A813-4DEE721A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8C405-1C2C-4365-92C9-227DA021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Distillation unit — physical assembly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941C6-CD25-4EB1-A289-C4EA33AF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c01c88ed6408c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CDDED-0807-483F-A3A6-99F3A219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98023-05C5-4904-A0E7-02F6F7CA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Identify still body, access and connected pipework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Allow complete cooling before maintenance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Residues require controlled hazardous-waste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6E36A-773A-42CF-9411-15DB54F6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E24B7-3891-4C9E-85DC-4273074E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6C6BA-9F88-4BFF-957F-8DC2E0CF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63051-18E6-413E-A77F-7E751E1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</p:spTree>
    <p:extLst>
      <p:ext uri="{BB962C8B-B14F-4D97-AF65-F5344CB8AC3E}">
        <p14:creationId xmlns:p14="http://schemas.microsoft.com/office/powerpoint/2010/main" val="1946599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09037-0780-46F4-B24B-138B4421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5142E-A2CE-4B9A-937D-BBD6DE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Self-cleaning solvent tank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BA352-3BF9-424D-8207-B205692E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8a04075434fad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7F3CE-3F30-454C-8114-947CE19A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937D5-6F6C-408D-899D-9C931847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tank duty using the installed schematic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sight-glass, level sensing and leakage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 not open or enter a tank without the approved procedure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DEF10-A78B-41A1-9C70-1FC3B16D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A4CB2-F71B-49E1-AD7B-9060792D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22068-AF2D-4DAC-92FB-DDA880BC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DA9B7-4B7C-4B9B-B2CB-BF6AD4F6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19867266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38230-0A9B-49B7-9594-390B9649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72F91-D43E-443E-9E43-B90CDFC8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Water separator — physical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52FAD-7319-4C8B-B9C3-F5FAA18A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037e9431943bf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B3A47-00E9-4721-A253-BAADCC5C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1F35A-62CF-4F88-B67F-D373D445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phase separation through the viewing area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Check hoses, valves, sensor and signs of contamination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Follow the automatic/manual maintenance sequence exactly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04FF4-89D0-48A6-9B13-66EB29BE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4FD55-C875-41F7-B764-097F54C1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06A15-A8A6-41A8-AC4D-65AB1624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57F7A-279D-4A43-B18D-4430006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012</a:t>
            </a:r>
          </a:p>
        </p:txBody>
      </p:sp>
    </p:spTree>
    <p:extLst>
      <p:ext uri="{BB962C8B-B14F-4D97-AF65-F5344CB8AC3E}">
        <p14:creationId xmlns:p14="http://schemas.microsoft.com/office/powerpoint/2010/main" val="875493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AF376-CF90-468F-82F8-91B69C4B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EE36A-9987-48BA-B3A1-7AF3FCE8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Drying controller capacitive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4F96B-AD3C-4BD9-ADDC-D81B537D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22a6c29014cd3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50074-9B49-40EE-A5F1-95A350DD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F3617-DC77-4D31-B7C1-CA6B1475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Keep the sensor face clean and correctly positioned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cable and connector condition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readings against cycle behaviour before replacement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EA5BE-C933-46A2-A4E7-5938A611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8520F-1C84-48A8-BF48-4F1C2128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98537-C269-4733-B858-835B7B43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76D8E-6F5B-4F33-8F8E-0A7BB755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013</a:t>
            </a:r>
          </a:p>
        </p:txBody>
      </p:sp>
    </p:spTree>
    <p:extLst>
      <p:ext uri="{BB962C8B-B14F-4D97-AF65-F5344CB8AC3E}">
        <p14:creationId xmlns:p14="http://schemas.microsoft.com/office/powerpoint/2010/main" val="8648719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BA5DF-EAC2-42F8-ABD0-C7A052FB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53B6D-F7F5-4CA4-BD17-CBF1B69B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Solvent turbidity measurement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A4CD6-4E8C-4160-8F9F-5A4F3A2A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887c77c0b46d3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87729-2A83-48C7-9F19-914EEE93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E2FB0-785D-435B-A0F0-D801ECD9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Keep optical surfaces clean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readings with solvent condition and filtration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Verify calibration/diagnostic evidence before condemning the sensor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5FFD6-EE9E-4F0D-99A4-2729BBB7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9F262-5FC2-43F6-91CB-5691BB08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67F08-3471-46E4-9D6F-C22171E1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4CB1-85CA-43F3-8918-54536A57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014</a:t>
            </a:r>
          </a:p>
        </p:txBody>
      </p:sp>
    </p:spTree>
    <p:extLst>
      <p:ext uri="{BB962C8B-B14F-4D97-AF65-F5344CB8AC3E}">
        <p14:creationId xmlns:p14="http://schemas.microsoft.com/office/powerpoint/2010/main" val="18525111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65E05-E3F7-4232-9B8B-6506AC00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B9AE5-DF2C-4FD4-804B-E119A10F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Maintenance access — components behind panels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0E8F9-00A8-4D8A-802F-B6E2DE42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4484702e248f8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ABBD7-059D-4990-8F51-ED00D7F2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47892-B586-42A8-A8A2-B2F90984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Remove panels only after verified isolation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Maintain clear access and good housekeeping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Reinstall guards, covers and fasteners before test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38CBD-CFCB-4CFC-BEEF-17E59C5C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F2714-EA20-4603-83D3-8A4B5F14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7E77D-56CE-4245-AD78-6CDBA273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C8CDE-56AC-455D-BF02-57998D09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015</a:t>
            </a:r>
          </a:p>
        </p:txBody>
      </p:sp>
    </p:spTree>
    <p:extLst>
      <p:ext uri="{BB962C8B-B14F-4D97-AF65-F5344CB8AC3E}">
        <p14:creationId xmlns:p14="http://schemas.microsoft.com/office/powerpoint/2010/main" val="3266535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5737E-2B39-4A6C-B515-9BB1648C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9F24C-071E-4485-9C43-BADF98F8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35EA8-3000-43F8-B703-ADCFDF17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71D1A-7B9E-4A7A-938E-4F747B03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016</a:t>
            </a:r>
          </a:p>
        </p:txBody>
      </p:sp>
    </p:spTree>
    <p:extLst>
      <p:ext uri="{BB962C8B-B14F-4D97-AF65-F5344CB8AC3E}">
        <p14:creationId xmlns:p14="http://schemas.microsoft.com/office/powerpoint/2010/main" val="344458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D9C96-8A48-47CC-B664-B1A841DA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617F3-6368-4ED0-BD33-6D032ACD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How to use this training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4D769-DC94-42B2-A1A8-0DB99EA7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2cdf20e174174"/>
          <a:stretch xmlns:a="http://schemas.openxmlformats.org/drawingml/2006/main"/>
        </p:blipFill>
        <p:spPr>
          <a:xfrm xmlns:a="http://schemas.openxmlformats.org/drawingml/2006/main">
            <a:off x="2917731" y="1885950"/>
            <a:ext cx="243223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48D2E-70F5-4013-8F0D-C0747416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390DD-E079-4283-8BA3-3E449299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4F965-05AE-40D2-A78D-A8A902D9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155BF-7FDA-4CFC-A129-E63AF529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17E10-4526-422A-A4EE-31DEC802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A8627-7381-4A44-B69A-ECF9F1B2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046E2-EB88-49F9-9F27-B4DE3537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Orientation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23CD8-2054-4712-8BB5-CB85D2A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7076246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93583-9705-46CD-97AB-8BF94F77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5CB11-9118-4088-84CA-671E7A10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Learning outcomes for technicians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8BA10-382B-4A9A-9953-0FF2193D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32FEB-F4EC-4BEE-AF79-2011F08C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this topic to connect learning outcomes for technicians with safe daily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E1B4A-BFB4-42F4-9441-DBA4A7E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38363-9EB7-4244-BDBB-798C70AF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Capture questions and configuration gaps before practical assessment.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5292D-9DC4-430C-B04B-FC224443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D674C-24CE-4B24-99E5-B8E06708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E0BF1-B5B4-40AF-94C7-2CCA3A37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018</a:t>
            </a:r>
          </a:p>
        </p:txBody>
      </p:sp>
    </p:spTree>
    <p:extLst>
      <p:ext uri="{BB962C8B-B14F-4D97-AF65-F5344CB8AC3E}">
        <p14:creationId xmlns:p14="http://schemas.microsoft.com/office/powerpoint/2010/main" val="16159622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88E11-43D2-485E-9330-BF32A177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71241-7CF0-43F3-901D-2337701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Training scope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661DF-3DBA-40DC-B563-3EE5BADB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22a1a9e38468c"/>
          <a:stretch xmlns:a="http://schemas.openxmlformats.org/drawingml/2006/main"/>
        </p:blipFill>
        <p:spPr>
          <a:xfrm xmlns:a="http://schemas.openxmlformats.org/drawingml/2006/main">
            <a:off x="2917046" y="1885950"/>
            <a:ext cx="243360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2C999-5A4E-40EF-BF55-568F1C8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A3637-315A-4E73-8E78-6547AF25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87D48-E466-4549-99BA-4A6CB899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665E3-1991-4F51-AF86-E7031EAC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00F43-351B-4D49-84C2-B1874E98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21E3C-52D6-40C6-BC2E-94B5AB64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DA6CF-7136-43BA-B97C-8F4FCA88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Orientation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685D3-FDBF-427C-90BB-3FA53D35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6933004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C274A-F5CA-42F1-B863-7070B178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4AFFC-125D-4C5F-BAF7-A2D89485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Machine identity and serial-number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546F3-5611-4CAD-A24E-3A45E957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this topic to connect machine identity and serial-number control with safe daily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99FA8-485B-4272-8EE0-0C257A21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82CD4-2BE8-4441-8D88-65AD8A5B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AE1B1-B33A-4419-A469-E227F225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522F8-1256-4EBB-81D1-0F040BBE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941F3-B065-4ACE-A0C1-F957B95A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45B97-8717-452B-A245-1D31E3A0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11121556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598E7-7FAC-4075-9DC1-6171BE90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62C92-D36C-4EC2-A80E-2A0B6923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Documentation hierarchy and revision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36E89-C514-4A54-8495-9AA2F55F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cab32aa1a4fb5"/>
          <a:stretch xmlns:a="http://schemas.openxmlformats.org/drawingml/2006/main"/>
        </p:blipFill>
        <p:spPr>
          <a:xfrm xmlns:a="http://schemas.openxmlformats.org/drawingml/2006/main">
            <a:off x="2915800" y="1885950"/>
            <a:ext cx="243609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2D958-C77F-4B2C-A438-E68A8E41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A3FC4-16B8-4224-BCDF-57017869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C11BA-028A-4B85-B2F0-716E5F03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154F5-DBAB-41A4-B351-5BE87A27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3770F-70E5-48BC-8F8A-B4AB1DA8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9EC93-15DF-48DD-9DC1-4424D2B4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24F99-81C6-4E38-A96D-26214F3D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Orientation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E859E-E306-4745-BAD8-38D2E792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3982177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36F0C-FF2F-4DBC-B8D7-20068F6D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B844D-F390-4387-AD92-64519EE6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49ADE-B5BB-4045-AC51-16DCCFA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238B7-2E21-43F6-8FDB-74295CD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022</a:t>
            </a:r>
          </a:p>
        </p:txBody>
      </p:sp>
    </p:spTree>
    <p:extLst>
      <p:ext uri="{BB962C8B-B14F-4D97-AF65-F5344CB8AC3E}">
        <p14:creationId xmlns:p14="http://schemas.microsoft.com/office/powerpoint/2010/main" val="15932751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E77B5-835F-4936-BC4C-E1DC89ED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C5429-FEBC-420F-AD11-39A4B88F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Safety begins before the machine starts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0DD68-D6C6-406C-AE1A-83801A32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Recognize how safety begins before the machine starts can affect people, equipment and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BF7A3-4A5D-465B-85A8-9CA51574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A1BF4-3D0A-49F9-9C49-A6D5A849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7C01A-DC22-4FEC-8D7D-A14BBEC9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DB045-3E84-4B68-AA9D-82DE0BFB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B82B6-14E6-4890-8319-5751A785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1A5EE-2F84-46F2-871A-1F0090A5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5551472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DD1A6-2E71-4944-BAD2-843FEAC8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5F3D5-CB67-4BD8-A5AC-8C2871C9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Authorized use defines the safe operating envelope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B7844-EE53-40AE-9762-0F5728DB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8dab7bc3a4926"/>
          <a:stretch xmlns:a="http://schemas.openxmlformats.org/drawingml/2006/main"/>
        </p:blipFill>
        <p:spPr>
          <a:xfrm xmlns:a="http://schemas.openxmlformats.org/drawingml/2006/main">
            <a:off x="2875263" y="1885950"/>
            <a:ext cx="2517174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3237B-C4AA-48A5-88B8-7EC0483B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767BA-65A2-4AF0-9FC9-2A39D085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BD7C3-F1C6-4AB4-A414-F653EA86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9D1C9-BA45-4EF6-8EC8-17DC925A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5416F-8C15-4ABC-AB54-A4A39274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17B69-27EF-4CFB-8A76-217D5664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2246D-D9AB-4786-88AD-FD498A54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31529-54C4-450E-9899-B7A15FB8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5056145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D4635-2935-4214-8695-CE9A997C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3C851-9026-4A46-9CD8-511F891D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Only trained personnel may operate or maintain the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56FC8-A4B1-4C4E-AC5D-AC697ACD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814E7-C082-4E95-9CE9-879E6B5A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only trained personnel may operate or maintain the machine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24514-954E-4531-8E67-A3D90AB9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289F1-09A4-42BB-A975-A804C0FE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E6F72-4399-49FB-81F8-C8FAA830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2C7C9-9B4A-4150-8C4F-EDE66B29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A563E-B4A6-42BD-9001-55EE8C5E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2C707-EADC-4BA2-9748-B9A43521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13180401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2A0BD-1072-4D08-A86C-5293FECA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23013-9081-48BA-A87B-7EDA163E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PPE must match the solvent and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6575B-A16C-49E2-BB73-619BCCC1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cbc0fe55740d4"/>
          <a:stretch xmlns:a="http://schemas.openxmlformats.org/drawingml/2006/main"/>
        </p:blipFill>
        <p:spPr>
          <a:xfrm xmlns:a="http://schemas.openxmlformats.org/drawingml/2006/main">
            <a:off x="2919661" y="1885950"/>
            <a:ext cx="242837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0E95A-7C74-494D-9208-C292B8F4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D21AB-5CD7-435D-BAA4-F9F9345E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FB3EE-FF10-4DB4-9900-B425F560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3383E-E130-4780-A380-958322A7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EA7ED-59E9-4C0A-B69E-D9B06849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2663D-0950-4867-8660-DFD037B6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6723D-7180-4302-B6C0-003E4007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A64ED-68C3-4385-B6F7-998255C5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026</a:t>
            </a:r>
          </a:p>
        </p:txBody>
      </p:sp>
    </p:spTree>
    <p:extLst>
      <p:ext uri="{BB962C8B-B14F-4D97-AF65-F5344CB8AC3E}">
        <p14:creationId xmlns:p14="http://schemas.microsoft.com/office/powerpoint/2010/main" val="21237006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405C2-4992-47A2-B0AC-9F6D6E48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ABAC5-399E-4DBC-9705-FF62E3B0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Ventilation controls routine solvent exposure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F7D82-7EC7-4F3E-98D8-31825806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CE250-5A19-4624-A0E6-6D6766BB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2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ventilation controls routine solvent exposure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0E192-7CB4-43E0-BA45-8475CE1A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669FC-01AC-4EB3-B707-A2A999A6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Stop and escalate whenever the safe condition cannot be confirmed.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F2E5E-1DD7-40E8-861D-E32EE557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39786-853E-4200-AA4F-CE9B5F8F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0B473-E227-4579-8A14-9D5880CE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027</a:t>
            </a:r>
          </a:p>
        </p:txBody>
      </p:sp>
    </p:spTree>
    <p:extLst>
      <p:ext uri="{BB962C8B-B14F-4D97-AF65-F5344CB8AC3E}">
        <p14:creationId xmlns:p14="http://schemas.microsoft.com/office/powerpoint/2010/main" val="7672119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B89AE-193B-439F-A12F-3B08DD9A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860EE-2599-46D7-9085-D995BCF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Loading-door venting protects the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0B4E1-0AC3-40DA-856C-D864EF78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3c13eb8a441f2"/>
          <a:stretch xmlns:a="http://schemas.openxmlformats.org/drawingml/2006/main"/>
        </p:blipFill>
        <p:spPr>
          <a:xfrm xmlns:a="http://schemas.openxmlformats.org/drawingml/2006/main">
            <a:off x="2886845" y="1885950"/>
            <a:ext cx="249401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B2E75-3C79-454E-BD66-3A43A393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08BA4-76B8-4992-8D02-1A7D64A9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1CF75-DCED-49A8-B33E-B9755A61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72F84-9444-4A40-A491-3C43F3CE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46A29-3D14-4838-8311-1828C247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A9FEB-C4F7-4E77-A67E-901949C5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D8E6C-7B08-4692-9682-5DF3B72B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60524-B82E-4092-9B2E-D2BB4E74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028</a:t>
            </a:r>
          </a:p>
        </p:txBody>
      </p:sp>
    </p:spTree>
    <p:extLst>
      <p:ext uri="{BB962C8B-B14F-4D97-AF65-F5344CB8AC3E}">
        <p14:creationId xmlns:p14="http://schemas.microsoft.com/office/powerpoint/2010/main" val="135477479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7514F-0181-4470-B68A-4FC16F6F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F3246-42F4-4027-AB44-4AA0CBCD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Guards and interlocks must never be bypassed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21867-3374-481B-8B30-24AB32B5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Recognize how guards and interlocks must never be bypassed can affect people, equipment and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5D10C-4BBD-428C-98DF-8DCE1CFE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D1338-175D-428B-9DE8-F892CD4F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0F06F-13EF-415F-B45E-F74F9FE4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F33B3-D29E-44BD-8B4C-57A09C34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6A50F-B5A6-4EB5-A4AC-FE33F154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C2269-DFE4-4C3B-8DA2-AD8626AD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029</a:t>
            </a:r>
          </a:p>
        </p:txBody>
      </p:sp>
    </p:spTree>
    <p:extLst>
      <p:ext uri="{BB962C8B-B14F-4D97-AF65-F5344CB8AC3E}">
        <p14:creationId xmlns:p14="http://schemas.microsoft.com/office/powerpoint/2010/main" val="7475690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14A30-DE99-4A8E-A3C0-1CA221F6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18D6A-62DA-4002-A1D6-8214C2A2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Electrical isolation requires lockout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77619-5302-472F-B90B-10BA01CF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f6307b1754ea5"/>
          <a:stretch xmlns:a="http://schemas.openxmlformats.org/drawingml/2006/main"/>
        </p:blipFill>
        <p:spPr>
          <a:xfrm xmlns:a="http://schemas.openxmlformats.org/drawingml/2006/main">
            <a:off x="2902288" y="1885950"/>
            <a:ext cx="2463124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68787-3766-4ACF-9055-910BFA4B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FE15C-3B46-4302-927B-EE43AC65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91AF0-F78E-4D71-8D4A-D271B86A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ED5C3-94DD-4A05-A5F0-2969B51B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487B1-64C0-4920-8169-F88972A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5DD3F-D860-4005-87E1-E2CC60C1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C5202-BF4D-47AE-AA8F-3DB66A1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94D00-0E10-4F07-8716-1ABB7E47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030</a:t>
            </a:r>
          </a:p>
        </p:txBody>
      </p:sp>
    </p:spTree>
    <p:extLst>
      <p:ext uri="{BB962C8B-B14F-4D97-AF65-F5344CB8AC3E}">
        <p14:creationId xmlns:p14="http://schemas.microsoft.com/office/powerpoint/2010/main" val="16649144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255A8-F4D2-485F-8580-8BFD68AE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BDD2C-024F-4204-B120-82A5B4EA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Steam isolation must remove pressure and heat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AAB89-56A5-41F7-8985-01D7ABC0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34C7A-14F2-4A7F-B836-EEBE9CA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steam isolation must remove pressure and heat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C4E6B-49BE-4EC1-8C03-6E9D2605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615E3-90B6-4B18-A1F2-7441C1C0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4FF44-1148-4BB9-873A-80CBF272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D7C98-4CA4-4D51-A008-1C818717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EA8BD-7727-4B74-9F71-4625BF4C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18C61-B437-4F89-9883-361596F5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9328488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FD320-BFF5-4B8B-977E-44B241D1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35578-CF2F-4F80-84B5-84C463FC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Compressed air stores hazardous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9FA14-D59C-47D6-8433-CC9FE32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2b38d977b4e2a"/>
          <a:stretch xmlns:a="http://schemas.openxmlformats.org/drawingml/2006/main"/>
        </p:blipFill>
        <p:spPr>
          <a:xfrm xmlns:a="http://schemas.openxmlformats.org/drawingml/2006/main">
            <a:off x="2915800" y="1885950"/>
            <a:ext cx="243609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17446-13E8-4D73-97BC-F0E0AB67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6AEC8-DFA0-49E0-B430-B36E0C93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BE228-CB4E-4E29-9E79-E86E82DC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8E96A-0000-4B9A-9E3F-B3BABF76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E1A64-6F4E-4B91-897F-29276758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AC434-BB22-427C-B403-91785E75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31CD1-6842-4A9E-87C1-69409BEF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40DEE-39C8-4396-9648-70F6DF6C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15651302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8BE50-6DA8-47A0-9323-AEC4AFA5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FF9AC-E7F6-49EE-8927-5A20EB39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Refrigeration circuits require specialist competence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65793-CD31-4845-8993-94363151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C7ED8-3965-4DA3-BED0-92616850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refrigeration circuits require specialist competence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63D30-16CA-450A-A95A-509E68EA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C8E7F-63D8-4119-8F9E-290E916D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Stop and escalate whenever the safe condition cannot be confirmed.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43711-A649-41DA-BF20-930A572A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02317-A052-4C79-9900-E50E47ED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61FD9-D208-4694-8432-0D76C6FF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val="20083331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514CA-3325-44B4-B2D4-F8587A30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35F44-E65D-40C7-8F4F-3A6FC613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Hot surfaces remain hazardous after shutdown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7FD59-D7A1-46EE-8BEA-317D4878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0ecb9c9a3461d"/>
          <a:stretch xmlns:a="http://schemas.openxmlformats.org/drawingml/2006/main"/>
        </p:blipFill>
        <p:spPr>
          <a:xfrm xmlns:a="http://schemas.openxmlformats.org/drawingml/2006/main">
            <a:off x="2915800" y="1885950"/>
            <a:ext cx="243609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CC9F5-48E6-4138-A67C-1BA3D1DF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20277-0B3C-4E03-8EA9-4B88B0F2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F897D-2E09-45F8-A6A5-0BDE8158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8E86B-81EE-4D68-B875-2397C4E6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AAF79-9BE3-4F45-8298-2EDB20B5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4CA13-BDB6-4B85-A046-23325DBD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7CFCD-715B-4838-AB4E-01D9C648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4D63F-7FB0-47E7-B724-A54DB619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034</a:t>
            </a:r>
          </a:p>
        </p:txBody>
      </p:sp>
    </p:spTree>
    <p:extLst>
      <p:ext uri="{BB962C8B-B14F-4D97-AF65-F5344CB8AC3E}">
        <p14:creationId xmlns:p14="http://schemas.microsoft.com/office/powerpoint/2010/main" val="16905926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666C6-645E-4A39-BB59-C5D8AF97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F627E-F6BA-46F3-9AB2-8C56C996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Solvent spills require immediate controlled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80314-8192-428A-AFF2-52FBB612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Recognize how solvent spills require immediate controlled response can affect people, equipment and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15BE5-7B98-4096-A6DB-F8C81E51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9B825-96E1-4F2E-A0A1-BF228023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4E482-5821-4432-AC54-EB679158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95159-81B2-46AF-BC5B-C61D9F11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4F5C1-1548-4E45-A4D2-CB6E352E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008D5-E924-4531-9C86-DBAEB9B5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035</a:t>
            </a:r>
          </a:p>
        </p:txBody>
      </p:sp>
    </p:spTree>
    <p:extLst>
      <p:ext uri="{BB962C8B-B14F-4D97-AF65-F5344CB8AC3E}">
        <p14:creationId xmlns:p14="http://schemas.microsoft.com/office/powerpoint/2010/main" val="2253688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FEC62-7759-4EAF-8350-5031320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B393A-FF44-420D-80A6-76786AAA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Still residues and process water need compliant disposal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20685-F8A9-415B-B604-42ACE7DF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25c50c3de41cf"/>
          <a:stretch xmlns:a="http://schemas.openxmlformats.org/drawingml/2006/main"/>
        </p:blipFill>
        <p:spPr>
          <a:xfrm xmlns:a="http://schemas.openxmlformats.org/drawingml/2006/main">
            <a:off x="2915800" y="1885950"/>
            <a:ext cx="243609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E6F02-8656-48E8-B2B7-69D36D27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6EA48-2E8A-4F17-822A-9F258C6E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2D0C7-45B1-4679-B505-91801736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92AD2-9E46-40A3-BBDA-B9353255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5ECBF-C5D2-4120-AABF-655AC68B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FE635-323F-438F-BA4A-D4E304F5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D5FAA-86BF-46A8-87B1-D62FDB4D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6E915-30A2-4D38-AEDB-7EE45BF5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036</a:t>
            </a:r>
          </a:p>
        </p:txBody>
      </p:sp>
    </p:spTree>
    <p:extLst>
      <p:ext uri="{BB962C8B-B14F-4D97-AF65-F5344CB8AC3E}">
        <p14:creationId xmlns:p14="http://schemas.microsoft.com/office/powerpoint/2010/main" val="157078871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5AA18-A477-4D4D-ADE6-C12D1CB9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E6E36-D612-4DCB-AA1A-68688625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Emergency response must be understood before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3E71D-6D18-4989-AECE-C76AE8A1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74914-DD4C-48B3-B47B-489C620A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emergency response must be understood before work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4E058-E0BB-4BE6-B4C4-9203ED51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71EDB-DDF5-4FA2-AAF8-57E692F0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5402F-4196-4056-93D4-803FACB5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7E747-8815-4751-8C82-05607102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D9F86-54EC-476B-86E3-BF23976E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DF722-78AA-4928-90AB-473BBF1E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037</a:t>
            </a:r>
          </a:p>
        </p:txBody>
      </p:sp>
    </p:spTree>
    <p:extLst>
      <p:ext uri="{BB962C8B-B14F-4D97-AF65-F5344CB8AC3E}">
        <p14:creationId xmlns:p14="http://schemas.microsoft.com/office/powerpoint/2010/main" val="815981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1B280-3BC2-47D2-B2EF-4714130A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93162-8E29-4AA5-B33A-813A5638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2F80C-F431-41D6-8DFB-CFE1233F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E6025-F37D-4354-9B0D-3B5DB8C0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038</a:t>
            </a:r>
          </a:p>
        </p:txBody>
      </p:sp>
    </p:spTree>
    <p:extLst>
      <p:ext uri="{BB962C8B-B14F-4D97-AF65-F5344CB8AC3E}">
        <p14:creationId xmlns:p14="http://schemas.microsoft.com/office/powerpoint/2010/main" val="86160123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CD619-E2B1-4463-A580-7F9A9D2B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5C863-A8E7-43BE-B69B-685F299A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Read the machine as connected functional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56343-6B92-43EC-A787-4F648C2D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e28eecdbb4f8a"/>
          <a:stretch xmlns:a="http://schemas.openxmlformats.org/drawingml/2006/main"/>
        </p:blipFill>
        <p:spPr>
          <a:xfrm xmlns:a="http://schemas.openxmlformats.org/drawingml/2006/main">
            <a:off x="2919661" y="1885950"/>
            <a:ext cx="242837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7B274-392A-4B44-AE28-B4E2BD69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99834-CD09-4B8D-A0FB-F7BA48C5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EDD08-2422-413D-9013-1B909B5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91BAD-88A2-47B3-BFAB-2CD9928E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CD2D1-948B-4069-A506-7A9E337B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4BB64-A566-4BEE-B540-55027E5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5831E-D746-4542-9811-185049F9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0540D-8AC0-45FA-AD65-1DBC4273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039</a:t>
            </a:r>
          </a:p>
        </p:txBody>
      </p:sp>
    </p:spTree>
    <p:extLst>
      <p:ext uri="{BB962C8B-B14F-4D97-AF65-F5344CB8AC3E}">
        <p14:creationId xmlns:p14="http://schemas.microsoft.com/office/powerpoint/2010/main" val="121322751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62ED3-6A49-4FBB-B559-9D41DA43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62ECA-A3D1-4CD9-AA38-8F2B289B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Front-side components support operation and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F1D69-0C98-4C20-9B49-FCACDA36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829F1-22BC-40B4-A9CC-EA91C2AE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DC38F-8EC0-4163-A4F0-B0EDE1F5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7E5C7-8594-413D-A219-214FCF85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537BE-F5D2-445C-830B-2844A8EB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0E8F1-AC47-4706-86BF-44BCC556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B3985-B4FB-4BC1-88AC-1A5CDAC9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2352A-D5DC-4936-BA63-8E3E6CD5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040</a:t>
            </a:r>
          </a:p>
        </p:txBody>
      </p:sp>
    </p:spTree>
    <p:extLst>
      <p:ext uri="{BB962C8B-B14F-4D97-AF65-F5344CB8AC3E}">
        <p14:creationId xmlns:p14="http://schemas.microsoft.com/office/powerpoint/2010/main" val="15718321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755B2-5CE1-4A20-BB21-C25C0461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4E579-D0FE-4C48-A632-6FD05072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Rear-side components carry most service interfaces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3ABAE-95F2-4F78-A324-1A9A043B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bb69db6164ce2"/>
          <a:stretch xmlns:a="http://schemas.openxmlformats.org/drawingml/2006/main"/>
        </p:blipFill>
        <p:spPr>
          <a:xfrm xmlns:a="http://schemas.openxmlformats.org/drawingml/2006/main">
            <a:off x="2917731" y="1885950"/>
            <a:ext cx="243223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CD395-B24E-4D8A-A0C2-6BC0DA30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4A27C-BE44-4BFF-B6DE-71CA10F3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0B8F7-EEB7-4BEE-BA46-5904341C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BB4E9-91B0-4E81-B6E1-B7F59380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06B9D-B8AB-40F6-8D9D-6FDBBEA2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C5406-7498-476E-9085-E7D0ACCC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A5BC4-1C79-479B-8632-37D1E96B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9EBCB-2FC8-4A7B-B7B0-7E7696B1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041</a:t>
            </a:r>
          </a:p>
        </p:txBody>
      </p:sp>
    </p:spTree>
    <p:extLst>
      <p:ext uri="{BB962C8B-B14F-4D97-AF65-F5344CB8AC3E}">
        <p14:creationId xmlns:p14="http://schemas.microsoft.com/office/powerpoint/2010/main" val="109064362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EAF8A-3BEE-4117-BC17-D0D40A0D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42DAC-60BC-440F-A83E-9061EA34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cage and housing contain the process 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F5988-46C0-45CE-B2F3-0A444BD0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0BCEB-2663-4389-B275-B871D2E0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79CEF-1831-4DA6-A02A-8EC2C219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57926-077D-4654-A26C-88E5B572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Confirm the exact installed variant before adjustment or replacement.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A9813-13FE-41C8-8AA2-B8A76E6E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FB316-9F03-4381-BE75-1E4178E7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1D69E-3134-4D26-BC3D-14F029CB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042</a:t>
            </a:r>
          </a:p>
        </p:txBody>
      </p:sp>
    </p:spTree>
    <p:extLst>
      <p:ext uri="{BB962C8B-B14F-4D97-AF65-F5344CB8AC3E}">
        <p14:creationId xmlns:p14="http://schemas.microsoft.com/office/powerpoint/2010/main" val="58266073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C09F4-9D0F-40CB-9BCE-AA0486DD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9E3C3-C2B3-42CA-B403-F2A9E662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cage drive converts motor power into controlled rotation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9827C-B94B-477C-AF29-25FADF92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3a9c9ce77428e"/>
          <a:stretch xmlns:a="http://schemas.openxmlformats.org/drawingml/2006/main"/>
        </p:blipFill>
        <p:spPr>
          <a:xfrm xmlns:a="http://schemas.openxmlformats.org/drawingml/2006/main">
            <a:off x="2917731" y="1885950"/>
            <a:ext cx="243223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26823-F280-4442-8680-1496BE22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4B6CD-3699-42DC-9431-87581195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1BF75-3D86-4109-A5CF-DCD34489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F026D-65A2-42D1-8756-BBB17862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BE1E6-8D05-4779-9D75-DD8DD2ED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96CDA-7703-4C43-94E8-1E2B29C3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8708B-A304-46BC-828C-028223D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6C2BB-9AF2-446C-AF5F-091D01B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043</a:t>
            </a:r>
          </a:p>
        </p:txBody>
      </p:sp>
    </p:spTree>
    <p:extLst>
      <p:ext uri="{BB962C8B-B14F-4D97-AF65-F5344CB8AC3E}">
        <p14:creationId xmlns:p14="http://schemas.microsoft.com/office/powerpoint/2010/main" val="125860360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C6FDE-261F-46D7-AFEB-268006A9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D03AF-7EC9-4981-A71F-C5A31FB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loading door forms a pressure and solvent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ABF24-83EA-42CC-9FFF-273BB698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Locate the relevant assembly and understand its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2D5C-40A0-4AEB-B4A2-0A18D8A6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F1F26-6CFA-494D-B7FE-4DF0CB9F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1FC20-221E-4735-9748-35EAF819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EC613-F6D7-4613-AD04-C3054FA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5CC6B-9100-4477-BD9E-F58F0118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9ADF8-B02C-4DBF-B5CA-3D4C117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044</a:t>
            </a:r>
          </a:p>
        </p:txBody>
      </p:sp>
    </p:spTree>
    <p:extLst>
      <p:ext uri="{BB962C8B-B14F-4D97-AF65-F5344CB8AC3E}">
        <p14:creationId xmlns:p14="http://schemas.microsoft.com/office/powerpoint/2010/main" val="21880647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EA2D3-00B2-4D16-BC6B-661E01DF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B1A31-F5B7-4383-B2A9-E6D19A97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Tanks separate work, clean and extra solvent duties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06527-3600-418D-9D0B-AC661957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7151979404029"/>
          <a:stretch xmlns:a="http://schemas.openxmlformats.org/drawingml/2006/main"/>
        </p:blipFill>
        <p:spPr>
          <a:xfrm xmlns:a="http://schemas.openxmlformats.org/drawingml/2006/main">
            <a:off x="2830865" y="1885950"/>
            <a:ext cx="260597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695FC-F385-4E1B-B023-2CB59F50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980AC-E750-4255-A6BB-3D831254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D292D-A7EB-40AF-BB57-7999CC40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083D2-3E0D-495D-83F1-67FA16B7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226F8-C7AE-489E-B98B-AB0AF8C6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AB51B-64E3-4839-B63C-F8AB5B96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EA499-7835-48A6-A7E6-7D32C907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FE7F5-7A13-4A59-A27A-60172CE0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045</a:t>
            </a:r>
          </a:p>
        </p:txBody>
      </p:sp>
    </p:spTree>
    <p:extLst>
      <p:ext uri="{BB962C8B-B14F-4D97-AF65-F5344CB8AC3E}">
        <p14:creationId xmlns:p14="http://schemas.microsoft.com/office/powerpoint/2010/main" val="93880035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1D480-D1E3-4685-AF49-5E08D1D1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AFA54-8A8F-48A0-A1B7-9697E222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Safety troughs contain unintended liquid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AF921-0CCC-4412-9DF7-B5AE9375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FE54E-3F49-4BD5-9E8E-AB7F80C8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62DA5-357B-4EBA-BB64-E7F3C4EF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3640D-A28C-4D59-984A-BCD29FDD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EB43C-676A-40FE-8412-7AF74F80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61082-4F52-4693-A497-D2B226EB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68110-C42D-4E35-959E-3D0E3C36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C79CE-A523-4A9A-B62D-3F47605E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046</a:t>
            </a:r>
          </a:p>
        </p:txBody>
      </p:sp>
    </p:spTree>
    <p:extLst>
      <p:ext uri="{BB962C8B-B14F-4D97-AF65-F5344CB8AC3E}">
        <p14:creationId xmlns:p14="http://schemas.microsoft.com/office/powerpoint/2010/main" val="206286246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D6837-1344-4363-9A1B-9D67FA37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E6EC6-8B64-43D1-BAFB-59ADEBE4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Slimline and Crossline layouts change access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19226-C90D-4F4F-A836-C595ED2F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1838571e412d"/>
          <a:stretch xmlns:a="http://schemas.openxmlformats.org/drawingml/2006/main"/>
        </p:blipFill>
        <p:spPr>
          <a:xfrm xmlns:a="http://schemas.openxmlformats.org/drawingml/2006/main">
            <a:off x="2913870" y="1885950"/>
            <a:ext cx="243996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BD565-AB57-4F85-AC44-50DDA104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2A737-4825-47D0-8E3E-BB1A2AB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1258F-65EE-40C1-9E20-820BB13E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5CEFB-5738-46D0-8E51-11E435AC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C5102-FE5D-44EC-91F9-2CE47915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7769E-82BE-4330-B897-9B9944E8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9E2D7-8934-47E4-8EF2-300B0955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3846C-67AD-4402-AE46-0F105B50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047</a:t>
            </a:r>
          </a:p>
        </p:txBody>
      </p:sp>
    </p:spTree>
    <p:extLst>
      <p:ext uri="{BB962C8B-B14F-4D97-AF65-F5344CB8AC3E}">
        <p14:creationId xmlns:p14="http://schemas.microsoft.com/office/powerpoint/2010/main" val="111183004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56642-BA21-4F4D-B8ED-F8B12848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DB60F-2C95-4A12-B66E-9584A71C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Optional equipment changes the installed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39DDD-BC22-43FF-954C-0378F20F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0B1FA-B41A-4AB2-8F88-6025FC8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ACEA4-4B41-4F89-A6B3-F23D5C0F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3BFBC-A0B4-4129-A73A-FB7F01AB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Confirm the exact installed variant before adjustment or replacement.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11A6C-5326-4EF6-933C-A9BC47AA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1C409-71DE-4972-898B-01240D46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2CB39-B135-44DA-9350-7F3264C4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048</a:t>
            </a:r>
          </a:p>
        </p:txBody>
      </p:sp>
    </p:spTree>
    <p:extLst>
      <p:ext uri="{BB962C8B-B14F-4D97-AF65-F5344CB8AC3E}">
        <p14:creationId xmlns:p14="http://schemas.microsoft.com/office/powerpoint/2010/main" val="190503515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D8EEF-041D-496F-A5CF-8089C666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13AD4-A422-4FD1-A041-5FFC7DDC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Nameplate data governs technical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B7786-4F61-4B52-A331-C7518A17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2696c84cb4172"/>
          <a:stretch xmlns:a="http://schemas.openxmlformats.org/drawingml/2006/main"/>
        </p:blipFill>
        <p:spPr>
          <a:xfrm xmlns:a="http://schemas.openxmlformats.org/drawingml/2006/main">
            <a:off x="2915800" y="1885950"/>
            <a:ext cx="243609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2833C-49C9-4064-9841-214B3FC3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66A6A-176C-4743-831F-0D493275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80943-AE7B-4F38-BB18-05212B89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2E72D-5124-4871-BF6D-D92AC0DA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B0597-92D4-464E-942E-92665BAE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64999-52DC-4497-AAAD-B128DAEB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CD1B4-E65F-473C-8F37-A748B93A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2F291-A7D0-4E5B-A635-9903352C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049</a:t>
            </a:r>
          </a:p>
        </p:txBody>
      </p:sp>
    </p:spTree>
    <p:extLst>
      <p:ext uri="{BB962C8B-B14F-4D97-AF65-F5344CB8AC3E}">
        <p14:creationId xmlns:p14="http://schemas.microsoft.com/office/powerpoint/2010/main" val="70590161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5998B-C50A-4403-82D9-80595696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E77DA-18B6-4231-A53F-8EA63612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clean machine makes defects easier to detect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0406B-AA31-4105-8DC9-579645F7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Locate the relevant assembly and understand its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5D8FC-F0EC-438B-8C64-F3E9D201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FD38F-B874-4EC9-8FCA-64112A6D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45E16-099F-446E-BD11-E99D2606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819C4-052D-41FE-8D20-4B1FA920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4DC01-926B-4023-8E43-15DFD80A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BA086-D27A-442E-A432-1E3967FD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050</a:t>
            </a:r>
          </a:p>
        </p:txBody>
      </p:sp>
    </p:spTree>
    <p:extLst>
      <p:ext uri="{BB962C8B-B14F-4D97-AF65-F5344CB8AC3E}">
        <p14:creationId xmlns:p14="http://schemas.microsoft.com/office/powerpoint/2010/main" val="100433734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B3466-8041-42E4-BE0B-23116CDD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96EC9-D53D-4E36-86ED-F34D3769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6BE9C-0E1E-4FDE-9DA7-69FE9369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B9A27-BFF6-4D7F-940F-CDCE3907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051</a:t>
            </a:r>
          </a:p>
        </p:txBody>
      </p:sp>
    </p:spTree>
    <p:extLst>
      <p:ext uri="{BB962C8B-B14F-4D97-AF65-F5344CB8AC3E}">
        <p14:creationId xmlns:p14="http://schemas.microsoft.com/office/powerpoint/2010/main" val="63676400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F8F6F-BC9B-4B6C-B48B-EB01CD4F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2C20B-FCB3-43BC-87C2-6BD1C42D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67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Solvent selection must match the approved machine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B9FFD-1664-4425-8B80-CDDAC1D4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60682e2424ddd"/>
          <a:stretch xmlns:a="http://schemas.openxmlformats.org/drawingml/2006/main"/>
        </p:blipFill>
        <p:spPr>
          <a:xfrm xmlns:a="http://schemas.openxmlformats.org/drawingml/2006/main">
            <a:off x="2830865" y="1885950"/>
            <a:ext cx="260597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05196-5E46-47D7-974D-E0C9E267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34594-8A4A-4322-8C19-75EA8FAF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40D74-6AEE-4EED-9DA6-B3C8923C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99DB5-0D4A-465C-BF8C-70588F02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Machine family: P21 / P26 / P30.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solvent against the nameplate before filling, changing product or commissioning.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1CC95-EE0B-4BCA-90B8-F164CBF2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95238-986D-4E1C-82FA-59C7BA4A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18F9D-A553-48AE-A2DA-2FA785FE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97C35-9D7F-442F-BEF4-29A486A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052</a:t>
            </a:r>
          </a:p>
        </p:txBody>
      </p:sp>
    </p:spTree>
    <p:extLst>
      <p:ext uri="{BB962C8B-B14F-4D97-AF65-F5344CB8AC3E}">
        <p14:creationId xmlns:p14="http://schemas.microsoft.com/office/powerpoint/2010/main" val="168609381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602F-0825-4E3E-ACF7-78FA5C99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CF43C-A7C4-4264-A229-F1E9BBF1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9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Chemical additives must remain stable under process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85C4C-1D50-41CE-9A04-66C26093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Treat chemical additives must remain stable under process conditions as a controlled operating parameter.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A3D34-BF05-4C8E-B025-3E8B2B8A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3F4E6-87CF-44BB-965B-A77B60E4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E01EF-5CB5-4ABA-A848-9D63BE1C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562BA-DAC0-4444-A323-48B214D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BC4DF-BE09-4D2B-A9C8-EA0545E7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Materials &amp; Utilities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9FF3B-4A83-413E-939C-78CE14BF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053</a:t>
            </a:r>
          </a:p>
        </p:txBody>
      </p:sp>
    </p:spTree>
    <p:extLst>
      <p:ext uri="{BB962C8B-B14F-4D97-AF65-F5344CB8AC3E}">
        <p14:creationId xmlns:p14="http://schemas.microsoft.com/office/powerpoint/2010/main" val="9404711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83B9E-EB40-46E0-BADE-AFB29612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8EABE-4E1E-42D1-8F6E-9304510E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First filling requires configuration-specific quantities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91DA0-B7F0-446D-98FB-9BF55324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7d536f41e4a7a"/>
          <a:stretch xmlns:a="http://schemas.openxmlformats.org/drawingml/2006/main"/>
        </p:blipFill>
        <p:spPr>
          <a:xfrm xmlns:a="http://schemas.openxmlformats.org/drawingml/2006/main">
            <a:off x="2834726" y="1885950"/>
            <a:ext cx="259824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BED8B-E180-46CF-B273-01B48B16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DA091-F52E-4CBA-BA35-DACA226C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F533C-04C5-4BEF-AAC8-DDB44931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615E9-0B91-49DC-8753-9F5022ED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Verify tank minimums in the current P30 operating manual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Additional filters increase the required quantity; verify the installed arrangement.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01819-21BB-4593-BAA6-511F2222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58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92670-19F2-4215-8ABC-9E4CF939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38923-0D17-45AA-8820-0727391C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4F4C2-D74F-470E-A2D7-9EDCA3B4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054</a:t>
            </a:r>
          </a:p>
        </p:txBody>
      </p:sp>
    </p:spTree>
    <p:extLst>
      <p:ext uri="{BB962C8B-B14F-4D97-AF65-F5344CB8AC3E}">
        <p14:creationId xmlns:p14="http://schemas.microsoft.com/office/powerpoint/2010/main" val="79561385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0E0B5-D9C1-40E6-9E75-DBCDEC34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0CC9-E270-450A-A5AD-A435AD25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Tank minimum levels protect process stability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45E8F-7889-4617-AAB2-ACD84851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C0325-8DEE-4979-85C6-03B2594D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Verify tank minimums in the current P30 operating manual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3CA79-8DFB-4D74-94A6-C6CB770F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B77B3-E48B-434B-8B0B-6AD7864A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DB792-DDFA-4ABD-AC72-CA8B7A6D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Low level can disrupt transfer, filtration and process repeatability.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Record unexplained solvent loss and investigate before topping 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5A1B4-6970-459A-968E-54054014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2C155-DDAC-49C8-92AE-00D2290D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Materials &amp; Utilities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B4E1D-CA44-4135-9AE3-3A8D5739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055</a:t>
            </a:r>
          </a:p>
        </p:txBody>
      </p:sp>
    </p:spTree>
    <p:extLst>
      <p:ext uri="{BB962C8B-B14F-4D97-AF65-F5344CB8AC3E}">
        <p14:creationId xmlns:p14="http://schemas.microsoft.com/office/powerpoint/2010/main" val="191257285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38F27-1209-4A62-B13D-9ABD5A46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16A3D-8648-455A-8001-28242933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Steam quality affects heating and distillation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5BC78-5F32-4DF0-A810-9F54D82D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326a5b12e45ce"/>
          <a:stretch xmlns:a="http://schemas.openxmlformats.org/drawingml/2006/main"/>
        </p:blipFill>
        <p:spPr>
          <a:xfrm xmlns:a="http://schemas.openxmlformats.org/drawingml/2006/main">
            <a:off x="2917731" y="1885950"/>
            <a:ext cx="243223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395EB-F4E4-4AB2-B440-ED8698AB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FDB1E-5275-4CC2-BF73-7A1794C8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843F4-4BD9-406B-8349-AD5203A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47A73-BB18-45EA-8E66-A6D19F21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5B7A3-98B7-4F9E-84F3-0A9543B9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54C09-2615-455C-A499-5CEBEC3E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51142-B1F9-4122-B92C-C8E435E9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9F1F0-936F-4A91-8C2A-294445FC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056</a:t>
            </a:r>
          </a:p>
        </p:txBody>
      </p:sp>
    </p:spTree>
    <p:extLst>
      <p:ext uri="{BB962C8B-B14F-4D97-AF65-F5344CB8AC3E}">
        <p14:creationId xmlns:p14="http://schemas.microsoft.com/office/powerpoint/2010/main" val="185153161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90654-F3A7-4709-9C02-B76CB260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44316-E4D2-4C9D-B999-820551BC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Cooling-water condition affects recovery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B5E8B-5690-4F8C-A1C3-B8FF2707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02356-C48C-47DA-9A26-B39258AA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Treat cooling-water condition affects recovery performance as a controlled operating parameter.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3475F-327F-44B7-ADE2-4608EB54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F0099-8A90-4B81-BDBA-85D127FB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Trend deviations; do not normalize repeated abnormal readings.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6865E-419C-4A88-B500-F3DED30F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4DB9A-D869-49A5-9FAA-F3260E69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Materials &amp; Utilities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E9E5E-D96D-4EAC-A5AD-1C2D6C1C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057</a:t>
            </a:r>
          </a:p>
        </p:txBody>
      </p:sp>
    </p:spTree>
    <p:extLst>
      <p:ext uri="{BB962C8B-B14F-4D97-AF65-F5344CB8AC3E}">
        <p14:creationId xmlns:p14="http://schemas.microsoft.com/office/powerpoint/2010/main" val="147696603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0E9D4-3E86-4E54-AAA0-C75CBB05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60650-F6CA-4CAA-96CC-8CB400C9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Compressed-air quality affects valve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F65BB-31C3-4489-BC41-E4CD8AD1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3c2210a194a80"/>
          <a:stretch xmlns:a="http://schemas.openxmlformats.org/drawingml/2006/main"/>
        </p:blipFill>
        <p:spPr>
          <a:xfrm xmlns:a="http://schemas.openxmlformats.org/drawingml/2006/main">
            <a:off x="2915800" y="1885950"/>
            <a:ext cx="243609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398AF-7807-487A-9F85-8FB67E14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32E10-DB94-4FFE-A656-26A9AF29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38455-6995-4602-9390-906169D6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66852-8E95-4B5B-BAE1-BEC5A80C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20807-B79D-4478-A223-0B2B18F3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68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7AB97-D6EC-4608-B3B2-1EC73795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281E9-7015-49E2-9158-06F837D5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FABC1-F6EC-4A3F-9AAC-C2CBF58E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058</a:t>
            </a:r>
          </a:p>
        </p:txBody>
      </p:sp>
    </p:spTree>
    <p:extLst>
      <p:ext uri="{BB962C8B-B14F-4D97-AF65-F5344CB8AC3E}">
        <p14:creationId xmlns:p14="http://schemas.microsoft.com/office/powerpoint/2010/main" val="54720977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982DF-2C48-4F88-9731-45F77349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D1197-55C3-4807-91EB-5074E94F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Electrical supply must match the nameplate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A1764-34A5-42C7-8A3F-FEA1C318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Treat electrical supply must match the nameplate as a controlled operating parameter.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89A96-F546-4B7A-9AAD-8368C76A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AC043-D988-474F-A97B-562FB820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A9029-6401-40B9-95E2-63B9327F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D4750-37B2-4C26-9463-A20B8B02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99B1D-5599-429E-B855-5F0D3DDB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Materials &amp; Utilities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83E25-2712-44C0-93D4-B863659A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059</a:t>
            </a:r>
          </a:p>
        </p:txBody>
      </p:sp>
    </p:spTree>
    <p:extLst>
      <p:ext uri="{BB962C8B-B14F-4D97-AF65-F5344CB8AC3E}">
        <p14:creationId xmlns:p14="http://schemas.microsoft.com/office/powerpoint/2010/main" val="34143176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5C578-C7C9-480C-9CE9-A1E77335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B5C59-66F8-4D9C-9C6F-AFCC7A2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Room temperature and ventilation affect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46E45-8B34-4CCC-BDB9-4207CAFD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7a37a177542e0"/>
          <a:stretch xmlns:a="http://schemas.openxmlformats.org/drawingml/2006/main"/>
        </p:blipFill>
        <p:spPr>
          <a:xfrm xmlns:a="http://schemas.openxmlformats.org/drawingml/2006/main">
            <a:off x="2915800" y="1885950"/>
            <a:ext cx="243609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413B2-1713-477E-977B-E7E6F1B1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D011A-3672-4C8C-BC0E-C57E00B7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D9E82-FB9D-4CEF-A3A9-249063EC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C7619-64F7-46B5-BBA6-3B76D81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D5934-E3BE-48C6-BD73-56B8A878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76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31D11-CDDA-4526-AB8B-CA8DEA7F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CF033-39BE-4317-9C62-46CB4BBB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5CF31-9CCB-4BA3-9D6B-EE5B830F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060</a:t>
            </a:r>
          </a:p>
        </p:txBody>
      </p:sp>
    </p:spTree>
    <p:extLst>
      <p:ext uri="{BB962C8B-B14F-4D97-AF65-F5344CB8AC3E}">
        <p14:creationId xmlns:p14="http://schemas.microsoft.com/office/powerpoint/2010/main" val="55074819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A3A27-7128-41AD-98EE-E7F87CDA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B1810-8D42-4655-9817-D2D30F37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Utility trends can reveal developing faults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433C2-3DF7-4BB0-A66A-82F1C052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78A48-44C6-4637-A151-8C084586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Treat utility trends can reveal developing faults as a controlled operating parameter.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535C2-48B4-47D6-B63F-3E60C2C4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8C581-6637-4A52-939B-F4C741D2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80D79-FA83-436F-BE68-0B55AD8D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19BD3-9F31-473E-9351-E3A32D95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B143D-E818-4C55-85F8-7E7E8FBD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Materials &amp; Utilities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2B090-3BAF-4192-8FBE-E56B5589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061</a:t>
            </a:r>
          </a:p>
        </p:txBody>
      </p:sp>
    </p:spTree>
    <p:extLst>
      <p:ext uri="{BB962C8B-B14F-4D97-AF65-F5344CB8AC3E}">
        <p14:creationId xmlns:p14="http://schemas.microsoft.com/office/powerpoint/2010/main" val="96565864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D0C0E-A7C2-4B33-889C-C1C77FC5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B49AB-3CEB-4221-97E6-408E0279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82BE6-0910-4596-A8C2-F984AA0D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F9615-78BE-4A49-AD68-A6A89AE1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062</a:t>
            </a:r>
          </a:p>
        </p:txBody>
      </p:sp>
    </p:spTree>
    <p:extLst>
      <p:ext uri="{BB962C8B-B14F-4D97-AF65-F5344CB8AC3E}">
        <p14:creationId xmlns:p14="http://schemas.microsoft.com/office/powerpoint/2010/main" val="13001196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7D708-3DAB-4912-95A3-6561690A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4F9F8-11A4-4C78-B1E2-F61D31A8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solvent pump drives the cleaning circuit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67A92-455B-433E-B7CE-E10C410A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b02a2fb834524"/>
          <a:stretch xmlns:a="http://schemas.openxmlformats.org/drawingml/2006/main"/>
        </p:blipFill>
        <p:spPr>
          <a:xfrm xmlns:a="http://schemas.openxmlformats.org/drawingml/2006/main">
            <a:off x="2919661" y="1885950"/>
            <a:ext cx="242837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09887-223B-4DFE-9C1E-D0CB6602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C5FEB-ED98-4D35-A06B-645CC8D8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7FED5-86BA-46A4-A284-E2A65ED9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325B2-1E4C-4494-B741-BE484341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9A0C1-4D37-4A20-BBAE-3291731A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8EF30-B911-4EE2-819F-4362B17F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9FB11-A993-4072-9043-3AE7BFFA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B58C0-D034-4E10-9A8D-FC51169D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063</a:t>
            </a:r>
          </a:p>
        </p:txBody>
      </p:sp>
    </p:spTree>
    <p:extLst>
      <p:ext uri="{BB962C8B-B14F-4D97-AF65-F5344CB8AC3E}">
        <p14:creationId xmlns:p14="http://schemas.microsoft.com/office/powerpoint/2010/main" val="111174501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C144C-0D4A-4C8F-8D34-AEB96136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EAAD7-BC0D-454A-BDB0-D3D24645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Economy filters protect solvent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1214F-413A-454D-9F09-3D938BFC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2682E-8F4E-4598-B094-57A95BF3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5103D-A21F-4977-9CA3-18B8E71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C674D-822D-474D-863A-F76EDCF8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E0AEA-1057-4E61-A8AF-BEFC26F8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8DDCD-BDBC-47B1-BC4A-5E72D4EA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408B1-BD56-407A-9FB5-E26FF3F9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D5CDF-D7E7-4A29-A8F5-E8AB4C75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064</a:t>
            </a:r>
          </a:p>
        </p:txBody>
      </p:sp>
    </p:spTree>
    <p:extLst>
      <p:ext uri="{BB962C8B-B14F-4D97-AF65-F5344CB8AC3E}">
        <p14:creationId xmlns:p14="http://schemas.microsoft.com/office/powerpoint/2010/main" val="20316686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B2AE2-78B2-4947-88B6-43695DC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21231-77DA-450A-B1B7-1551BD0E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Cartridge filters provide optional adsorption capacity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25EB2-6ACF-48E6-9481-74FAF801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f511bad9248b4"/>
          <a:stretch xmlns:a="http://schemas.openxmlformats.org/drawingml/2006/main"/>
        </p:blipFill>
        <p:spPr>
          <a:xfrm xmlns:a="http://schemas.openxmlformats.org/drawingml/2006/main">
            <a:off x="2911940" y="1885950"/>
            <a:ext cx="244382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FF0DA-C485-48CB-8F0F-228FB94D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279A6-EFC4-41B0-BEA4-7FAC6FC1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BEEE9-3D88-4705-9313-04F1E760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0F3CF-B625-4338-9BC9-15822AD4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559E3-F12A-477A-B804-345C9744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6F8DE-3722-4F95-9C3F-3F7461F2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06A0E-956A-4560-AF00-15F17D70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0DE8F-99C1-43DF-B885-65D94379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065</a:t>
            </a:r>
          </a:p>
        </p:txBody>
      </p:sp>
    </p:spTree>
    <p:extLst>
      <p:ext uri="{BB962C8B-B14F-4D97-AF65-F5344CB8AC3E}">
        <p14:creationId xmlns:p14="http://schemas.microsoft.com/office/powerpoint/2010/main" val="165916680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687B3-4556-4E34-BC3D-E4B58676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8FDD4-A40B-43D9-9EE4-8F173D3B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button trap captures foreign objects and lint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D8CFA-ACF0-439C-958C-65F1F29C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BCF5D-451C-45DE-80CD-CCB496A4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7FB70-F6A5-4A26-8BDA-333BFC77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9BA0F-783E-4A8B-AE93-220472DF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06DE5-1081-4385-A0D1-BC26077B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D297B-1A53-4652-B0A2-038F31C2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F8AF8-32E9-4FAF-83B2-B0512E84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066</a:t>
            </a:r>
          </a:p>
        </p:txBody>
      </p:sp>
    </p:spTree>
    <p:extLst>
      <p:ext uri="{BB962C8B-B14F-4D97-AF65-F5344CB8AC3E}">
        <p14:creationId xmlns:p14="http://schemas.microsoft.com/office/powerpoint/2010/main" val="58576962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2689B-D186-4277-8E99-A0BF42AE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C9FBA-EB63-4FDA-9232-8B3F022C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lint filter protects airflow and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D8E8F-A111-4DD4-9EF2-4E15AAB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d6b6055f543b7"/>
          <a:stretch xmlns:a="http://schemas.openxmlformats.org/drawingml/2006/main"/>
        </p:blipFill>
        <p:spPr>
          <a:xfrm xmlns:a="http://schemas.openxmlformats.org/drawingml/2006/main">
            <a:off x="2867542" y="1885950"/>
            <a:ext cx="2532617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B3FAA-3D00-43DE-8A32-743DB6B7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4887F-EBBE-4738-BE5D-F70D61F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0472F-535C-433F-82FA-A267D030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08EC9-7D97-4F17-BD9C-FE77EFC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28846-5AB1-4099-ADCB-75E2EC18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24FCC-6B07-41AD-96B1-6752B60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CC35E-7B80-4765-97A0-45224A24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B18DA-D8B9-4EB8-BB7C-3C96FDF8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067</a:t>
            </a:r>
          </a:p>
        </p:txBody>
      </p:sp>
    </p:spTree>
    <p:extLst>
      <p:ext uri="{BB962C8B-B14F-4D97-AF65-F5344CB8AC3E}">
        <p14:creationId xmlns:p14="http://schemas.microsoft.com/office/powerpoint/2010/main" val="123645288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1F144-6963-461C-9A73-80A77B05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827C3-4F3E-4F67-B6E5-AFF5406F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airshaft controls drying and solvent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AFBC9-D587-4155-BF09-3A64B7FC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Understand the system purpose and what must happen before, during and after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C85D0-3082-4719-9465-CB9FCEA3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2B483-BEEC-456B-BF5A-42DA195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AE094-FEBC-4C11-82C1-E5C4FA8E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8DCA7-CD9B-4CF3-82CA-00E07E81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F6375-076E-4021-8C1E-C18FA379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DE3B1-3349-4C7E-816B-2C910D55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068</a:t>
            </a:r>
          </a:p>
        </p:txBody>
      </p:sp>
    </p:spTree>
    <p:extLst>
      <p:ext uri="{BB962C8B-B14F-4D97-AF65-F5344CB8AC3E}">
        <p14:creationId xmlns:p14="http://schemas.microsoft.com/office/powerpoint/2010/main" val="131085959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AFFB9-041D-43A0-AC58-B75A888B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082C9-5009-424D-9589-3A0CB3EF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refrigeration unit condenses solvent vapour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45937-2AE8-4E46-A2EA-E6617165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adf63e96747ea"/>
          <a:stretch xmlns:a="http://schemas.openxmlformats.org/drawingml/2006/main"/>
        </p:blipFill>
        <p:spPr>
          <a:xfrm xmlns:a="http://schemas.openxmlformats.org/drawingml/2006/main">
            <a:off x="2796119" y="1885950"/>
            <a:ext cx="2675462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3C98C-8B79-401E-9B53-C7F5BAF2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7209E-2069-4C06-8C11-F55B6263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A0572-A656-4160-A097-EFD12457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7FF8F-8211-4705-8985-8FE094F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17F83-C773-4536-B0C9-F7D0E3FA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Machine / system reference • operating manual page 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E6D2D-BC04-4663-A2EA-7CE97FF4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2A4C0-022C-4A69-9AA4-19A8B05B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A9922-A926-41A6-A6AC-2481513E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069</a:t>
            </a:r>
          </a:p>
        </p:txBody>
      </p:sp>
    </p:spTree>
    <p:extLst>
      <p:ext uri="{BB962C8B-B14F-4D97-AF65-F5344CB8AC3E}">
        <p14:creationId xmlns:p14="http://schemas.microsoft.com/office/powerpoint/2010/main" val="130535950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ED50C-AE8A-4C6B-A77C-15EB7D38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44F2E-9759-4487-AB41-9F741F50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heater battery supplies controlled drying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D4846-C634-4D9D-912A-F8FD61D7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D94F8-EF4B-433B-A3D2-369BC818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F3EDC-FAE7-4F65-8C8C-EF42BCBA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2F80E-44B5-4845-A685-255B4127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D7DF5-8179-4695-918D-20D2AA30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7F65B-B9D9-40AD-89D8-307DCE1D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5A590-0461-4465-88E4-E2FB122D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21D54-19C9-4124-800D-6E98376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070</a:t>
            </a:r>
          </a:p>
        </p:txBody>
      </p:sp>
    </p:spTree>
    <p:extLst>
      <p:ext uri="{BB962C8B-B14F-4D97-AF65-F5344CB8AC3E}">
        <p14:creationId xmlns:p14="http://schemas.microsoft.com/office/powerpoint/2010/main" val="9584538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C6BE8-46A0-4716-8797-B0B66259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A1471-C286-46D1-88FB-AB7ACAA3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drying controller ends the cycle 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A4895-B0DA-4FF5-9B3F-609ECBEC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b0c3d4c664601"/>
          <a:stretch xmlns:a="http://schemas.openxmlformats.org/drawingml/2006/main"/>
        </p:blipFill>
        <p:spPr>
          <a:xfrm xmlns:a="http://schemas.openxmlformats.org/drawingml/2006/main">
            <a:off x="3166210" y="1885950"/>
            <a:ext cx="19352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09ABD-4EBE-4567-9D08-643457BF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34A45-2A2D-4EA9-818D-BD653D98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C79BB-6AAA-471D-9BAA-C2DB2A33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D2B86-2488-4ED3-8C09-02435832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A435B-D0F5-414D-8F1F-E9153526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335AB-DD06-4868-81F2-F6C6F3C9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7591C-11FA-418B-B3C9-43717B13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6A868-BA56-4F86-B4F9-8EBBDA4B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071</a:t>
            </a:r>
          </a:p>
        </p:txBody>
      </p:sp>
    </p:spTree>
    <p:extLst>
      <p:ext uri="{BB962C8B-B14F-4D97-AF65-F5344CB8AC3E}">
        <p14:creationId xmlns:p14="http://schemas.microsoft.com/office/powerpoint/2010/main" val="162596104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5CCCC-4CF8-49A0-94C1-0021F35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72C3D-39EC-4586-A55B-FA004ABC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Loading-door venting reduces operator exposure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C1DCF-FD68-4567-9756-B6689D50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832CC-5777-4C3D-A6DA-0A5FF7DC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523D0-CC04-41BC-A9B6-33993DF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E619D-7F30-4CC4-9305-8F68D916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223AC-E302-40D3-A172-73F2134B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97057-0618-4478-B09D-774BCA43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97120-2DD5-499A-9D87-325C308A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072</a:t>
            </a:r>
          </a:p>
        </p:txBody>
      </p:sp>
    </p:spTree>
    <p:extLst>
      <p:ext uri="{BB962C8B-B14F-4D97-AF65-F5344CB8AC3E}">
        <p14:creationId xmlns:p14="http://schemas.microsoft.com/office/powerpoint/2010/main" val="65322765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6CD89-2767-449F-8878-076DD27F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5ECF1-D7C2-40BF-A7CE-9A230577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still separates solvent from residues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AC74E-BB68-4961-A19D-C58F9854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d2b49a7c94001"/>
          <a:stretch xmlns:a="http://schemas.openxmlformats.org/drawingml/2006/main"/>
        </p:blipFill>
        <p:spPr>
          <a:xfrm xmlns:a="http://schemas.openxmlformats.org/drawingml/2006/main">
            <a:off x="2855752" y="1885950"/>
            <a:ext cx="2556197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70A0D-232D-4135-9FF9-1EA709E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8C92D-6AFD-47AC-8AF5-3E5235B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EA109-491B-4431-A8F0-1A58721E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9E56C-05C9-43FB-8009-FFDFD31F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D585B-A932-4EB4-B67E-63906B67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EF6BD-5239-4104-8882-B427F8E1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4F842-ECDE-4CC3-A255-48574BFA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B195E-73D4-491C-963A-A5885A0A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073</a:t>
            </a:r>
          </a:p>
        </p:txBody>
      </p:sp>
    </p:spTree>
    <p:extLst>
      <p:ext uri="{BB962C8B-B14F-4D97-AF65-F5344CB8AC3E}">
        <p14:creationId xmlns:p14="http://schemas.microsoft.com/office/powerpoint/2010/main" val="63381779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E1946-3FFB-4FB3-A4E8-660BC8A7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77D9F-D4EC-41DD-BEF1-F9D17329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Still overfill protection prevents an unsafe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53FB3-00ED-4CC8-A80A-22A79A02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Understand the system purpose and what must happen before, during and after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F4EE2-478A-4944-9EEF-40747A40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C2787-0B74-4F65-8829-B9991F7D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2717E-88E3-4449-BBC6-315A0021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19271-DB8B-42BF-8610-B15139DF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4DF6B-7E8E-43A5-94D4-C2BB575B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C4DD8-ED62-477D-8FAB-B7026B76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074</a:t>
            </a:r>
          </a:p>
        </p:txBody>
      </p:sp>
    </p:spTree>
    <p:extLst>
      <p:ext uri="{BB962C8B-B14F-4D97-AF65-F5344CB8AC3E}">
        <p14:creationId xmlns:p14="http://schemas.microsoft.com/office/powerpoint/2010/main" val="126082369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796BC-2927-435F-9279-303650CE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FFECC-9C6F-4DD8-9ECA-1EA1A7DA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Emission-free residue removal reduces open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154DE-BE73-4080-82E7-A811A68A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03b03e3e54f55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9D1EF-00D7-4A51-8D26-C6234217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A43FC-7280-40A3-8098-627FE497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4D464-5237-4AD9-8E51-71C53F25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8D5DF-6565-4AB3-BFC3-1531D462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64E68-B8D8-458B-826F-14A8B22A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06A87-DF79-47BD-BA1F-A5586953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A1A20-2885-4FD9-9F96-952C5774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0FD80-E310-43A2-831F-5373EE48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075</a:t>
            </a:r>
          </a:p>
        </p:txBody>
      </p:sp>
    </p:spTree>
    <p:extLst>
      <p:ext uri="{BB962C8B-B14F-4D97-AF65-F5344CB8AC3E}">
        <p14:creationId xmlns:p14="http://schemas.microsoft.com/office/powerpoint/2010/main" val="555357343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6C1A9-06BE-45E6-AD2D-D9714CE0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350B3-D09E-46CC-AE84-70511402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condenser returns vapour to liquid solvent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BAD51-544E-4577-B600-124DA720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E83F7-B2B0-4427-915F-D0EAF06F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13898-6E98-4B17-BB17-C7E9F915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54726-8F22-440E-A5C8-FCB237F1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66A57-BF73-4FCF-876A-8BDDF382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62173-BF8F-4250-9E39-E300B059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0B6BE-4C48-45F1-B532-65FACDC3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35ADA-7814-4907-BA78-6187968A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076</a:t>
            </a:r>
          </a:p>
        </p:txBody>
      </p:sp>
    </p:spTree>
    <p:extLst>
      <p:ext uri="{BB962C8B-B14F-4D97-AF65-F5344CB8AC3E}">
        <p14:creationId xmlns:p14="http://schemas.microsoft.com/office/powerpoint/2010/main" val="162827189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7BAF0-C126-4BBC-82D0-17542103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E1403-03E0-4F31-8ADF-AF1A9A24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water separator divides solvent from process water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551DA-39D6-48E2-AC68-E8643037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05e59ff964db2"/>
          <a:stretch xmlns:a="http://schemas.openxmlformats.org/drawingml/2006/main"/>
        </p:blipFill>
        <p:spPr>
          <a:xfrm xmlns:a="http://schemas.openxmlformats.org/drawingml/2006/main">
            <a:off x="2896961" y="1885950"/>
            <a:ext cx="247377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04254-71E7-4723-9921-D84A8AC1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B2547-EFFD-401D-9842-205BE3B5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2C6C6-8C39-44FB-80FD-94E423FE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29606-3509-49C0-9035-2726AFB9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FAB04-6D4B-43BA-94C3-2B00BAAB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93A0A-A031-406D-99E7-294C202B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0E3F4-9B36-47D7-B7B0-58A6F09F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D5A78-6A8D-43FD-AE39-554F67FD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077</a:t>
            </a:r>
          </a:p>
        </p:txBody>
      </p:sp>
    </p:spTree>
    <p:extLst>
      <p:ext uri="{BB962C8B-B14F-4D97-AF65-F5344CB8AC3E}">
        <p14:creationId xmlns:p14="http://schemas.microsoft.com/office/powerpoint/2010/main" val="1079292928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315BF-319F-4D7D-9EF1-E045A0F1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0A329-3D2F-454A-8CBB-CF9C6B8D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safety separator provides additional protection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B8B1F-5034-4F69-909F-E5B2A21C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27439-87B9-4BE3-BAAA-3AEC5499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D5796-C1A7-43C3-AB7A-467160EE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1FD04-A513-49CA-9DC8-19923D3A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8EFBE-53BB-45E9-A9AA-E2B0B4FB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DE44A-2A3F-44E6-9FFE-46CC49BE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358DA-90F1-4601-BA88-ADE8B512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078</a:t>
            </a:r>
          </a:p>
        </p:txBody>
      </p:sp>
    </p:spTree>
    <p:extLst>
      <p:ext uri="{BB962C8B-B14F-4D97-AF65-F5344CB8AC3E}">
        <p14:creationId xmlns:p14="http://schemas.microsoft.com/office/powerpoint/2010/main" val="103792850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E6046-0221-4040-8F6B-336FE8EC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B94D6-68E5-4864-BE26-F75476C4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dosing unit introduces controlled additives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ED855-5332-4086-B923-DD6C85C0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05a7d85994f0c"/>
          <a:stretch xmlns:a="http://schemas.openxmlformats.org/drawingml/2006/main"/>
        </p:blipFill>
        <p:spPr>
          <a:xfrm xmlns:a="http://schemas.openxmlformats.org/drawingml/2006/main">
            <a:off x="2896961" y="1885950"/>
            <a:ext cx="247377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59BBB-81CF-47FF-BB0F-F40DACB4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B6740-E5F4-4E4E-8959-6DA3E01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A498D-C04D-494D-B615-D4575BCF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0AC6B-D507-44A2-99A3-8B2B8D56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B5553-0E6B-4168-9B4E-A2867175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4A5F8-065F-4318-8366-9010CF2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67EA5-88D5-44CE-A2ED-D58ACBFE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38E13-C4A9-470E-8DFC-3577A15A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079</a:t>
            </a:r>
          </a:p>
        </p:txBody>
      </p:sp>
    </p:spTree>
    <p:extLst>
      <p:ext uri="{BB962C8B-B14F-4D97-AF65-F5344CB8AC3E}">
        <p14:creationId xmlns:p14="http://schemas.microsoft.com/office/powerpoint/2010/main" val="129170723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DB2CC-D138-4E53-88D4-65BBB323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AA2A1-285F-4C7C-B658-B932B9E7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sprayer applies treatment to garments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9D86B-F3EB-43FA-95A5-85805460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Understand the system purpose and what must happen before, during and after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96826-78B9-4364-969E-6A4C93BE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CDFBD-3702-4DD6-8DA8-33A094E4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61C5F-38B7-477F-B2AB-C58A8589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14043-CFBD-412D-AFBC-3FFB4BA6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AFE02-AB5A-48A3-A89A-2B2CB6F0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9D442-FB4B-41FA-825B-2CDE2B1B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080</a:t>
            </a:r>
          </a:p>
        </p:txBody>
      </p:sp>
    </p:spTree>
    <p:extLst>
      <p:ext uri="{BB962C8B-B14F-4D97-AF65-F5344CB8AC3E}">
        <p14:creationId xmlns:p14="http://schemas.microsoft.com/office/powerpoint/2010/main" val="177945275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DCC8A-6565-44F8-A6FC-BB2680E0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FED1E-A10B-4015-B42F-AC4F3B08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Slimsorba reduces residual solvent concentration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E4C0C-1D4B-4097-BD17-9A20CCB4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e8b1b8baf449d"/>
          <a:stretch xmlns:a="http://schemas.openxmlformats.org/drawingml/2006/main"/>
        </p:blipFill>
        <p:spPr>
          <a:xfrm xmlns:a="http://schemas.openxmlformats.org/drawingml/2006/main">
            <a:off x="2830480" y="1885950"/>
            <a:ext cx="26067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3EED0-27B5-4A5E-A478-93C6973E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87A00-C5D0-4016-AF51-3DF9F7F2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268FE-9A15-48AB-B72A-316A2742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5E87A-564B-40DD-AEE0-E720A632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8F8A5-0D57-47E5-B816-7FCDAC8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12DF3-0F5E-4397-8DE9-08CC341E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671DF-DE03-49C5-84BB-1BF1CB53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25CE9-2A2A-4EB8-9601-1E17140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081</a:t>
            </a:r>
          </a:p>
        </p:txBody>
      </p:sp>
    </p:spTree>
    <p:extLst>
      <p:ext uri="{BB962C8B-B14F-4D97-AF65-F5344CB8AC3E}">
        <p14:creationId xmlns:p14="http://schemas.microsoft.com/office/powerpoint/2010/main" val="73601262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43D6E-331A-4020-9BFB-80B85124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B1B56-D7C7-4981-B0E6-6C3DAA0B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solvent safety trough protects the floor and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946B6-4E20-4037-9DF2-E2484FA0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3EC91-9959-483F-AB44-57919B92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4800D-CF7F-4502-BB03-159E7E77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E316D-49AD-46CC-8AAD-7773FB70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28F09-227C-4666-8747-ED422F4D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93643-E8C8-4F88-A77C-08C022A8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083F9-3624-4EFB-8682-7D28C19D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4163A-6FEE-4A29-990D-18E4F77F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1535641907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CAE5A-3AD6-4770-A914-2B6AEA30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38A35-AFAC-4C04-B8BD-79FD9DA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Level sensors govern transfer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93E52-4142-4E21-A0C9-03413552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a9c544fb94651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08CAB-E664-482A-9191-BB975EE7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3A06F-9ACB-4298-8AD7-B6ECA6FF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F67F4-3C4E-4F05-A496-C40F8E6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6041A-FD03-45D4-A9EC-E057A644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5C3A9-702C-43BD-9F49-4355295F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A1CAB-32D0-4F84-B978-4D9B2ECC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09922-B755-4157-9DD3-88691D38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64983-FE9A-49C1-9FB3-F4DC08CB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083</a:t>
            </a:r>
          </a:p>
        </p:txBody>
      </p:sp>
    </p:spTree>
    <p:extLst>
      <p:ext uri="{BB962C8B-B14F-4D97-AF65-F5344CB8AC3E}">
        <p14:creationId xmlns:p14="http://schemas.microsoft.com/office/powerpoint/2010/main" val="98364891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F8B51-003C-4BEA-ACD5-911423E3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E1D55-81E8-4C49-9B71-745CF3D6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Pressure switches verify air and process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8A15E-6199-4DDF-9221-82454CB9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2F474-E916-4E07-8C56-28C3FE7C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2B059-0D95-4590-8315-BCA2EA4F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3F380-4789-46CE-92D3-393BCDFC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13BEA-3ACE-4F77-809F-CB089040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C4253-EFD9-4717-ADAD-58743EBB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2060D-AA40-4088-A00A-FFB3B4E0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084</a:t>
            </a:r>
          </a:p>
        </p:txBody>
      </p:sp>
    </p:spTree>
    <p:extLst>
      <p:ext uri="{BB962C8B-B14F-4D97-AF65-F5344CB8AC3E}">
        <p14:creationId xmlns:p14="http://schemas.microsoft.com/office/powerpoint/2010/main" val="89379165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318F4-1163-4526-A940-68FBE8E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6F9EC-9250-4BD8-9812-608EA31C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CADA7-6F33-49D3-B828-80B564B4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454DC-02E6-400F-80E6-3BA553B9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1625692637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7DFB7-6DDC-4AD2-9EBE-91ADB82D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70189-40B6-449C-9849-77F10C58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Pre-start inspection determines whether operation is allowed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578BD-B103-41DA-9578-8460425B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898d4179e454e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E3713-4D34-411D-B109-A85A78D7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AD61A-C45E-43BD-8D83-7CFCF6A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7A641-636A-45C8-8837-D556C906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CE988-19C2-44D0-A9C0-6A123373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67C0A-664A-4D0E-9D1F-C4D7E392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7E4D2-B913-444A-9C6E-28B4790E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088D4-AC65-4596-9299-D44176D5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623A2-1DC3-401F-BF5D-85D8EE77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086</a:t>
            </a:r>
          </a:p>
        </p:txBody>
      </p:sp>
    </p:spTree>
    <p:extLst>
      <p:ext uri="{BB962C8B-B14F-4D97-AF65-F5344CB8AC3E}">
        <p14:creationId xmlns:p14="http://schemas.microsoft.com/office/powerpoint/2010/main" val="223876529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C916C-EE2F-4514-8132-D74CFF12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A7F6F-65E3-46B1-BE48-C7FA635E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Garment checks protect both load and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C1074-B705-48D6-AF86-982B91C7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3BED1-4158-4DC4-9E6A-A960BB08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garment checks protect both load and machine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BC9D2-03EA-4103-93EE-E24EA71A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E68F7-34CA-4861-9DEF-B35E7093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If the sequence deviates, preserve the evidence and place the machine in a safe 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0AD10-B504-4FC0-840F-A86BE8A4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03541-5788-40A2-8D41-55DAB4E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C993F-2795-46FC-A0C0-D7B8AEEF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087</a:t>
            </a:r>
          </a:p>
        </p:txBody>
      </p:sp>
    </p:spTree>
    <p:extLst>
      <p:ext uri="{BB962C8B-B14F-4D97-AF65-F5344CB8AC3E}">
        <p14:creationId xmlns:p14="http://schemas.microsoft.com/office/powerpoint/2010/main" val="288270072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FA9B3-A08B-4001-99F8-2AF517B1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76333-DEC0-4CF1-99D7-02DA37E8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Correct loading prevents imbalance and poor cleaning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6AAD7-BF8A-4B51-A4A2-3DF57218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ea5da153b4f96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AA359-6240-4326-A90A-08F63208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B5E7F-3373-4513-8532-ABEA6956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418B5-DC67-4361-AB3E-6D018A4A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0871-B1BD-43F0-B313-72B157B9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CEB61-F854-4D6F-85E7-DB272228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D161E-A6B2-425D-B5A0-27EB7F78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FE120-3900-483B-B89F-D84CAF2C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E0A60-05D8-4DD5-876D-7DA2E724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088</a:t>
            </a:r>
          </a:p>
        </p:txBody>
      </p:sp>
    </p:spTree>
    <p:extLst>
      <p:ext uri="{BB962C8B-B14F-4D97-AF65-F5344CB8AC3E}">
        <p14:creationId xmlns:p14="http://schemas.microsoft.com/office/powerpoint/2010/main" val="306193180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DF0B5-844B-40B4-AF93-E6506103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6B1AA-EC94-483F-9FEB-30969AC3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Program selection must follow garment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12E28-8A45-4E5B-8C10-A82D1037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Build program selection must follow garment requirements into the approved operating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CB2A6-2194-474C-AB8D-130B2F8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5C0CE-B6CB-405F-8AA0-B9ACBFAF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E0E41-39A2-40FC-A74A-5F0C4967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E5C27-1FC9-4B9B-B704-ACA41686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0AA64-9276-42C1-AC5F-47EB4621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01655-23F0-485E-9C5C-A4AF7D4A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089</a:t>
            </a:r>
          </a:p>
        </p:txBody>
      </p:sp>
    </p:spTree>
    <p:extLst>
      <p:ext uri="{BB962C8B-B14F-4D97-AF65-F5344CB8AC3E}">
        <p14:creationId xmlns:p14="http://schemas.microsoft.com/office/powerpoint/2010/main" val="1522235314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C38FC-191A-457B-B35B-F6EEE57C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F1AC4-695C-404B-8178-2BA63BB8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Automatic operation still requires active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490AE-23A9-45D4-91AB-8E9FD8BF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0c795c2dd4f5b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86758-CE7A-445E-A3D5-045970B2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5912D-1C8B-40A8-B35B-E7CC8AD7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61580-282E-411C-A02D-6C9DB6A3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A2D0C-2FDE-40A2-A5BA-99F2F93C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22BED-7AF7-459E-9EDF-DC0A77CC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C69E6-E752-499E-AEBF-8F49A806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5E028-B881-463F-918A-5F628A42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1F051-4326-4805-9E05-FF353B52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090</a:t>
            </a:r>
          </a:p>
        </p:txBody>
      </p:sp>
    </p:spTree>
    <p:extLst>
      <p:ext uri="{BB962C8B-B14F-4D97-AF65-F5344CB8AC3E}">
        <p14:creationId xmlns:p14="http://schemas.microsoft.com/office/powerpoint/2010/main" val="216728200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86D8A-A60A-4EFE-8533-F2000851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697CD-B7B4-4CC8-91C4-47BB7EF3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Temperature display supports evidence-based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BBED8-760F-458E-B73A-7A161B6D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FAE57-3774-45FB-A6AF-0DABB884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temperature display supports evidence-based decisions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7F18B-53A7-4AF0-B872-69F9EE64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B9D41-C361-463B-A673-425DF9B0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06ED3-B4A8-421C-BFF1-97974639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2BECE-FC3A-4EEA-B19C-57AA7EA9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065B4-A32B-4C5A-A470-55811631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0ED88-A49B-4279-87EF-B19252C4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091</a:t>
            </a:r>
          </a:p>
        </p:txBody>
      </p:sp>
    </p:spTree>
    <p:extLst>
      <p:ext uri="{BB962C8B-B14F-4D97-AF65-F5344CB8AC3E}">
        <p14:creationId xmlns:p14="http://schemas.microsoft.com/office/powerpoint/2010/main" val="833027023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340D4-F13D-47FC-B2D7-131A3182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6A52E-B322-431F-946F-51123C82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Operating data provides a performance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43BB3-2DFE-4B11-8A98-83A4ADA9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a6f2f56454c16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D3346-3FFE-4AC4-A099-CF1A0C7E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95873-CD86-4DAB-A409-B9B11F3F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90252-174D-4630-B4BE-A706DFE7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AFAD1-75FD-4475-8E0D-A3010142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254AE-5D3C-4DA0-963D-2365CA13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6ACE2-7206-4527-BDE0-A4176E6C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0BC80-B260-4F59-9DC5-C683C2FB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B5832-150B-4047-BE6A-A8784CDC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092</a:t>
            </a:r>
          </a:p>
        </p:txBody>
      </p:sp>
    </p:spTree>
    <p:extLst>
      <p:ext uri="{BB962C8B-B14F-4D97-AF65-F5344CB8AC3E}">
        <p14:creationId xmlns:p14="http://schemas.microsoft.com/office/powerpoint/2010/main" val="338015314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35CC1-FE6C-431C-B628-77E21F13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421C2-3D2B-472B-BD2C-8A854D26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Error messages and notices require different responses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78AEF-D43C-4156-B68B-B856B92D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B7A5F-40C4-484A-B586-4D699FEA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error messages and notices require different responses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7A5FC-5BC6-4E9D-BFF7-ED6BA280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635D8-DFC2-4984-9265-2BE93528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If the sequence deviates, preserve the evidence and place the machine in a safe 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20021-8CCE-4086-8AE5-61710477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5F6EA-B21E-42D1-A38E-9443CABC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89C01-0EA1-44CB-9485-123800B9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093</a:t>
            </a:r>
          </a:p>
        </p:txBody>
      </p:sp>
    </p:spTree>
    <p:extLst>
      <p:ext uri="{BB962C8B-B14F-4D97-AF65-F5344CB8AC3E}">
        <p14:creationId xmlns:p14="http://schemas.microsoft.com/office/powerpoint/2010/main" val="1331465173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C5715-89A8-40A4-8BD5-CFEF00BD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A062A-DE66-4A6C-A4D1-632A432D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test run confirms safe return to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C14BB-5BED-4673-9AE4-BDCCB056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50a28f8c84a49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454C8-0E75-47EB-B3F6-D6B666C7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0CD39-68F0-44D4-A114-57498553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6B38A-0041-4979-9D2C-F3D520BF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329B6-7730-4C55-90F4-919F6E3C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54776-C878-4D7F-9192-1ADC4028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A1F32-56B8-46C8-B93A-2606ADA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A2EC1-DE53-483E-B7CF-B2F3DF48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BE6D2-6208-404E-B5AF-CBE5E827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094</a:t>
            </a:r>
          </a:p>
        </p:txBody>
      </p:sp>
    </p:spTree>
    <p:extLst>
      <p:ext uri="{BB962C8B-B14F-4D97-AF65-F5344CB8AC3E}">
        <p14:creationId xmlns:p14="http://schemas.microsoft.com/office/powerpoint/2010/main" val="1842121836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4ED37-BA97-4B07-9F41-2BA91F1A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60848-8856-4369-891A-B116CDA6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Deodorizing is the safe response when the door cannot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17ADD-8493-480F-BB78-D1E8B091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Select the OEM deodorizing program when the loading door cannot be 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 not force or bypass the door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Investigate the initiating fault after the machine reaches a safe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CBF8F-4961-4780-9E6B-FAC7B94D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79C54-2087-47B0-A5FB-24084701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7D5A7-0B7E-40B3-80DC-6BAD5283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9ABAF-6878-44F3-AB20-01962774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52919-8DB4-46E7-8B3F-E769C78C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6DEDE-2661-44C3-B2D8-BBF9EB8D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095</a:t>
            </a:r>
          </a:p>
        </p:txBody>
      </p:sp>
    </p:spTree>
    <p:extLst>
      <p:ext uri="{BB962C8B-B14F-4D97-AF65-F5344CB8AC3E}">
        <p14:creationId xmlns:p14="http://schemas.microsoft.com/office/powerpoint/2010/main" val="12055876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A6D3D-F3EE-4BFB-8770-65915A6B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7B13-5E05-4048-8E15-7FDFB321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Maintenance programs automate defined process sequences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19162-2E60-4985-9557-2EBF98B4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13a20e3e14e07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AB098-8E82-4CB4-99AC-14008A4B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1A397-21C1-4183-9FB5-D2714484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656DB-9DCF-49C0-B1CD-376F76CE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B12C2-9BB5-4E01-84CF-F3BC5B56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tanks, valves and disposal arrangements before starting.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Monitor the complete sequence; automation does not remove operator responsibility.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94A89-6126-434A-8AF0-334032ED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4B465-709F-42AC-B6BB-C4CE507B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CB962-2361-4C47-8DE4-E62CD8AF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F82A3-3DB3-44D9-A67B-76D85911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096</a:t>
            </a:r>
          </a:p>
        </p:txBody>
      </p:sp>
    </p:spTree>
    <p:extLst>
      <p:ext uri="{BB962C8B-B14F-4D97-AF65-F5344CB8AC3E}">
        <p14:creationId xmlns:p14="http://schemas.microsoft.com/office/powerpoint/2010/main" val="334350845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F4B8E-FFDC-459E-95ED-CC9C78B5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54122-137B-449F-BBDF-A7B1D52A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Shift handover preserves unresolved technical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ACB7A-3DA1-4F69-90D6-5F3130B2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354DB-160A-4272-B544-92C74261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shift handover preserves unresolved technical information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F1AFD-0F4F-4A80-99FE-073473B2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A991F-EA83-4FD2-A860-30202863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D5CA4-8CF3-4494-868E-F5D9A362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AC1DE-4CB4-4D11-8284-8C5D7567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CA4EC-0F8B-41D0-A9B7-42BC4435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Operation &amp;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5F57F-F96B-4344-8341-00A0FFB1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097</a:t>
            </a:r>
          </a:p>
        </p:txBody>
      </p:sp>
    </p:spTree>
    <p:extLst>
      <p:ext uri="{BB962C8B-B14F-4D97-AF65-F5344CB8AC3E}">
        <p14:creationId xmlns:p14="http://schemas.microsoft.com/office/powerpoint/2010/main" val="200692064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34E55-EB4E-451F-9683-41FAE85C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1A535-F393-4683-AA09-9E88D895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B29F9-D91D-41C4-ACD6-A17678B9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2AC29-F3D3-492A-A1BC-8FBCABA7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098</a:t>
            </a:r>
          </a:p>
        </p:txBody>
      </p:sp>
    </p:spTree>
    <p:extLst>
      <p:ext uri="{BB962C8B-B14F-4D97-AF65-F5344CB8AC3E}">
        <p14:creationId xmlns:p14="http://schemas.microsoft.com/office/powerpoint/2010/main" val="1841637650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698E1-557B-42AB-963E-DA92187C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8A3F8-B8AA-48CC-9A99-E4B1A7E2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Daily maintenance protects safety and throughput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98BBC-DE0E-47D3-9264-36565FCB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83b1c08464f82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5F48E-065F-4114-8BB5-827B5F2A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64F7F-65EB-4B83-A714-67D3397B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1F5CD-F80D-4A62-BFEA-4EF2762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2B494-F6F7-42FE-9736-1DE3C5F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3169F-53AC-4190-83A5-7A364DF3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2712F-3C63-48C8-A1FE-D9653C79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AD269-A33A-4EFF-BCCB-DD7E44E3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347BF-E581-469A-86CB-3406E490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099</a:t>
            </a:r>
          </a:p>
        </p:txBody>
      </p:sp>
    </p:spTree>
    <p:extLst>
      <p:ext uri="{BB962C8B-B14F-4D97-AF65-F5344CB8AC3E}">
        <p14:creationId xmlns:p14="http://schemas.microsoft.com/office/powerpoint/2010/main" val="34353200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96BB2-E4E1-445A-AFB8-1E71DF0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208BF-AB58-4325-9EA5-C8F96E64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operating safety and liquid levels before startup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243A1-9C33-460F-AFBC-91251899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5DFBD-8A2B-46C1-88F0-05BE5B09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inspect operating safety and liquid levels before startup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754F5-7C69-4140-8D00-F0DF44D3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6EE8F-30BF-45F8-8902-E6D2448F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17103-489A-47B8-91F2-CBD4B99E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2FE45-B49E-4168-AA22-7A4A620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5BA0C-A59E-4A58-9767-B13D2EDC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D7E6A-3FB6-4044-8965-697B0D43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443047915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6C991-8A2A-4B2E-A8BC-6A187C9C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2BDF7-922F-4569-AD56-EEF76E82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the lint filter daily or more often when required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56AEA-7A20-4901-8C84-786AFC2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e22cbcb044132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4ED57-7B66-4FDB-8145-1BD3F764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653AD-FDB0-4DFA-88D5-17EE0451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2B3B2-3F83-4670-A5D8-9BD2B2C6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B0002-6ED8-4408-ADA6-C549236D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sealing and correct seating before restarting.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 restricted lint filter increases drying time and thermal stress.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D9EC5-69F1-43CF-BD88-562911A5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3FB5F-35D8-411C-B095-5C705A42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DDBB0-66A7-4A72-B60B-465417E6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C7786-0A78-4BFD-A792-7311AFB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25713459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F0A03-6F5B-489A-9841-97A85FA6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655CF-820C-44F7-9211-7D256EE2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the button-trap strainer every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15835-03BC-4B4E-B03C-98F637BC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BACA8-AD31-4AAC-A275-1E5A2720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Remove captured objects and lint at least daily.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18F39-AC0E-4235-BCCA-C13BECEF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0D371-9515-4849-A9BA-D517A80F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Check the strainer and seal for damage.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Account for sharp objects and solvent exposure during handling.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B73AF-AD7F-4CB9-896A-FF067347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A2831-A9AF-4091-B786-22E7EA74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9CC00-7941-4C4B-8BC2-47CCDF46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1529192832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8795A-4F59-42E1-92AC-4241BD2D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C91C3-051B-4394-8E97-A4BEB0B1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door sealing and locking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D46E2-CBAA-41B3-B5DF-338808DB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5260aa49f4d87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2EF7B-285A-4701-A53F-ADB2FB16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43DB1-09BB-401B-AD97-5F04EC29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17B2C-586D-48FA-A3F9-C33A9EF5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555C0-6D3E-44A9-B065-099CB05E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1AB1D-00F3-4703-8AAA-25F7E468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0E141-0987-4428-9DE9-F0A14388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1515A-E173-44F1-A023-70F6D8C9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B5892-87BD-403C-9D45-437AAFEE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330556715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FB39C-73B9-4DE9-845E-750E0A3F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3789F-4288-444E-A3AF-72E2A4AA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Check sight-glasses for visibility and abnormal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9B9AE-7D76-469E-9042-4685AFC7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Include check sight-glasses for visibility and abnormal condition in the controlled PPM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D7E37-A11C-4648-B0FC-445E0E7D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600E1-68DC-446D-9F1F-E994A215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17A30-B7B0-47BC-950A-817029C8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1D18B-8A49-4280-BE9E-3A42A716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699C4-18E2-4DF5-8182-129B6947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06C77-1736-4D0A-ABFB-82F3D6BE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456188446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9D54F-BD46-4CA1-9393-82B058A6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C153A-FD55-42A6-89B3-475AFDBC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solvent and water separation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AE79C-7215-42B0-999E-EF99D52D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e799a062f4c5e"/>
          <a:stretch xmlns:a="http://schemas.openxmlformats.org/drawingml/2006/main"/>
        </p:blipFill>
        <p:spPr>
          <a:xfrm xmlns:a="http://schemas.openxmlformats.org/drawingml/2006/main">
            <a:off x="2894561" y="1885950"/>
            <a:ext cx="247857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8E4C3-13AF-44D8-B404-FE56A608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FF9AF-27BC-444D-9230-158CD35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C95FB-96B8-4015-9336-5C5D2892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54978-F5E4-4A84-B4DC-5E0D60AF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74292-1772-404F-887E-B04FEED2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C98B2-24EE-4426-8C00-54359347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49896-3E4B-4191-AB56-0B246CD1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4F736-8433-4628-AF83-F8616755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1200383527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46199-E5B3-4438-A175-9EDE335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36831-0815-45B7-B0D2-319A5DF0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Monitor unusual noise, heat and vibration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970C0-E8F4-4B90-AF17-EA43C08A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65694-D2F3-4C05-9E2D-E8414522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monitor unusual noise, heat and vibration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EBCFE-C5FC-4CC6-B861-178255EE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23613-A6BC-499D-B6B6-30538F12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B34DF-FA20-4E40-8FD2-056E8E7E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54A5F-5577-4B1C-B324-CCACBC24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7E9C5-A192-44EA-B730-BADC429B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820A9-C5BE-46C4-A3E3-3AE3866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99433650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22032-EEF3-4414-8B39-B1E2D813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3A8B9-769E-4056-93EF-545E9773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Weekly maintenance prevents hidden degradation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28FEA-5870-4BC8-9844-67C98729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0aa074eab4606"/>
          <a:stretch xmlns:a="http://schemas.openxmlformats.org/drawingml/2006/main"/>
        </p:blipFill>
        <p:spPr>
          <a:xfrm xmlns:a="http://schemas.openxmlformats.org/drawingml/2006/main">
            <a:off x="2971659" y="1885950"/>
            <a:ext cx="23243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E9287-BF25-4447-9D43-4626C8C4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8E490-A70E-40CB-B358-880593A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79FD3-AD70-4F6A-8703-DF8D698B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1DB45-A61C-4BF6-811E-09301389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481DC-3D0F-4D4B-8728-95882E60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68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AC44D-B31A-441B-A691-47838C25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EA5FC-3D7E-46E3-B70E-6115D4AA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0E8BD-4A81-4207-8EA9-99E357D0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1017897725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5B67A-D3F3-4476-B35C-9B10DA59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68441-6999-4183-B02D-F90CB16F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Drain water from the compressed-air service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0801-2D8E-40E7-AE12-B7677A6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65A58-A500-4A61-9DCD-64CA4FD6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drain water from the compressed-air service unit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93DFD-0136-4041-B200-5EDB12B7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38AC0-D7E4-4686-9EBD-A5A3B674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Raise corrective work for deterioration; a signed checklist alone is not completion.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C0820-868B-4E8C-8B09-BE2B0316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E3C87-B243-4FBB-887C-EF1384EC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430AE-F865-43F6-867F-FA01772B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178249726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FDB06-0BE6-4AC2-8A35-A33EE031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0070E-3497-423B-8E2F-3AF15F13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Run filter maintenance at the specified interval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BA888-FE5A-4C41-958D-D899C6FC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97277b96d4440"/>
          <a:stretch xmlns:a="http://schemas.openxmlformats.org/drawingml/2006/main"/>
        </p:blipFill>
        <p:spPr>
          <a:xfrm xmlns:a="http://schemas.openxmlformats.org/drawingml/2006/main">
            <a:off x="2955567" y="1885950"/>
            <a:ext cx="235656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2F084-32F1-4A2C-807C-712A8277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E1048-FA51-4022-9101-04318324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1CBC7-6815-409F-A9C4-4AC22518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F904A-D2D1-489B-A539-B41F2BF5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575E2-8642-47AC-B78B-67506F48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026E2-6A1B-484F-9C90-F18D2BFC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BFBA3-31CB-4FFA-A1B1-82EF9077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5AF30-12EF-4A66-BACD-CBE38EA5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555108278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82DA4-9A31-4C57-8BF5-29AE9395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C88BD-36A7-4981-82D1-362DF698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the Slimsorba air-filter insert when fitted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3761E-A730-4F70-B8E2-958E39F5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Include clean the Slimsorba air-filter insert when fitted in the controlled PPM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E7404-3ECF-4939-BDA6-8B8246AF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35216-F721-46BE-BF75-ADDA332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993C3-F5FF-4246-8AC0-C3D31DDF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6FF30-700D-4229-B0B8-D3267D30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D2724-4023-4B18-8268-EA8C9C98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81885-B92F-44F0-8502-0CA7C151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952619045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D73E4-4DC9-48C9-96BD-A541F28B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120B1-5625-416D-8F82-3B1068F0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Check overfill-sensor function at the required interval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D7271-D805-4BEB-96CE-F1486A26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b6172f6a342bc"/>
          <a:stretch xmlns:a="http://schemas.openxmlformats.org/drawingml/2006/main"/>
        </p:blipFill>
        <p:spPr>
          <a:xfrm xmlns:a="http://schemas.openxmlformats.org/drawingml/2006/main">
            <a:off x="2946852" y="1885950"/>
            <a:ext cx="237399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ADED2-C1F3-49EE-936B-AC14307B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E614B-C1D1-4818-AC5B-485D2101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EF9F8-42E5-4AE1-8726-1CCF9AF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701F0-11D5-4BE8-9C76-9AF88067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309B4-5F90-4E70-BA50-FC3E07CE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76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6DE7F-02F3-4054-B01B-6A417B6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BD760-84C7-4B35-9D1B-37E89C8C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E77C8-2C49-4874-996F-E2300BA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1012162513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72016-6E50-40CA-A89B-C0094441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74D30-8740-4AD4-AF58-77EE6A46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Monthly lubrication protects the cage bearing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A5FA5-0F5A-49CB-AA5A-9B266DE0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B5920-C834-445A-A884-03C5EB85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specified lubricant, quantity and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3B83B-B263-4BA0-A7A0-EE737DCA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ABEE7-505A-4F6C-A2D3-B76E4690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8882C-D4C0-48C1-90EA-686A07D8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Prevent contamination at the grease nipple.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Record date, technician and abnormal bearing observations.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37EDC-19CE-4712-A6AA-0E3F5CF4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BBDCF-7D61-45B4-BD76-3A200F35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04F56-3F49-4D29-B421-755DF457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1488010528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8ACE2-5142-42ED-83F8-D714C9B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72F82-019E-43F8-AEC4-D694E0AB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Check drive belts for wear, tension and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760D3-5BA0-41A4-BE97-0F111501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a75286fda47e5"/>
          <a:stretch xmlns:a="http://schemas.openxmlformats.org/drawingml/2006/main"/>
        </p:blipFill>
        <p:spPr>
          <a:xfrm xmlns:a="http://schemas.openxmlformats.org/drawingml/2006/main">
            <a:off x="2955567" y="1885950"/>
            <a:ext cx="235656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8E2BC-B67A-4E06-9B6A-C4951C05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00658-3601-4FE6-8612-AE35125E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6C783-B357-4470-B5DA-0126C26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BDE88-11C9-4722-8425-C22766D9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The P-series manual identifies a semi-annual belt check; adopt the current OEM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Repeated belt wear is a symptom—correct alignment, loading or bearing causes.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45C5B-D3AB-45FE-92EB-676DCD87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507BF-D9EF-449C-A51A-2CCEB039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CE57D-08F9-4B73-8998-B3E27150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6B46B-D4D3-4488-B791-AE79D38F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382650084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D5326-5736-43E6-AABC-B9B76413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29F49-0E44-4B90-842D-8D298CC9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sensor faces, cables and mountings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DFECB-F163-4707-A92E-505AABF6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87AA9-E88E-4831-86B0-C0772BBC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inspect sensor faces, cables and mountings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733A4-D073-432C-8B94-31E4400D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B7C4C-36C1-46E0-9FB9-9DB320C1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Raise corrective work for deterioration; a signed checklist alone is not completion.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0FA52-ED25-4605-A3D6-898E2EDE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2B94B-A525-409C-8909-0458344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77057-2ECC-47C1-AEDE-F54DCB0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1711690064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49996-DDD8-4521-B516-EAAD9BD7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F80D4-FBFD-453D-A8EC-70A03594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Keep cooling and heat-transfer surfaces clean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AB40A-E29C-4747-8639-F665B4AB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42a16b29c4c4e"/>
          <a:stretch xmlns:a="http://schemas.openxmlformats.org/drawingml/2006/main"/>
        </p:blipFill>
        <p:spPr>
          <a:xfrm xmlns:a="http://schemas.openxmlformats.org/drawingml/2006/main">
            <a:off x="2955567" y="1885950"/>
            <a:ext cx="235656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F3ED7-2D06-4968-A1F3-53730C71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CC67B-7BDD-48A2-AF5F-7F3D0212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E39AA-6B8B-477B-83E3-43E3CC9B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72F04-EC49-4964-A9F2-DD648F39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780D8-91ED-4A8A-85AD-18B40117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Exploded parts drawing • catalogue page 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20364-EE73-4CBE-9FBA-7C8BB9AE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700DA-B584-49E4-85D8-E8C9F512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EFE80-0BFD-4C67-8AED-744A72B8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1090751587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1C2C0-3AFC-483F-A28A-FB1A1197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74FE7-24EF-45BF-B7D1-C589AE20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hoses, pipes, unions and valves for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C8513-982E-456A-AA43-FCE397FB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Include inspect hoses, pipes, unions and valves for leakage in the controlled PPM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86939-F7E2-4F7A-9952-917C89D0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A5734-3858-4D64-BB62-7C68F386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1A780-6E3B-4E7B-A898-23D75767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1AB02-0283-43EE-A40F-5A40C02D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5F771-D943-488B-8832-4A7DF614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6A669-3DEE-400B-9BF8-571C896C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185145688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BB621-A61B-4422-AB67-A3A79E48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C466B-B3F8-451A-8D4B-12FD4238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tanks only through the approved maintenance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AF6BF-1CFE-4FA3-A55D-CFA2604F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78F76-5702-4B47-82A0-309FA74E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clean tanks only through the approved maintenance sequence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E75B7-5804-492E-AA9D-807C96A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9D01A-734A-47B7-9897-02CDBA41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Raise corrective work for deterioration; a signed checklist alone is not completion.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6EBB9-F987-4C27-B080-89861D7C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CC772-1E86-471F-9559-544B0A21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88A58-D987-40B3-9571-D22359A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178941344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808BD-8B16-4AC5-8D2D-04894A95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0AE53-C759-46C0-ACD7-B160BE3B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Maintenance records must show evidence and 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ADD2F-C4C3-4417-8410-0E96BD9A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5F0CA-4673-478D-88E4-D4015BD5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maintenance records must show evidence and closure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24177-1575-46DD-9394-3AF6AF73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27405-9BC7-4432-8EB9-F57FC42F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9293F-DE89-47BA-99E6-5DE0A6F2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A4499-1791-4164-A2C3-00E73B4E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2C083-3E03-4157-9EB4-34B2146F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C12DA-3992-4267-8FA3-6E4FB931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646411149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AAA52-D6EF-4656-BB47-6742486A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EC77C-234C-4E12-A861-4AAC639F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291B7-7FA1-47AE-AC3C-A2E36EAB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25754-5204-4085-92BB-DB412BE9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682216904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9EA93-B1A5-4C5F-BD04-20CA1D19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C1416-151A-433E-925A-1632442C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diagnosis with the first abnormal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4E615-FFFD-497F-88C3-CEB01B0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48690-DDCC-4CC5-8366-717CC90B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3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start diagnosis with the first abnormal evidence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25817-714D-4AA8-8881-EBA6BD9D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5273D-36CF-430B-890B-5D21F51F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Document the repair, functional test and lessons for future prevention.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8A65D-FFD5-42B1-8F2E-9320B85B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D083A-C32C-4A90-8245-BE7A1CE4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43F27-1F76-40C5-A3C8-FA8C15B2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467563563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A88FC-39E5-42B2-8FC2-7E92D5CA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5D850-D527-41FD-898A-014AA152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 not reset repeatedly without finding the cause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2C4F7-F65E-4D94-8824-BC536F83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67ED5-EECA-4EB1-AC31-CFAB5974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do not reset repeatedly without finding the cause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A45A0-B7EA-46F9-A29D-79CCFB1F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434D2-FEB2-4532-983A-70F7F3BD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68DC3-932C-4A0F-8594-9844B5F2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7D51F-639B-4BA2-B54A-416A9EA2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69A9B-5FEE-4881-8B4A-8E76130D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Troubleshooting &amp; Spares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9D5DD-1AB4-49C9-9962-BC813DC1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329491521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0B0C8-2483-4C4E-89DB-8B277049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D39E6-39E8-405D-9CF3-E34A1062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Separate process faults from component faults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C50EB-ADCE-4629-B824-DADE8A99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separate process faults from component faults to narrow the fault without unsafe trial-and-error.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003E6-5194-4AE3-8BA7-D9604FBA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5F139-BFE4-4408-B5A8-58D5C903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B52C5-2FA8-4159-AE02-292F6CAE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1FC25-842E-421C-A26A-CCFFA5D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8BC3B-81D6-4604-BB7E-5C243263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90FFA-1BE5-4D62-B35E-5C7C54A8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1525824932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B7B1E-6611-4FF1-BD39-FDBA6DEB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D35F5-F07D-4E8B-A323-C8731FF4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trends to confirm intermittent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1CE94-BE0F-4986-B4C8-F29AC143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30332-481D-4FFC-BB48-FED41460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9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use trends to confirm intermittent failures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88F3C-9DCD-4E9A-857A-FF1B0C46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6EAB0-E2EE-4FF8-8EB8-3C3807BB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Document the repair, functional test and lessons for future prevention.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0968B-5074-4F32-BA4B-C323363D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42F16-8055-46D5-B05F-BECFB26E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71B5B-3CC3-4788-AC9E-883B100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29032491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D08A-C8E6-4D0C-808C-F4B178B0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A8B02-0DEF-42B9-92EE-9372B5F2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Verify repair effectiveness with a controlled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87033-8A90-4D15-BCF8-B3B57D6B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CBDA2-9EE1-484F-BA54-6C2D399E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verify repair effectiveness with a controlled test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E45FD-8DB0-4184-A0E6-DD38BD5F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A3101-3FEE-496B-BBBB-26D8C50B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C7ACD-BBC4-4B85-8BD6-643F45E7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4F61C-C673-4B0C-928D-AA1966C9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9E259-6AD4-48A5-880A-0837CAE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Troubleshooting &amp; Spares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03F11-3C54-4930-8062-B8B46841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1462157112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E36CD-76F5-41EF-A3AA-ABDF72B8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FD681-979B-40CF-B96A-41BBA5F9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Order spare parts using model, serial number and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76259-5237-4F8D-A92D-F4BE467B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State BÖWE P30, machine serial number and manufacturing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installed options and modification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the OEM designation and part number; retain traceability after installation.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AFECC-5AA2-4B98-86CF-62F47056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18B13-4FE9-4ED9-811F-0805074E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E589C-7677-4866-A7B1-F06B5EA3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EDF2C-BB6D-4481-85F5-397A37CE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7B3E3-6952-4F90-BD36-CF1ECC7A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A95E1-2E74-499D-BE2F-13755335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2118425199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22EB5-EE4B-4FE2-9815-9BDD4181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BFA1E-A574-4E77-90DB-7FC14AAF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Configuration and modification status control compatibility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B0B98-E5E4-4E58-832B-E0004EEB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60DB0-0478-48E4-8866-80FDBD37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2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configuration and modification status control compatibility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3E77D-D39E-497E-8C29-5C0A92B8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8CE57-4F04-4EC4-A0F0-EF3375DB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Document the repair, functional test and lessons for future prevention.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81062-A7B3-4F19-939C-7044A8A7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2FEB1-3268-4F0C-BD96-9AA010D5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7EB4D-F1D6-4C2C-BD3D-21CF72CD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373881470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31097-FC03-441B-8A07-0C28D577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5047D-CCD8-4C15-99F4-F6DD7CD2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Competency is demonstrated by safe repeatable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13E83-390B-4581-934D-AA13D8F2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EBD97-326B-48A8-9A6E-45954B96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competency is demonstrated by safe repeatable execution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660CD-492C-4CE5-8530-E204230F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5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D5557-F7B8-43AF-8AD2-05B5F9E0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60398-8D7F-48A1-967D-F0F0957D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54D8C-7733-4A0B-9475-98D136C5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3EEAB-4731-4624-A8E3-EF178090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Troubleshooting &amp; Spares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6A255-8D3A-43DA-9FC6-E5589F41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1597367405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9EA0C-45B7-4B64-B07B-087AD3A8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Competence is safe, repeatable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61E08-34F6-4E22-8845-71C33CEE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Before independent work, the technician should demonstrate: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42961-5F8A-4F09-A33E-B32C94D6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4FEFE-0847-424D-9ED7-47CD5C70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Correct machine and document identification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7C5C0-F938-4A4C-951D-20125389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76811-A965-441E-BCF0-6CFE9BC5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7CA26-8A44-4D3C-BC0C-36EFF58A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813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Hazard recognition and verified isolation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08C5D-025E-4392-AC62-6DF348E4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3A0C5-4136-4D72-BAA3-45A70DEF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69140-C2B5-4FB8-8382-F13CCC8E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290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Systematic inspection and evidence-based diagnosis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CD6A9-12EE-455A-8456-BDAD9BD0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AAB37-A277-4DCF-8627-C10736DA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86CF1-8B8F-4D07-BE65-BE4DAFA5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767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OEM-compliant maintenance and parts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45D07-528C-42E2-B7E4-2B239F43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D27E0-0845-4387-8E86-B8CAFF1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8269D-1F81-49B6-A272-156B6182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Controlled functional test and complete handover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481BB-FF4E-44F0-ABAD-C10BD21D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9EB3A-9D93-4E72-AAD4-40DC12D6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17892-BBE3-4F89-8A6E-8639A7E5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P30  |  Competency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78A06-6439-48FD-8ACE-A468ED1E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12637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2026-08-25T18:13:32.2490000Z</dcterms:created>
  <dcterms:modified xsi:type="dcterms:W3CDTF">2026-08-25T18:13:32.2490000Z</dcterms:modified>
</coreProperties>
</file>