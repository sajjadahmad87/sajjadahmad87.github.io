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dea9c0cfcf42a7" /><Relationship Type="http://schemas.openxmlformats.org/officeDocument/2006/relationships/extended-properties" Target="/docProps/app.xml" Id="R3865fd4da3f245fa" /><Relationship Type="http://schemas.openxmlformats.org/officeDocument/2006/relationships/officeDocument" Target="/ppt/presentation.xml" Id="R7f10ba24ea1141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9b82dd14a8f44ab"/>
  </p:sldMasterIdLst>
  <p:notesMasterIdLst>
    <p:notesMasterId xmlns:r="http://schemas.openxmlformats.org/officeDocument/2006/relationships" r:id="R1ed2e4627d6e4cee"/>
  </p:notesMasterIdLst>
  <p:sldIdLst>
    <p:sldId xmlns:r="http://schemas.openxmlformats.org/officeDocument/2006/relationships" id="256" r:id="R479f369012da491e"/>
    <p:sldId xmlns:r="http://schemas.openxmlformats.org/officeDocument/2006/relationships" id="257" r:id="R4ead7bdb969648c1"/>
    <p:sldId xmlns:r="http://schemas.openxmlformats.org/officeDocument/2006/relationships" id="258" r:id="Rb19d1fab4dee47c0"/>
    <p:sldId xmlns:r="http://schemas.openxmlformats.org/officeDocument/2006/relationships" id="259" r:id="Rc289b59a702f4794"/>
    <p:sldId xmlns:r="http://schemas.openxmlformats.org/officeDocument/2006/relationships" id="260" r:id="R39502fc1dd934d00"/>
    <p:sldId xmlns:r="http://schemas.openxmlformats.org/officeDocument/2006/relationships" id="261" r:id="R8d232d526dc14d5e"/>
    <p:sldId xmlns:r="http://schemas.openxmlformats.org/officeDocument/2006/relationships" id="262" r:id="Rac33139714a34887"/>
    <p:sldId xmlns:r="http://schemas.openxmlformats.org/officeDocument/2006/relationships" id="263" r:id="Rdb2e9a7851ce4014"/>
    <p:sldId xmlns:r="http://schemas.openxmlformats.org/officeDocument/2006/relationships" id="264" r:id="Rb4ffbb036e554a45"/>
    <p:sldId xmlns:r="http://schemas.openxmlformats.org/officeDocument/2006/relationships" id="265" r:id="R410765c01aeb4a9a"/>
    <p:sldId xmlns:r="http://schemas.openxmlformats.org/officeDocument/2006/relationships" id="266" r:id="Rff8c38edea3343ab"/>
    <p:sldId xmlns:r="http://schemas.openxmlformats.org/officeDocument/2006/relationships" id="267" r:id="Ref14da66299c4fe4"/>
    <p:sldId xmlns:r="http://schemas.openxmlformats.org/officeDocument/2006/relationships" id="268" r:id="R56cd4770803d4a72"/>
    <p:sldId xmlns:r="http://schemas.openxmlformats.org/officeDocument/2006/relationships" id="269" r:id="R9bb363ba12e346ce"/>
    <p:sldId xmlns:r="http://schemas.openxmlformats.org/officeDocument/2006/relationships" id="270" r:id="Rf5cf54f2f7c94101"/>
    <p:sldId xmlns:r="http://schemas.openxmlformats.org/officeDocument/2006/relationships" id="271" r:id="Ra72bdd7159fd4262"/>
    <p:sldId xmlns:r="http://schemas.openxmlformats.org/officeDocument/2006/relationships" id="272" r:id="Rabd023a9ae0e4e6b"/>
    <p:sldId xmlns:r="http://schemas.openxmlformats.org/officeDocument/2006/relationships" id="273" r:id="R9d95c5b243894d69"/>
    <p:sldId xmlns:r="http://schemas.openxmlformats.org/officeDocument/2006/relationships" id="274" r:id="Rdc0b9f7e810f43d2"/>
    <p:sldId xmlns:r="http://schemas.openxmlformats.org/officeDocument/2006/relationships" id="275" r:id="Rbfd6875904f049dd"/>
    <p:sldId xmlns:r="http://schemas.openxmlformats.org/officeDocument/2006/relationships" id="276" r:id="Reeef6596d32849b7"/>
    <p:sldId xmlns:r="http://schemas.openxmlformats.org/officeDocument/2006/relationships" id="277" r:id="R710fdb605ee04003"/>
    <p:sldId xmlns:r="http://schemas.openxmlformats.org/officeDocument/2006/relationships" id="278" r:id="Rcba0eb841e904c3a"/>
    <p:sldId xmlns:r="http://schemas.openxmlformats.org/officeDocument/2006/relationships" id="279" r:id="R8d08c27320b34c2f"/>
    <p:sldId xmlns:r="http://schemas.openxmlformats.org/officeDocument/2006/relationships" id="280" r:id="Rf073c32c6ab5449d"/>
    <p:sldId xmlns:r="http://schemas.openxmlformats.org/officeDocument/2006/relationships" id="281" r:id="R4411fe87702944f8"/>
    <p:sldId xmlns:r="http://schemas.openxmlformats.org/officeDocument/2006/relationships" id="282" r:id="R86d1cdf871c8497e"/>
    <p:sldId xmlns:r="http://schemas.openxmlformats.org/officeDocument/2006/relationships" id="283" r:id="Rd905094d20634e26"/>
    <p:sldId xmlns:r="http://schemas.openxmlformats.org/officeDocument/2006/relationships" id="284" r:id="R7b372e1201ac43e3"/>
    <p:sldId xmlns:r="http://schemas.openxmlformats.org/officeDocument/2006/relationships" id="285" r:id="R22a8f5de1cea4edd"/>
    <p:sldId xmlns:r="http://schemas.openxmlformats.org/officeDocument/2006/relationships" id="286" r:id="Rfb03395050ad49c0"/>
    <p:sldId xmlns:r="http://schemas.openxmlformats.org/officeDocument/2006/relationships" id="287" r:id="R0d5cb64534634187"/>
    <p:sldId xmlns:r="http://schemas.openxmlformats.org/officeDocument/2006/relationships" id="288" r:id="Rf3c500fbf0c04412"/>
    <p:sldId xmlns:r="http://schemas.openxmlformats.org/officeDocument/2006/relationships" id="289" r:id="R98ec1bbb70ed478e"/>
    <p:sldId xmlns:r="http://schemas.openxmlformats.org/officeDocument/2006/relationships" id="290" r:id="R36ebb2d97bb841f0"/>
    <p:sldId xmlns:r="http://schemas.openxmlformats.org/officeDocument/2006/relationships" id="291" r:id="Rd17b188873e8464d"/>
    <p:sldId xmlns:r="http://schemas.openxmlformats.org/officeDocument/2006/relationships" id="292" r:id="R7ceefa87101b418e"/>
    <p:sldId xmlns:r="http://schemas.openxmlformats.org/officeDocument/2006/relationships" id="293" r:id="R4c1960fec27147b9"/>
    <p:sldId xmlns:r="http://schemas.openxmlformats.org/officeDocument/2006/relationships" id="294" r:id="Rd74d36a32f7c481c"/>
    <p:sldId xmlns:r="http://schemas.openxmlformats.org/officeDocument/2006/relationships" id="295" r:id="Re09f36d9685d4dc5"/>
    <p:sldId xmlns:r="http://schemas.openxmlformats.org/officeDocument/2006/relationships" id="296" r:id="Rdf9607e822ec46db"/>
    <p:sldId xmlns:r="http://schemas.openxmlformats.org/officeDocument/2006/relationships" id="297" r:id="Rea82d9dc08d44fd6"/>
    <p:sldId xmlns:r="http://schemas.openxmlformats.org/officeDocument/2006/relationships" id="298" r:id="R25a638da190e4932"/>
    <p:sldId xmlns:r="http://schemas.openxmlformats.org/officeDocument/2006/relationships" id="299" r:id="R1628d2c4f2fd4cfe"/>
    <p:sldId xmlns:r="http://schemas.openxmlformats.org/officeDocument/2006/relationships" id="300" r:id="R27ac8058f04443cb"/>
    <p:sldId xmlns:r="http://schemas.openxmlformats.org/officeDocument/2006/relationships" id="301" r:id="Rd16a24058a0d4b1e"/>
    <p:sldId xmlns:r="http://schemas.openxmlformats.org/officeDocument/2006/relationships" id="302" r:id="R3bd5a10a2d3a40ee"/>
    <p:sldId xmlns:r="http://schemas.openxmlformats.org/officeDocument/2006/relationships" id="303" r:id="R11579fd55e9645ea"/>
    <p:sldId xmlns:r="http://schemas.openxmlformats.org/officeDocument/2006/relationships" id="304" r:id="Rdea9c4d8fdf44f2d"/>
    <p:sldId xmlns:r="http://schemas.openxmlformats.org/officeDocument/2006/relationships" id="305" r:id="Ra07686201d014437"/>
    <p:sldId xmlns:r="http://schemas.openxmlformats.org/officeDocument/2006/relationships" id="306" r:id="R075b59aa3c6e43ca"/>
    <p:sldId xmlns:r="http://schemas.openxmlformats.org/officeDocument/2006/relationships" id="307" r:id="Redcfc0ba255a42bb"/>
    <p:sldId xmlns:r="http://schemas.openxmlformats.org/officeDocument/2006/relationships" id="308" r:id="Ra65ce99d56504dbd"/>
    <p:sldId xmlns:r="http://schemas.openxmlformats.org/officeDocument/2006/relationships" id="309" r:id="R8f32b205b88a4798"/>
    <p:sldId xmlns:r="http://schemas.openxmlformats.org/officeDocument/2006/relationships" id="310" r:id="R49192a10228f4b74"/>
    <p:sldId xmlns:r="http://schemas.openxmlformats.org/officeDocument/2006/relationships" id="311" r:id="R704a90c246e247bb"/>
    <p:sldId xmlns:r="http://schemas.openxmlformats.org/officeDocument/2006/relationships" id="312" r:id="R66417dd796184e02"/>
    <p:sldId xmlns:r="http://schemas.openxmlformats.org/officeDocument/2006/relationships" id="313" r:id="R26e478eb29c045ef"/>
    <p:sldId xmlns:r="http://schemas.openxmlformats.org/officeDocument/2006/relationships" id="314" r:id="R60db15f6f7334274"/>
    <p:sldId xmlns:r="http://schemas.openxmlformats.org/officeDocument/2006/relationships" id="315" r:id="R3f6322b4aa434abe"/>
    <p:sldId xmlns:r="http://schemas.openxmlformats.org/officeDocument/2006/relationships" id="316" r:id="R405f08b4d4cd4dbf"/>
    <p:sldId xmlns:r="http://schemas.openxmlformats.org/officeDocument/2006/relationships" id="317" r:id="R3ee4ab60c5b045f9"/>
    <p:sldId xmlns:r="http://schemas.openxmlformats.org/officeDocument/2006/relationships" id="318" r:id="R206f99ee727a4804"/>
    <p:sldId xmlns:r="http://schemas.openxmlformats.org/officeDocument/2006/relationships" id="319" r:id="R502661897981460e"/>
    <p:sldId xmlns:r="http://schemas.openxmlformats.org/officeDocument/2006/relationships" id="320" r:id="Rb6d4e6f78be64eb7"/>
    <p:sldId xmlns:r="http://schemas.openxmlformats.org/officeDocument/2006/relationships" id="321" r:id="R0eac92cbe5784f4f"/>
    <p:sldId xmlns:r="http://schemas.openxmlformats.org/officeDocument/2006/relationships" id="322" r:id="Rca72c25524b94b5a"/>
    <p:sldId xmlns:r="http://schemas.openxmlformats.org/officeDocument/2006/relationships" id="323" r:id="R0bd809775c134d57"/>
    <p:sldId xmlns:r="http://schemas.openxmlformats.org/officeDocument/2006/relationships" id="324" r:id="R5ba5472a2fa94b9c"/>
    <p:sldId xmlns:r="http://schemas.openxmlformats.org/officeDocument/2006/relationships" id="325" r:id="R5d2a422af7f54792"/>
    <p:sldId xmlns:r="http://schemas.openxmlformats.org/officeDocument/2006/relationships" id="326" r:id="Rf262cfd336e04001"/>
    <p:sldId xmlns:r="http://schemas.openxmlformats.org/officeDocument/2006/relationships" id="327" r:id="Re9bce804fec14ac9"/>
    <p:sldId xmlns:r="http://schemas.openxmlformats.org/officeDocument/2006/relationships" id="328" r:id="R76cd7b8861084177"/>
    <p:sldId xmlns:r="http://schemas.openxmlformats.org/officeDocument/2006/relationships" id="329" r:id="Rf475f72886954945"/>
    <p:sldId xmlns:r="http://schemas.openxmlformats.org/officeDocument/2006/relationships" id="330" r:id="R8aff1cdc05a24112"/>
    <p:sldId xmlns:r="http://schemas.openxmlformats.org/officeDocument/2006/relationships" id="331" r:id="Rc067e8eb754f4330"/>
    <p:sldId xmlns:r="http://schemas.openxmlformats.org/officeDocument/2006/relationships" id="332" r:id="Rb3cabdcecb414426"/>
    <p:sldId xmlns:r="http://schemas.openxmlformats.org/officeDocument/2006/relationships" id="333" r:id="Rc6a78276d56d4881"/>
    <p:sldId xmlns:r="http://schemas.openxmlformats.org/officeDocument/2006/relationships" id="334" r:id="R23e689bdd0614874"/>
    <p:sldId xmlns:r="http://schemas.openxmlformats.org/officeDocument/2006/relationships" id="335" r:id="R216b8711d34043be"/>
    <p:sldId xmlns:r="http://schemas.openxmlformats.org/officeDocument/2006/relationships" id="336" r:id="R5ca85b66f8ac4923"/>
    <p:sldId xmlns:r="http://schemas.openxmlformats.org/officeDocument/2006/relationships" id="337" r:id="R6b05f8dbaf4144c1"/>
    <p:sldId xmlns:r="http://schemas.openxmlformats.org/officeDocument/2006/relationships" id="338" r:id="R5f12e17663d6486f"/>
    <p:sldId xmlns:r="http://schemas.openxmlformats.org/officeDocument/2006/relationships" id="339" r:id="Rb4a9de18f4da4240"/>
    <p:sldId xmlns:r="http://schemas.openxmlformats.org/officeDocument/2006/relationships" id="340" r:id="R1aee27ffb83f41bd"/>
    <p:sldId xmlns:r="http://schemas.openxmlformats.org/officeDocument/2006/relationships" id="341" r:id="R13745a5bcf8b4ed7"/>
    <p:sldId xmlns:r="http://schemas.openxmlformats.org/officeDocument/2006/relationships" id="342" r:id="R8a22ed8999ae4d90"/>
    <p:sldId xmlns:r="http://schemas.openxmlformats.org/officeDocument/2006/relationships" id="343" r:id="R7bd0efddb672493a"/>
    <p:sldId xmlns:r="http://schemas.openxmlformats.org/officeDocument/2006/relationships" id="344" r:id="R24acf5bf7e4f406d"/>
    <p:sldId xmlns:r="http://schemas.openxmlformats.org/officeDocument/2006/relationships" id="345" r:id="Rd48a58a2e96b4c42"/>
    <p:sldId xmlns:r="http://schemas.openxmlformats.org/officeDocument/2006/relationships" id="346" r:id="R1e612faf56824819"/>
    <p:sldId xmlns:r="http://schemas.openxmlformats.org/officeDocument/2006/relationships" id="347" r:id="R71987c5b70ac4337"/>
    <p:sldId xmlns:r="http://schemas.openxmlformats.org/officeDocument/2006/relationships" id="348" r:id="R7fe4af4eaa964ad8"/>
    <p:sldId xmlns:r="http://schemas.openxmlformats.org/officeDocument/2006/relationships" id="349" r:id="Re1e1d8e0a2894018"/>
    <p:sldId xmlns:r="http://schemas.openxmlformats.org/officeDocument/2006/relationships" id="350" r:id="R8638dba3ac464458"/>
    <p:sldId xmlns:r="http://schemas.openxmlformats.org/officeDocument/2006/relationships" id="351" r:id="R7e0b827e977d4e16"/>
    <p:sldId xmlns:r="http://schemas.openxmlformats.org/officeDocument/2006/relationships" id="352" r:id="R2ec2fdf49e7149c2"/>
    <p:sldId xmlns:r="http://schemas.openxmlformats.org/officeDocument/2006/relationships" id="353" r:id="Ra97948c1461143e0"/>
    <p:sldId xmlns:r="http://schemas.openxmlformats.org/officeDocument/2006/relationships" id="354" r:id="Rb9310eccdedb453e"/>
    <p:sldId xmlns:r="http://schemas.openxmlformats.org/officeDocument/2006/relationships" id="355" r:id="R6b9639f328ed4bf9"/>
    <p:sldId xmlns:r="http://schemas.openxmlformats.org/officeDocument/2006/relationships" id="356" r:id="R8e87d94dfd434a33"/>
    <p:sldId xmlns:r="http://schemas.openxmlformats.org/officeDocument/2006/relationships" id="357" r:id="Re5edfffd69a5479a"/>
    <p:sldId xmlns:r="http://schemas.openxmlformats.org/officeDocument/2006/relationships" id="358" r:id="Rbddcbe87e40647f0"/>
    <p:sldId xmlns:r="http://schemas.openxmlformats.org/officeDocument/2006/relationships" id="359" r:id="Rc7404f885704467a"/>
    <p:sldId xmlns:r="http://schemas.openxmlformats.org/officeDocument/2006/relationships" id="360" r:id="Rd6aa1891b2bd4a4c"/>
    <p:sldId xmlns:r="http://schemas.openxmlformats.org/officeDocument/2006/relationships" id="361" r:id="Rebbac3ed26bd4259"/>
    <p:sldId xmlns:r="http://schemas.openxmlformats.org/officeDocument/2006/relationships" id="362" r:id="R8582b708ba6e4d2a"/>
    <p:sldId xmlns:r="http://schemas.openxmlformats.org/officeDocument/2006/relationships" id="363" r:id="R021afdd2d3cb46b0"/>
    <p:sldId xmlns:r="http://schemas.openxmlformats.org/officeDocument/2006/relationships" id="364" r:id="R1cc49887631a4d9e"/>
    <p:sldId xmlns:r="http://schemas.openxmlformats.org/officeDocument/2006/relationships" id="365" r:id="Rad6fb6b1d4e64114"/>
    <p:sldId xmlns:r="http://schemas.openxmlformats.org/officeDocument/2006/relationships" id="366" r:id="R0cba5a13923b4b5e"/>
    <p:sldId xmlns:r="http://schemas.openxmlformats.org/officeDocument/2006/relationships" id="367" r:id="R911ece47d0754f6c"/>
    <p:sldId xmlns:r="http://schemas.openxmlformats.org/officeDocument/2006/relationships" id="368" r:id="R3170ea84d1664431"/>
    <p:sldId xmlns:r="http://schemas.openxmlformats.org/officeDocument/2006/relationships" id="369" r:id="R4eb3d29c36904cd3"/>
    <p:sldId xmlns:r="http://schemas.openxmlformats.org/officeDocument/2006/relationships" id="370" r:id="Rcfd37cc878784641"/>
    <p:sldId xmlns:r="http://schemas.openxmlformats.org/officeDocument/2006/relationships" id="371" r:id="R56d0c244ca0f41d8"/>
    <p:sldId xmlns:r="http://schemas.openxmlformats.org/officeDocument/2006/relationships" id="372" r:id="R8798f6f90a604187"/>
    <p:sldId xmlns:r="http://schemas.openxmlformats.org/officeDocument/2006/relationships" id="373" r:id="Ra13267e33d024c24"/>
    <p:sldId xmlns:r="http://schemas.openxmlformats.org/officeDocument/2006/relationships" id="374" r:id="R95141be60c3349cd"/>
    <p:sldId xmlns:r="http://schemas.openxmlformats.org/officeDocument/2006/relationships" id="375" r:id="Re117d2bb45644340"/>
    <p:sldId xmlns:r="http://schemas.openxmlformats.org/officeDocument/2006/relationships" id="376" r:id="R6081dc290a0a416c"/>
    <p:sldId xmlns:r="http://schemas.openxmlformats.org/officeDocument/2006/relationships" id="377" r:id="Rb5a1264e9d98482f"/>
    <p:sldId xmlns:r="http://schemas.openxmlformats.org/officeDocument/2006/relationships" id="378" r:id="Ra5dcffa07cf34d78"/>
    <p:sldId xmlns:r="http://schemas.openxmlformats.org/officeDocument/2006/relationships" id="379" r:id="R0bc942ea8d09409b"/>
    <p:sldId xmlns:r="http://schemas.openxmlformats.org/officeDocument/2006/relationships" id="380" r:id="Rda2d630235254ba9"/>
    <p:sldId xmlns:r="http://schemas.openxmlformats.org/officeDocument/2006/relationships" id="381" r:id="R70ce4b41e0b8473a"/>
    <p:sldId xmlns:r="http://schemas.openxmlformats.org/officeDocument/2006/relationships" id="382" r:id="R7a6f5149f4fd42f1"/>
    <p:sldId xmlns:r="http://schemas.openxmlformats.org/officeDocument/2006/relationships" id="383" r:id="R66d45c0eab1e414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5be9b8b58f4df5" /><Relationship Type="http://schemas.openxmlformats.org/officeDocument/2006/relationships/slideMaster" Target="/ppt/slideMasters/slideMaster1.xml" Id="R29b82dd14a8f44ab" /><Relationship Type="http://schemas.openxmlformats.org/officeDocument/2006/relationships/notesMaster" Target="/ppt/notesMasters/notesMaster1.xml" Id="R1ed2e4627d6e4cee" /><Relationship Type="http://schemas.openxmlformats.org/officeDocument/2006/relationships/presProps" Target="/ppt/presProps.xml" Id="Re2637eee1db44581" /><Relationship Type="http://schemas.openxmlformats.org/officeDocument/2006/relationships/tableStyles" Target="/ppt/tableStyles.xml" Id="Rcde30ef1633e4b78" /><Relationship Type="http://schemas.openxmlformats.org/officeDocument/2006/relationships/slide" Target="/ppt/slides/slide1.xml" Id="R479f369012da491e" /><Relationship Type="http://schemas.openxmlformats.org/officeDocument/2006/relationships/slide" Target="/ppt/slides/slide2.xml" Id="R4ead7bdb969648c1" /><Relationship Type="http://schemas.openxmlformats.org/officeDocument/2006/relationships/slide" Target="/ppt/slides/slide3.xml" Id="Rb19d1fab4dee47c0" /><Relationship Type="http://schemas.openxmlformats.org/officeDocument/2006/relationships/slide" Target="/ppt/slides/slide4.xml" Id="Rc289b59a702f4794" /><Relationship Type="http://schemas.openxmlformats.org/officeDocument/2006/relationships/slide" Target="/ppt/slides/slide5.xml" Id="R39502fc1dd934d00" /><Relationship Type="http://schemas.openxmlformats.org/officeDocument/2006/relationships/slide" Target="/ppt/slides/slide6.xml" Id="R8d232d526dc14d5e" /><Relationship Type="http://schemas.openxmlformats.org/officeDocument/2006/relationships/slide" Target="/ppt/slides/slide7.xml" Id="Rac33139714a34887" /><Relationship Type="http://schemas.openxmlformats.org/officeDocument/2006/relationships/slide" Target="/ppt/slides/slide8.xml" Id="Rdb2e9a7851ce4014" /><Relationship Type="http://schemas.openxmlformats.org/officeDocument/2006/relationships/slide" Target="/ppt/slides/slide9.xml" Id="Rb4ffbb036e554a45" /><Relationship Type="http://schemas.openxmlformats.org/officeDocument/2006/relationships/slide" Target="/ppt/slides/slide10.xml" Id="R410765c01aeb4a9a" /><Relationship Type="http://schemas.openxmlformats.org/officeDocument/2006/relationships/slide" Target="/ppt/slides/slide11.xml" Id="Rff8c38edea3343ab" /><Relationship Type="http://schemas.openxmlformats.org/officeDocument/2006/relationships/slide" Target="/ppt/slides/slide12.xml" Id="Ref14da66299c4fe4" /><Relationship Type="http://schemas.openxmlformats.org/officeDocument/2006/relationships/slide" Target="/ppt/slides/slide13.xml" Id="R56cd4770803d4a72" /><Relationship Type="http://schemas.openxmlformats.org/officeDocument/2006/relationships/slide" Target="/ppt/slides/slide14.xml" Id="R9bb363ba12e346ce" /><Relationship Type="http://schemas.openxmlformats.org/officeDocument/2006/relationships/slide" Target="/ppt/slides/slide15.xml" Id="Rf5cf54f2f7c94101" /><Relationship Type="http://schemas.openxmlformats.org/officeDocument/2006/relationships/slide" Target="/ppt/slides/slide16.xml" Id="Ra72bdd7159fd4262" /><Relationship Type="http://schemas.openxmlformats.org/officeDocument/2006/relationships/slide" Target="/ppt/slides/slide17.xml" Id="Rabd023a9ae0e4e6b" /><Relationship Type="http://schemas.openxmlformats.org/officeDocument/2006/relationships/slide" Target="/ppt/slides/slide18.xml" Id="R9d95c5b243894d69" /><Relationship Type="http://schemas.openxmlformats.org/officeDocument/2006/relationships/slide" Target="/ppt/slides/slide19.xml" Id="Rdc0b9f7e810f43d2" /><Relationship Type="http://schemas.openxmlformats.org/officeDocument/2006/relationships/slide" Target="/ppt/slides/slide20.xml" Id="Rbfd6875904f049dd" /><Relationship Type="http://schemas.openxmlformats.org/officeDocument/2006/relationships/slide" Target="/ppt/slides/slide21.xml" Id="Reeef6596d32849b7" /><Relationship Type="http://schemas.openxmlformats.org/officeDocument/2006/relationships/slide" Target="/ppt/slides/slide22.xml" Id="R710fdb605ee04003" /><Relationship Type="http://schemas.openxmlformats.org/officeDocument/2006/relationships/slide" Target="/ppt/slides/slide23.xml" Id="Rcba0eb841e904c3a" /><Relationship Type="http://schemas.openxmlformats.org/officeDocument/2006/relationships/slide" Target="/ppt/slides/slide24.xml" Id="R8d08c27320b34c2f" /><Relationship Type="http://schemas.openxmlformats.org/officeDocument/2006/relationships/slide" Target="/ppt/slides/slide25.xml" Id="Rf073c32c6ab5449d" /><Relationship Type="http://schemas.openxmlformats.org/officeDocument/2006/relationships/slide" Target="/ppt/slides/slide26.xml" Id="R4411fe87702944f8" /><Relationship Type="http://schemas.openxmlformats.org/officeDocument/2006/relationships/slide" Target="/ppt/slides/slide27.xml" Id="R86d1cdf871c8497e" /><Relationship Type="http://schemas.openxmlformats.org/officeDocument/2006/relationships/slide" Target="/ppt/slides/slide28.xml" Id="Rd905094d20634e26" /><Relationship Type="http://schemas.openxmlformats.org/officeDocument/2006/relationships/slide" Target="/ppt/slides/slide29.xml" Id="R7b372e1201ac43e3" /><Relationship Type="http://schemas.openxmlformats.org/officeDocument/2006/relationships/slide" Target="/ppt/slides/slide30.xml" Id="R22a8f5de1cea4edd" /><Relationship Type="http://schemas.openxmlformats.org/officeDocument/2006/relationships/slide" Target="/ppt/slides/slide31.xml" Id="Rfb03395050ad49c0" /><Relationship Type="http://schemas.openxmlformats.org/officeDocument/2006/relationships/slide" Target="/ppt/slides/slide32.xml" Id="R0d5cb64534634187" /><Relationship Type="http://schemas.openxmlformats.org/officeDocument/2006/relationships/slide" Target="/ppt/slides/slide33.xml" Id="Rf3c500fbf0c04412" /><Relationship Type="http://schemas.openxmlformats.org/officeDocument/2006/relationships/slide" Target="/ppt/slides/slide34.xml" Id="R98ec1bbb70ed478e" /><Relationship Type="http://schemas.openxmlformats.org/officeDocument/2006/relationships/slide" Target="/ppt/slides/slide35.xml" Id="R36ebb2d97bb841f0" /><Relationship Type="http://schemas.openxmlformats.org/officeDocument/2006/relationships/slide" Target="/ppt/slides/slide36.xml" Id="Rd17b188873e8464d" /><Relationship Type="http://schemas.openxmlformats.org/officeDocument/2006/relationships/slide" Target="/ppt/slides/slide37.xml" Id="R7ceefa87101b418e" /><Relationship Type="http://schemas.openxmlformats.org/officeDocument/2006/relationships/slide" Target="/ppt/slides/slide38.xml" Id="R4c1960fec27147b9" /><Relationship Type="http://schemas.openxmlformats.org/officeDocument/2006/relationships/slide" Target="/ppt/slides/slide39.xml" Id="Rd74d36a32f7c481c" /><Relationship Type="http://schemas.openxmlformats.org/officeDocument/2006/relationships/slide" Target="/ppt/slides/slide40.xml" Id="Re09f36d9685d4dc5" /><Relationship Type="http://schemas.openxmlformats.org/officeDocument/2006/relationships/slide" Target="/ppt/slides/slide41.xml" Id="Rdf9607e822ec46db" /><Relationship Type="http://schemas.openxmlformats.org/officeDocument/2006/relationships/slide" Target="/ppt/slides/slide42.xml" Id="Rea82d9dc08d44fd6" /><Relationship Type="http://schemas.openxmlformats.org/officeDocument/2006/relationships/slide" Target="/ppt/slides/slide43.xml" Id="R25a638da190e4932" /><Relationship Type="http://schemas.openxmlformats.org/officeDocument/2006/relationships/slide" Target="/ppt/slides/slide44.xml" Id="R1628d2c4f2fd4cfe" /><Relationship Type="http://schemas.openxmlformats.org/officeDocument/2006/relationships/slide" Target="/ppt/slides/slide45.xml" Id="R27ac8058f04443cb" /><Relationship Type="http://schemas.openxmlformats.org/officeDocument/2006/relationships/slide" Target="/ppt/slides/slide46.xml" Id="Rd16a24058a0d4b1e" /><Relationship Type="http://schemas.openxmlformats.org/officeDocument/2006/relationships/slide" Target="/ppt/slides/slide47.xml" Id="R3bd5a10a2d3a40ee" /><Relationship Type="http://schemas.openxmlformats.org/officeDocument/2006/relationships/slide" Target="/ppt/slides/slide48.xml" Id="R11579fd55e9645ea" /><Relationship Type="http://schemas.openxmlformats.org/officeDocument/2006/relationships/slide" Target="/ppt/slides/slide49.xml" Id="Rdea9c4d8fdf44f2d" /><Relationship Type="http://schemas.openxmlformats.org/officeDocument/2006/relationships/slide" Target="/ppt/slides/slide50.xml" Id="Ra07686201d014437" /><Relationship Type="http://schemas.openxmlformats.org/officeDocument/2006/relationships/slide" Target="/ppt/slides/slide51.xml" Id="R075b59aa3c6e43ca" /><Relationship Type="http://schemas.openxmlformats.org/officeDocument/2006/relationships/slide" Target="/ppt/slides/slide52.xml" Id="Redcfc0ba255a42bb" /><Relationship Type="http://schemas.openxmlformats.org/officeDocument/2006/relationships/slide" Target="/ppt/slides/slide53.xml" Id="Ra65ce99d56504dbd" /><Relationship Type="http://schemas.openxmlformats.org/officeDocument/2006/relationships/slide" Target="/ppt/slides/slide54.xml" Id="R8f32b205b88a4798" /><Relationship Type="http://schemas.openxmlformats.org/officeDocument/2006/relationships/slide" Target="/ppt/slides/slide55.xml" Id="R49192a10228f4b74" /><Relationship Type="http://schemas.openxmlformats.org/officeDocument/2006/relationships/slide" Target="/ppt/slides/slide56.xml" Id="R704a90c246e247bb" /><Relationship Type="http://schemas.openxmlformats.org/officeDocument/2006/relationships/slide" Target="/ppt/slides/slide57.xml" Id="R66417dd796184e02" /><Relationship Type="http://schemas.openxmlformats.org/officeDocument/2006/relationships/slide" Target="/ppt/slides/slide58.xml" Id="R26e478eb29c045ef" /><Relationship Type="http://schemas.openxmlformats.org/officeDocument/2006/relationships/slide" Target="/ppt/slides/slide59.xml" Id="R60db15f6f7334274" /><Relationship Type="http://schemas.openxmlformats.org/officeDocument/2006/relationships/slide" Target="/ppt/slides/slide60.xml" Id="R3f6322b4aa434abe" /><Relationship Type="http://schemas.openxmlformats.org/officeDocument/2006/relationships/slide" Target="/ppt/slides/slide61.xml" Id="R405f08b4d4cd4dbf" /><Relationship Type="http://schemas.openxmlformats.org/officeDocument/2006/relationships/slide" Target="/ppt/slides/slide62.xml" Id="R3ee4ab60c5b045f9" /><Relationship Type="http://schemas.openxmlformats.org/officeDocument/2006/relationships/slide" Target="/ppt/slides/slide63.xml" Id="R206f99ee727a4804" /><Relationship Type="http://schemas.openxmlformats.org/officeDocument/2006/relationships/slide" Target="/ppt/slides/slide64.xml" Id="R502661897981460e" /><Relationship Type="http://schemas.openxmlformats.org/officeDocument/2006/relationships/slide" Target="/ppt/slides/slide65.xml" Id="Rb6d4e6f78be64eb7" /><Relationship Type="http://schemas.openxmlformats.org/officeDocument/2006/relationships/slide" Target="/ppt/slides/slide66.xml" Id="R0eac92cbe5784f4f" /><Relationship Type="http://schemas.openxmlformats.org/officeDocument/2006/relationships/slide" Target="/ppt/slides/slide67.xml" Id="Rca72c25524b94b5a" /><Relationship Type="http://schemas.openxmlformats.org/officeDocument/2006/relationships/slide" Target="/ppt/slides/slide68.xml" Id="R0bd809775c134d57" /><Relationship Type="http://schemas.openxmlformats.org/officeDocument/2006/relationships/slide" Target="/ppt/slides/slide69.xml" Id="R5ba5472a2fa94b9c" /><Relationship Type="http://schemas.openxmlformats.org/officeDocument/2006/relationships/slide" Target="/ppt/slides/slide70.xml" Id="R5d2a422af7f54792" /><Relationship Type="http://schemas.openxmlformats.org/officeDocument/2006/relationships/slide" Target="/ppt/slides/slide71.xml" Id="Rf262cfd336e04001" /><Relationship Type="http://schemas.openxmlformats.org/officeDocument/2006/relationships/slide" Target="/ppt/slides/slide72.xml" Id="Re9bce804fec14ac9" /><Relationship Type="http://schemas.openxmlformats.org/officeDocument/2006/relationships/slide" Target="/ppt/slides/slide73.xml" Id="R76cd7b8861084177" /><Relationship Type="http://schemas.openxmlformats.org/officeDocument/2006/relationships/slide" Target="/ppt/slides/slide74.xml" Id="Rf475f72886954945" /><Relationship Type="http://schemas.openxmlformats.org/officeDocument/2006/relationships/slide" Target="/ppt/slides/slide75.xml" Id="R8aff1cdc05a24112" /><Relationship Type="http://schemas.openxmlformats.org/officeDocument/2006/relationships/slide" Target="/ppt/slides/slide76.xml" Id="Rc067e8eb754f4330" /><Relationship Type="http://schemas.openxmlformats.org/officeDocument/2006/relationships/slide" Target="/ppt/slides/slide77.xml" Id="Rb3cabdcecb414426" /><Relationship Type="http://schemas.openxmlformats.org/officeDocument/2006/relationships/slide" Target="/ppt/slides/slide78.xml" Id="Rc6a78276d56d4881" /><Relationship Type="http://schemas.openxmlformats.org/officeDocument/2006/relationships/slide" Target="/ppt/slides/slide79.xml" Id="R23e689bdd0614874" /><Relationship Type="http://schemas.openxmlformats.org/officeDocument/2006/relationships/slide" Target="/ppt/slides/slide80.xml" Id="R216b8711d34043be" /><Relationship Type="http://schemas.openxmlformats.org/officeDocument/2006/relationships/slide" Target="/ppt/slides/slide81.xml" Id="R5ca85b66f8ac4923" /><Relationship Type="http://schemas.openxmlformats.org/officeDocument/2006/relationships/slide" Target="/ppt/slides/slide82.xml" Id="R6b05f8dbaf4144c1" /><Relationship Type="http://schemas.openxmlformats.org/officeDocument/2006/relationships/slide" Target="/ppt/slides/slide83.xml" Id="R5f12e17663d6486f" /><Relationship Type="http://schemas.openxmlformats.org/officeDocument/2006/relationships/slide" Target="/ppt/slides/slide84.xml" Id="Rb4a9de18f4da4240" /><Relationship Type="http://schemas.openxmlformats.org/officeDocument/2006/relationships/slide" Target="/ppt/slides/slide85.xml" Id="R1aee27ffb83f41bd" /><Relationship Type="http://schemas.openxmlformats.org/officeDocument/2006/relationships/slide" Target="/ppt/slides/slide86.xml" Id="R13745a5bcf8b4ed7" /><Relationship Type="http://schemas.openxmlformats.org/officeDocument/2006/relationships/slide" Target="/ppt/slides/slide87.xml" Id="R8a22ed8999ae4d90" /><Relationship Type="http://schemas.openxmlformats.org/officeDocument/2006/relationships/slide" Target="/ppt/slides/slide88.xml" Id="R7bd0efddb672493a" /><Relationship Type="http://schemas.openxmlformats.org/officeDocument/2006/relationships/slide" Target="/ppt/slides/slide89.xml" Id="R24acf5bf7e4f406d" /><Relationship Type="http://schemas.openxmlformats.org/officeDocument/2006/relationships/slide" Target="/ppt/slides/slide90.xml" Id="Rd48a58a2e96b4c42" /><Relationship Type="http://schemas.openxmlformats.org/officeDocument/2006/relationships/slide" Target="/ppt/slides/slide91.xml" Id="R1e612faf56824819" /><Relationship Type="http://schemas.openxmlformats.org/officeDocument/2006/relationships/slide" Target="/ppt/slides/slide92.xml" Id="R71987c5b70ac4337" /><Relationship Type="http://schemas.openxmlformats.org/officeDocument/2006/relationships/slide" Target="/ppt/slides/slide93.xml" Id="R7fe4af4eaa964ad8" /><Relationship Type="http://schemas.openxmlformats.org/officeDocument/2006/relationships/slide" Target="/ppt/slides/slide94.xml" Id="Re1e1d8e0a2894018" /><Relationship Type="http://schemas.openxmlformats.org/officeDocument/2006/relationships/slide" Target="/ppt/slides/slide95.xml" Id="R8638dba3ac464458" /><Relationship Type="http://schemas.openxmlformats.org/officeDocument/2006/relationships/slide" Target="/ppt/slides/slide96.xml" Id="R7e0b827e977d4e16" /><Relationship Type="http://schemas.openxmlformats.org/officeDocument/2006/relationships/slide" Target="/ppt/slides/slide97.xml" Id="R2ec2fdf49e7149c2" /><Relationship Type="http://schemas.openxmlformats.org/officeDocument/2006/relationships/slide" Target="/ppt/slides/slide98.xml" Id="Ra97948c1461143e0" /><Relationship Type="http://schemas.openxmlformats.org/officeDocument/2006/relationships/slide" Target="/ppt/slides/slide99.xml" Id="Rb9310eccdedb453e" /><Relationship Type="http://schemas.openxmlformats.org/officeDocument/2006/relationships/slide" Target="/ppt/slides/slide100.xml" Id="R6b9639f328ed4bf9" /><Relationship Type="http://schemas.openxmlformats.org/officeDocument/2006/relationships/slide" Target="/ppt/slides/slide101.xml" Id="R8e87d94dfd434a33" /><Relationship Type="http://schemas.openxmlformats.org/officeDocument/2006/relationships/slide" Target="/ppt/slides/slide102.xml" Id="Re5edfffd69a5479a" /><Relationship Type="http://schemas.openxmlformats.org/officeDocument/2006/relationships/slide" Target="/ppt/slides/slide103.xml" Id="Rbddcbe87e40647f0" /><Relationship Type="http://schemas.openxmlformats.org/officeDocument/2006/relationships/slide" Target="/ppt/slides/slide104.xml" Id="Rc7404f885704467a" /><Relationship Type="http://schemas.openxmlformats.org/officeDocument/2006/relationships/slide" Target="/ppt/slides/slide105.xml" Id="Rd6aa1891b2bd4a4c" /><Relationship Type="http://schemas.openxmlformats.org/officeDocument/2006/relationships/slide" Target="/ppt/slides/slide106.xml" Id="Rebbac3ed26bd4259" /><Relationship Type="http://schemas.openxmlformats.org/officeDocument/2006/relationships/slide" Target="/ppt/slides/slide107.xml" Id="R8582b708ba6e4d2a" /><Relationship Type="http://schemas.openxmlformats.org/officeDocument/2006/relationships/slide" Target="/ppt/slides/slide108.xml" Id="R021afdd2d3cb46b0" /><Relationship Type="http://schemas.openxmlformats.org/officeDocument/2006/relationships/slide" Target="/ppt/slides/slide109.xml" Id="R1cc49887631a4d9e" /><Relationship Type="http://schemas.openxmlformats.org/officeDocument/2006/relationships/slide" Target="/ppt/slides/slide110.xml" Id="Rad6fb6b1d4e64114" /><Relationship Type="http://schemas.openxmlformats.org/officeDocument/2006/relationships/slide" Target="/ppt/slides/slide111.xml" Id="R0cba5a13923b4b5e" /><Relationship Type="http://schemas.openxmlformats.org/officeDocument/2006/relationships/slide" Target="/ppt/slides/slide112.xml" Id="R911ece47d0754f6c" /><Relationship Type="http://schemas.openxmlformats.org/officeDocument/2006/relationships/slide" Target="/ppt/slides/slide113.xml" Id="R3170ea84d1664431" /><Relationship Type="http://schemas.openxmlformats.org/officeDocument/2006/relationships/slide" Target="/ppt/slides/slide114.xml" Id="R4eb3d29c36904cd3" /><Relationship Type="http://schemas.openxmlformats.org/officeDocument/2006/relationships/slide" Target="/ppt/slides/slide115.xml" Id="Rcfd37cc878784641" /><Relationship Type="http://schemas.openxmlformats.org/officeDocument/2006/relationships/slide" Target="/ppt/slides/slide116.xml" Id="R56d0c244ca0f41d8" /><Relationship Type="http://schemas.openxmlformats.org/officeDocument/2006/relationships/slide" Target="/ppt/slides/slide117.xml" Id="R8798f6f90a604187" /><Relationship Type="http://schemas.openxmlformats.org/officeDocument/2006/relationships/slide" Target="/ppt/slides/slide118.xml" Id="Ra13267e33d024c24" /><Relationship Type="http://schemas.openxmlformats.org/officeDocument/2006/relationships/slide" Target="/ppt/slides/slide119.xml" Id="R95141be60c3349cd" /><Relationship Type="http://schemas.openxmlformats.org/officeDocument/2006/relationships/slide" Target="/ppt/slides/slide120.xml" Id="Re117d2bb45644340" /><Relationship Type="http://schemas.openxmlformats.org/officeDocument/2006/relationships/slide" Target="/ppt/slides/slide121.xml" Id="R6081dc290a0a416c" /><Relationship Type="http://schemas.openxmlformats.org/officeDocument/2006/relationships/slide" Target="/ppt/slides/slide122.xml" Id="Rb5a1264e9d98482f" /><Relationship Type="http://schemas.openxmlformats.org/officeDocument/2006/relationships/slide" Target="/ppt/slides/slide123.xml" Id="Ra5dcffa07cf34d78" /><Relationship Type="http://schemas.openxmlformats.org/officeDocument/2006/relationships/slide" Target="/ppt/slides/slide124.xml" Id="R0bc942ea8d09409b" /><Relationship Type="http://schemas.openxmlformats.org/officeDocument/2006/relationships/slide" Target="/ppt/slides/slide125.xml" Id="Rda2d630235254ba9" /><Relationship Type="http://schemas.openxmlformats.org/officeDocument/2006/relationships/slide" Target="/ppt/slides/slide126.xml" Id="R70ce4b41e0b8473a" /><Relationship Type="http://schemas.openxmlformats.org/officeDocument/2006/relationships/slide" Target="/ppt/slides/slide127.xml" Id="R7a6f5149f4fd42f1" /><Relationship Type="http://schemas.openxmlformats.org/officeDocument/2006/relationships/slide" Target="/ppt/slides/slide128.xml" Id="R66d45c0eab1e41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ef3694d625491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c70bd0de6854217" /><Relationship Type="http://schemas.openxmlformats.org/officeDocument/2006/relationships/notesMaster" Target="/ppt/notesMasters/notesMaster1.xml" Id="Reb054b0cbad7456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d6d918f8c2c4d98" /><Relationship Type="http://schemas.openxmlformats.org/officeDocument/2006/relationships/notesMaster" Target="/ppt/notesMasters/notesMaster1.xml" Id="R9169645d9f42480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01c1d1d77204edc" /><Relationship Type="http://schemas.openxmlformats.org/officeDocument/2006/relationships/notesMaster" Target="/ppt/notesMasters/notesMaster1.xml" Id="Rcef27940211a4d9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e4137a621df4409" /><Relationship Type="http://schemas.openxmlformats.org/officeDocument/2006/relationships/notesMaster" Target="/ppt/notesMasters/notesMaster1.xml" Id="R2f0a65be1e7e49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a014811a7b048dc" /><Relationship Type="http://schemas.openxmlformats.org/officeDocument/2006/relationships/notesMaster" Target="/ppt/notesMasters/notesMaster1.xml" Id="R9ce536d8ac9249c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b62b0efd644adb" /><Relationship Type="http://schemas.openxmlformats.org/officeDocument/2006/relationships/notesMaster" Target="/ppt/notesMasters/notesMaster1.xml" Id="Ra631015a18d74c7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a8fa09b38044adc" /><Relationship Type="http://schemas.openxmlformats.org/officeDocument/2006/relationships/notesMaster" Target="/ppt/notesMasters/notesMaster1.xml" Id="R4382801eb35846a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0942ef586f04d93" /><Relationship Type="http://schemas.openxmlformats.org/officeDocument/2006/relationships/notesMaster" Target="/ppt/notesMasters/notesMaster1.xml" Id="R32a58c98b84a4c9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735400c7b1a4601" /><Relationship Type="http://schemas.openxmlformats.org/officeDocument/2006/relationships/notesMaster" Target="/ppt/notesMasters/notesMaster1.xml" Id="Rcf8883a979534a1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378e6db34f143cd" /><Relationship Type="http://schemas.openxmlformats.org/officeDocument/2006/relationships/notesMaster" Target="/ppt/notesMasters/notesMaster1.xml" Id="R520bdd1d69194ba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ecf7171c27d42fa" /><Relationship Type="http://schemas.openxmlformats.org/officeDocument/2006/relationships/notesMaster" Target="/ppt/notesMasters/notesMaster1.xml" Id="Rb1e6d2551f5a4a8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60a9e72905c48ee" /><Relationship Type="http://schemas.openxmlformats.org/officeDocument/2006/relationships/notesMaster" Target="/ppt/notesMasters/notesMaster1.xml" Id="R0b7debd22ae247f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97cf1f39eeb42d4" /><Relationship Type="http://schemas.openxmlformats.org/officeDocument/2006/relationships/notesMaster" Target="/ppt/notesMasters/notesMaster1.xml" Id="R058191b3a171499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7d5955913b2440f" /><Relationship Type="http://schemas.openxmlformats.org/officeDocument/2006/relationships/notesMaster" Target="/ppt/notesMasters/notesMaster1.xml" Id="R88c49f0ed8fb421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5ac6347008c405e" /><Relationship Type="http://schemas.openxmlformats.org/officeDocument/2006/relationships/notesMaster" Target="/ppt/notesMasters/notesMaster1.xml" Id="R01d61e177c5146f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cf27312988840c2" /><Relationship Type="http://schemas.openxmlformats.org/officeDocument/2006/relationships/notesMaster" Target="/ppt/notesMasters/notesMaster1.xml" Id="R05bcee26b97045e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7549d17e635419f" /><Relationship Type="http://schemas.openxmlformats.org/officeDocument/2006/relationships/notesMaster" Target="/ppt/notesMasters/notesMaster1.xml" Id="R33555500133849e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696018655a54f0c" /><Relationship Type="http://schemas.openxmlformats.org/officeDocument/2006/relationships/notesMaster" Target="/ppt/notesMasters/notesMaster1.xml" Id="Rb16cb816e66a404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a35f64151474648" /><Relationship Type="http://schemas.openxmlformats.org/officeDocument/2006/relationships/notesMaster" Target="/ppt/notesMasters/notesMaster1.xml" Id="Re85eab0c077f481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3e2d2964748487c" /><Relationship Type="http://schemas.openxmlformats.org/officeDocument/2006/relationships/notesMaster" Target="/ppt/notesMasters/notesMaster1.xml" Id="R06d044a7a006418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9ad24f7c50f4007" /><Relationship Type="http://schemas.openxmlformats.org/officeDocument/2006/relationships/notesMaster" Target="/ppt/notesMasters/notesMaster1.xml" Id="R39a1575acc3447b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51989a8d32647f2" /><Relationship Type="http://schemas.openxmlformats.org/officeDocument/2006/relationships/notesMaster" Target="/ppt/notesMasters/notesMaster1.xml" Id="R2c5f473f69e5424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d552a8addf445a4" /><Relationship Type="http://schemas.openxmlformats.org/officeDocument/2006/relationships/notesMaster" Target="/ppt/notesMasters/notesMaster1.xml" Id="R2071b38861c3454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1644926ac834114" /><Relationship Type="http://schemas.openxmlformats.org/officeDocument/2006/relationships/notesMaster" Target="/ppt/notesMasters/notesMaster1.xml" Id="R3df0b0b5f69a434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8b29cc3f74b4552" /><Relationship Type="http://schemas.openxmlformats.org/officeDocument/2006/relationships/notesMaster" Target="/ppt/notesMasters/notesMaster1.xml" Id="R428ef7f394034e1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7e436fe98794161" /><Relationship Type="http://schemas.openxmlformats.org/officeDocument/2006/relationships/notesMaster" Target="/ppt/notesMasters/notesMaster1.xml" Id="R6a4edccd04d4464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d5141660b064b87" /><Relationship Type="http://schemas.openxmlformats.org/officeDocument/2006/relationships/notesMaster" Target="/ppt/notesMasters/notesMaster1.xml" Id="R4e32e10158214a0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c5944bdfa584c12" /><Relationship Type="http://schemas.openxmlformats.org/officeDocument/2006/relationships/notesMaster" Target="/ppt/notesMasters/notesMaster1.xml" Id="R50e2dabba376466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ac678d4b7eb4ec8" /><Relationship Type="http://schemas.openxmlformats.org/officeDocument/2006/relationships/notesMaster" Target="/ppt/notesMasters/notesMaster1.xml" Id="Raa693f62afc3422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5078d7ff75e4c61" /><Relationship Type="http://schemas.openxmlformats.org/officeDocument/2006/relationships/notesMaster" Target="/ppt/notesMasters/notesMaster1.xml" Id="Rd80ce5156b754c9f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39a64444ad54f24" /><Relationship Type="http://schemas.openxmlformats.org/officeDocument/2006/relationships/notesMaster" Target="/ppt/notesMasters/notesMaster1.xml" Id="Ra1cdd5fbeb19461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3ff16ce789a4840" /><Relationship Type="http://schemas.openxmlformats.org/officeDocument/2006/relationships/notesMaster" Target="/ppt/notesMasters/notesMaster1.xml" Id="R56501e9dd4ca473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45448822a1548fd" /><Relationship Type="http://schemas.openxmlformats.org/officeDocument/2006/relationships/notesMaster" Target="/ppt/notesMasters/notesMaster1.xml" Id="R2f9391bee05d4f0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6f6bdce2ca648e9" /><Relationship Type="http://schemas.openxmlformats.org/officeDocument/2006/relationships/notesMaster" Target="/ppt/notesMasters/notesMaster1.xml" Id="R8df8b4a8b124458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1273cb7b73864312" /><Relationship Type="http://schemas.openxmlformats.org/officeDocument/2006/relationships/notesMaster" Target="/ppt/notesMasters/notesMaster1.xml" Id="R7962002378b34c6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fb365c6c50f474a" /><Relationship Type="http://schemas.openxmlformats.org/officeDocument/2006/relationships/notesMaster" Target="/ppt/notesMasters/notesMaster1.xml" Id="Re2a3fca331ce4e0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7960692a31424bc5" /><Relationship Type="http://schemas.openxmlformats.org/officeDocument/2006/relationships/notesMaster" Target="/ppt/notesMasters/notesMaster1.xml" Id="Rbc426d47fb22448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bfa717a66d7c4d23" /><Relationship Type="http://schemas.openxmlformats.org/officeDocument/2006/relationships/notesMaster" Target="/ppt/notesMasters/notesMaster1.xml" Id="Rc5e3f7971871408e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c9831610c30942b1" /><Relationship Type="http://schemas.openxmlformats.org/officeDocument/2006/relationships/notesMaster" Target="/ppt/notesMasters/notesMaster1.xml" Id="Re8d34acb41144a1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081bd51331f4759" /><Relationship Type="http://schemas.openxmlformats.org/officeDocument/2006/relationships/notesMaster" Target="/ppt/notesMasters/notesMaster1.xml" Id="Ref0fd6f362cf4f61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764d127352314251" /><Relationship Type="http://schemas.openxmlformats.org/officeDocument/2006/relationships/notesMaster" Target="/ppt/notesMasters/notesMaster1.xml" Id="R3f02d1d593bb4691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9c28955f6fec4be5" /><Relationship Type="http://schemas.openxmlformats.org/officeDocument/2006/relationships/notesMaster" Target="/ppt/notesMasters/notesMaster1.xml" Id="R1f2444214f12424d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c3918718a5aa4e49" /><Relationship Type="http://schemas.openxmlformats.org/officeDocument/2006/relationships/notesMaster" Target="/ppt/notesMasters/notesMaster1.xml" Id="R6723c90611764eb0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18c961bd153749bb" /><Relationship Type="http://schemas.openxmlformats.org/officeDocument/2006/relationships/notesMaster" Target="/ppt/notesMasters/notesMaster1.xml" Id="R2306a4d0b5bf4a47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1959334e764e42d6" /><Relationship Type="http://schemas.openxmlformats.org/officeDocument/2006/relationships/notesMaster" Target="/ppt/notesMasters/notesMaster1.xml" Id="R0c13657e34b848b7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c7fd8a965a524cf3" /><Relationship Type="http://schemas.openxmlformats.org/officeDocument/2006/relationships/notesMaster" Target="/ppt/notesMasters/notesMaster1.xml" Id="Rc5f476adb7ac4b12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8981c7a2ee7d4028" /><Relationship Type="http://schemas.openxmlformats.org/officeDocument/2006/relationships/notesMaster" Target="/ppt/notesMasters/notesMaster1.xml" Id="R81c3feb4c7e14d53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1ad7427979b1415e" /><Relationship Type="http://schemas.openxmlformats.org/officeDocument/2006/relationships/notesMaster" Target="/ppt/notesMasters/notesMaster1.xml" Id="Rd6ad54b3d99748d7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1c8e9aab1766430f" /><Relationship Type="http://schemas.openxmlformats.org/officeDocument/2006/relationships/notesMaster" Target="/ppt/notesMasters/notesMaster1.xml" Id="R4f9953a4133545f7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fde876ac375a4443" /><Relationship Type="http://schemas.openxmlformats.org/officeDocument/2006/relationships/notesMaster" Target="/ppt/notesMasters/notesMaster1.xml" Id="R0745e53051c240e4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cdbb64cd9b76405e" /><Relationship Type="http://schemas.openxmlformats.org/officeDocument/2006/relationships/notesMaster" Target="/ppt/notesMasters/notesMaster1.xml" Id="Rf6b03989105b40d1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2977b2f91f54448b" /><Relationship Type="http://schemas.openxmlformats.org/officeDocument/2006/relationships/notesMaster" Target="/ppt/notesMasters/notesMaster1.xml" Id="R951aeed28ac3404a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717d81a2ad4042b0" /><Relationship Type="http://schemas.openxmlformats.org/officeDocument/2006/relationships/notesMaster" Target="/ppt/notesMasters/notesMaster1.xml" Id="R89903deb4c4747ba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d338a0865dc34670" /><Relationship Type="http://schemas.openxmlformats.org/officeDocument/2006/relationships/notesMaster" Target="/ppt/notesMasters/notesMaster1.xml" Id="Rd18632e052394ca3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f4fe05746515429e" /><Relationship Type="http://schemas.openxmlformats.org/officeDocument/2006/relationships/notesMaster" Target="/ppt/notesMasters/notesMaster1.xml" Id="Rbe16a77106434711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d3ffddef759541e0" /><Relationship Type="http://schemas.openxmlformats.org/officeDocument/2006/relationships/notesMaster" Target="/ppt/notesMasters/notesMaster1.xml" Id="Rd99a8cc2d04247d2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6b72da3b3e7142fd" /><Relationship Type="http://schemas.openxmlformats.org/officeDocument/2006/relationships/notesMaster" Target="/ppt/notesMasters/notesMaster1.xml" Id="R667a90013aa54cfc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747884919f784264" /><Relationship Type="http://schemas.openxmlformats.org/officeDocument/2006/relationships/notesMaster" Target="/ppt/notesMasters/notesMaster1.xml" Id="R3276dcfea5034358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3c82febb12724192" /><Relationship Type="http://schemas.openxmlformats.org/officeDocument/2006/relationships/notesMaster" Target="/ppt/notesMasters/notesMaster1.xml" Id="R7b55f65ab3bb41c3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0df8a1b3ed2045bc" /><Relationship Type="http://schemas.openxmlformats.org/officeDocument/2006/relationships/notesMaster" Target="/ppt/notesMasters/notesMaster1.xml" Id="R23ad68e78c0f4c45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99c9a6217ba44490" /><Relationship Type="http://schemas.openxmlformats.org/officeDocument/2006/relationships/notesMaster" Target="/ppt/notesMasters/notesMaster1.xml" Id="R567a1b34227645db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a68a4d3b791e48a5" /><Relationship Type="http://schemas.openxmlformats.org/officeDocument/2006/relationships/notesMaster" Target="/ppt/notesMasters/notesMaster1.xml" Id="Rccb92d87f39c41b9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ed1474591ee4415f" /><Relationship Type="http://schemas.openxmlformats.org/officeDocument/2006/relationships/notesMaster" Target="/ppt/notesMasters/notesMaster1.xml" Id="R0067174a2e02408a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19f049881aae4edc" /><Relationship Type="http://schemas.openxmlformats.org/officeDocument/2006/relationships/notesMaster" Target="/ppt/notesMasters/notesMaster1.xml" Id="Rf4d4a1e67fe249e5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a77834151df94283" /><Relationship Type="http://schemas.openxmlformats.org/officeDocument/2006/relationships/notesMaster" Target="/ppt/notesMasters/notesMaster1.xml" Id="Rc2c3137927a24096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8460997d69044e4b" /><Relationship Type="http://schemas.openxmlformats.org/officeDocument/2006/relationships/notesMaster" Target="/ppt/notesMasters/notesMaster1.xml" Id="R7ed7770744794303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991a9edfba374f86" /><Relationship Type="http://schemas.openxmlformats.org/officeDocument/2006/relationships/notesMaster" Target="/ppt/notesMasters/notesMaster1.xml" Id="Ree738fe14f214fef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470fd35e84ea4aea" /><Relationship Type="http://schemas.openxmlformats.org/officeDocument/2006/relationships/notesMaster" Target="/ppt/notesMasters/notesMaster1.xml" Id="R55e825e396fa46e8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0454a2941d754a44" /><Relationship Type="http://schemas.openxmlformats.org/officeDocument/2006/relationships/notesMaster" Target="/ppt/notesMasters/notesMaster1.xml" Id="R71defe6b48544e7d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03c602547e8d419e" /><Relationship Type="http://schemas.openxmlformats.org/officeDocument/2006/relationships/notesMaster" Target="/ppt/notesMasters/notesMaster1.xml" Id="R2895c5a079674d88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cffcae8640a240a7" /><Relationship Type="http://schemas.openxmlformats.org/officeDocument/2006/relationships/notesMaster" Target="/ppt/notesMasters/notesMaster1.xml" Id="R057cd020f8294cbc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3289391374a84e72" /><Relationship Type="http://schemas.openxmlformats.org/officeDocument/2006/relationships/notesMaster" Target="/ppt/notesMasters/notesMaster1.xml" Id="R6d15a72df88149d0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89dd4381d57b4c23" /><Relationship Type="http://schemas.openxmlformats.org/officeDocument/2006/relationships/notesMaster" Target="/ppt/notesMasters/notesMaster1.xml" Id="R43accca412054dc4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bb5f6b0728fa4fdc" /><Relationship Type="http://schemas.openxmlformats.org/officeDocument/2006/relationships/notesMaster" Target="/ppt/notesMasters/notesMaster1.xml" Id="Rbe35d440e8b148b0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66a0aedfc92a4e8a" /><Relationship Type="http://schemas.openxmlformats.org/officeDocument/2006/relationships/notesMaster" Target="/ppt/notesMasters/notesMaster1.xml" Id="R5084d691af634b6a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e02ead2aad2b49fb" /><Relationship Type="http://schemas.openxmlformats.org/officeDocument/2006/relationships/notesMaster" Target="/ppt/notesMasters/notesMaster1.xml" Id="Re5c89dcdec3249fd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6efe6a0269584cd1" /><Relationship Type="http://schemas.openxmlformats.org/officeDocument/2006/relationships/notesMaster" Target="/ppt/notesMasters/notesMaster1.xml" Id="Re8fb4b125ca34f2b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7b47141593f94a11" /><Relationship Type="http://schemas.openxmlformats.org/officeDocument/2006/relationships/notesMaster" Target="/ppt/notesMasters/notesMaster1.xml" Id="Raa489a6f660241f5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5e0b2d6e8f434db8" /><Relationship Type="http://schemas.openxmlformats.org/officeDocument/2006/relationships/notesMaster" Target="/ppt/notesMasters/notesMaster1.xml" Id="R4d7dc51e632b443d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e48a6067a5414a29" /><Relationship Type="http://schemas.openxmlformats.org/officeDocument/2006/relationships/notesMaster" Target="/ppt/notesMasters/notesMaster1.xml" Id="Rc911b63f486c4c41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deee679dae7646aa" /><Relationship Type="http://schemas.openxmlformats.org/officeDocument/2006/relationships/notesMaster" Target="/ppt/notesMasters/notesMaster1.xml" Id="R4be44e63cdb6487b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1e89b8a9de254b94" /><Relationship Type="http://schemas.openxmlformats.org/officeDocument/2006/relationships/notesMaster" Target="/ppt/notesMasters/notesMaster1.xml" Id="R388fc2de10924f8b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5297197154a14c87" /><Relationship Type="http://schemas.openxmlformats.org/officeDocument/2006/relationships/notesMaster" Target="/ppt/notesMasters/notesMaster1.xml" Id="R3f6c58055faf47f8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49806f4bfad846d5" /><Relationship Type="http://schemas.openxmlformats.org/officeDocument/2006/relationships/notesMaster" Target="/ppt/notesMasters/notesMaster1.xml" Id="R70cb95db822740d3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a55763372bee410b" /><Relationship Type="http://schemas.openxmlformats.org/officeDocument/2006/relationships/notesMaster" Target="/ppt/notesMasters/notesMaster1.xml" Id="Rd437691649824ebd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31e504039cba47d7" /><Relationship Type="http://schemas.openxmlformats.org/officeDocument/2006/relationships/notesMaster" Target="/ppt/notesMasters/notesMaster1.xml" Id="Rba76093a595042b4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b33999aaee3d4e60" /><Relationship Type="http://schemas.openxmlformats.org/officeDocument/2006/relationships/notesMaster" Target="/ppt/notesMasters/notesMaster1.xml" Id="R92a1e474743b4197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73dc9e1aaadc4b2a" /><Relationship Type="http://schemas.openxmlformats.org/officeDocument/2006/relationships/notesMaster" Target="/ppt/notesMasters/notesMaster1.xml" Id="R83e844d076f5438d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2098dc42ab59488a" /><Relationship Type="http://schemas.openxmlformats.org/officeDocument/2006/relationships/notesMaster" Target="/ppt/notesMasters/notesMaster1.xml" Id="R3984111d85884c63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9830ec43bb8c488f" /><Relationship Type="http://schemas.openxmlformats.org/officeDocument/2006/relationships/notesMaster" Target="/ppt/notesMasters/notesMaster1.xml" Id="Rdd80112db9b24cc4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3a2edb8c82a14542" /><Relationship Type="http://schemas.openxmlformats.org/officeDocument/2006/relationships/notesMaster" Target="/ppt/notesMasters/notesMaster1.xml" Id="R8f6f0d1119fe47c1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d7eacef811ee4542" /><Relationship Type="http://schemas.openxmlformats.org/officeDocument/2006/relationships/notesMaster" Target="/ppt/notesMasters/notesMaster1.xml" Id="Rf533e0a178114d5d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0539402511d0416e" /><Relationship Type="http://schemas.openxmlformats.org/officeDocument/2006/relationships/notesMaster" Target="/ppt/notesMasters/notesMaster1.xml" Id="R178ea5e4647e4b82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cfa2969f50fb4c0a" /><Relationship Type="http://schemas.openxmlformats.org/officeDocument/2006/relationships/notesMaster" Target="/ppt/notesMasters/notesMaster1.xml" Id="Re8d244163b0a47c1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c7bf23cccc9f46fb" /><Relationship Type="http://schemas.openxmlformats.org/officeDocument/2006/relationships/notesMaster" Target="/ppt/notesMasters/notesMaster1.xml" Id="Re60bf43a2f7b40d8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39464e127f0d4071" /><Relationship Type="http://schemas.openxmlformats.org/officeDocument/2006/relationships/notesMaster" Target="/ppt/notesMasters/notesMaster1.xml" Id="Rf8524343378d4b31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e1f85f73e3344267" /><Relationship Type="http://schemas.openxmlformats.org/officeDocument/2006/relationships/notesMaster" Target="/ppt/notesMasters/notesMaster1.xml" Id="Rb847ea16cd2e4504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f6e14fa2258f41c7" /><Relationship Type="http://schemas.openxmlformats.org/officeDocument/2006/relationships/notesMaster" Target="/ppt/notesMasters/notesMaster1.xml" Id="Rbeee4c3f4d4341ef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73290754f78c4b67" /><Relationship Type="http://schemas.openxmlformats.org/officeDocument/2006/relationships/notesMaster" Target="/ppt/notesMasters/notesMaster1.xml" Id="R4d989bc50d2045af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6aa1b5d014d04e50" /><Relationship Type="http://schemas.openxmlformats.org/officeDocument/2006/relationships/notesMaster" Target="/ppt/notesMasters/notesMaster1.xml" Id="R4cf19251410b4d8a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ac2d09f04f2942f0" /><Relationship Type="http://schemas.openxmlformats.org/officeDocument/2006/relationships/notesMaster" Target="/ppt/notesMasters/notesMaster1.xml" Id="R4e176d38397b4714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6e6e433b8bc24517" /><Relationship Type="http://schemas.openxmlformats.org/officeDocument/2006/relationships/notesMaster" Target="/ppt/notesMasters/notesMaster1.xml" Id="R858d6620c2164ce6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00cc69d9c141465e" /><Relationship Type="http://schemas.openxmlformats.org/officeDocument/2006/relationships/notesMaster" Target="/ppt/notesMasters/notesMaster1.xml" Id="R1b19247954b244e8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e617d555935c4c8c" /><Relationship Type="http://schemas.openxmlformats.org/officeDocument/2006/relationships/notesMaster" Target="/ppt/notesMasters/notesMaster1.xml" Id="R7232ee573a9d41a2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fd11c8e01b1544ef" /><Relationship Type="http://schemas.openxmlformats.org/officeDocument/2006/relationships/notesMaster" Target="/ppt/notesMasters/notesMaster1.xml" Id="R1ddc141b670447c1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33f782293e664761" /><Relationship Type="http://schemas.openxmlformats.org/officeDocument/2006/relationships/notesMaster" Target="/ppt/notesMasters/notesMaster1.xml" Id="R965d2898528c43a5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0659ffa41a0449ec" /><Relationship Type="http://schemas.openxmlformats.org/officeDocument/2006/relationships/notesMaster" Target="/ppt/notesMasters/notesMaster1.xml" Id="Rf79d2330018b4b9b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16003fd4f2f04004" /><Relationship Type="http://schemas.openxmlformats.org/officeDocument/2006/relationships/notesMaster" Target="/ppt/notesMasters/notesMaster1.xml" Id="R1ce548513e96466b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db6162d1effd4c8f" /><Relationship Type="http://schemas.openxmlformats.org/officeDocument/2006/relationships/notesMaster" Target="/ppt/notesMasters/notesMaster1.xml" Id="R963f23106c5748a8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a518421ae92443ba" /><Relationship Type="http://schemas.openxmlformats.org/officeDocument/2006/relationships/notesMaster" Target="/ppt/notesMasters/notesMaster1.xml" Id="R5fe79dc36ffc40d1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931c2e34a45144f8" /><Relationship Type="http://schemas.openxmlformats.org/officeDocument/2006/relationships/notesMaster" Target="/ppt/notesMasters/notesMaster1.xml" Id="Rf6d7a7aa3db64408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3c93ac138ecd4262" /><Relationship Type="http://schemas.openxmlformats.org/officeDocument/2006/relationships/notesMaster" Target="/ppt/notesMasters/notesMaster1.xml" Id="Rc9973ce236f54510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6cafb7ae39614ff4" /><Relationship Type="http://schemas.openxmlformats.org/officeDocument/2006/relationships/notesMaster" Target="/ppt/notesMasters/notesMaster1.xml" Id="R07177928998d49b2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ee42b1bd7aa44634" /><Relationship Type="http://schemas.openxmlformats.org/officeDocument/2006/relationships/notesMaster" Target="/ppt/notesMasters/notesMaster1.xml" Id="Rfaf9c9bfa10042d4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ed23e1ae43404568" /><Relationship Type="http://schemas.openxmlformats.org/officeDocument/2006/relationships/notesMaster" Target="/ppt/notesMasters/notesMaster1.xml" Id="R532dcea78ce24f32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de3ed9419d2a47f6" /><Relationship Type="http://schemas.openxmlformats.org/officeDocument/2006/relationships/notesMaster" Target="/ppt/notesMasters/notesMaster1.xml" Id="Rbce64d4a14554676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e1565de9daa44fe8" /><Relationship Type="http://schemas.openxmlformats.org/officeDocument/2006/relationships/notesMaster" Target="/ppt/notesMasters/notesMaster1.xml" Id="R255e9bf95bb64d8d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3909d4f217d249a3" /><Relationship Type="http://schemas.openxmlformats.org/officeDocument/2006/relationships/notesMaster" Target="/ppt/notesMasters/notesMaster1.xml" Id="Rd1e87b067a524955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3a2c41198c7f497d" /><Relationship Type="http://schemas.openxmlformats.org/officeDocument/2006/relationships/notesMaster" Target="/ppt/notesMasters/notesMaster1.xml" Id="R9f08d232a7c649b2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36b860dc2d5f450e" /><Relationship Type="http://schemas.openxmlformats.org/officeDocument/2006/relationships/notesMaster" Target="/ppt/notesMasters/notesMaster1.xml" Id="R470a89c64df14e43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c7aa6ec2575d41a5" /><Relationship Type="http://schemas.openxmlformats.org/officeDocument/2006/relationships/notesMaster" Target="/ppt/notesMasters/notesMaster1.xml" Id="Rd846515f78e04201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d76f7b74ff604d09" /><Relationship Type="http://schemas.openxmlformats.org/officeDocument/2006/relationships/notesMaster" Target="/ppt/notesMasters/notesMaster1.xml" Id="R63c9e4c1a5dc477b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bda5ee945dff4f9e" /><Relationship Type="http://schemas.openxmlformats.org/officeDocument/2006/relationships/notesMaster" Target="/ppt/notesMasters/notesMaster1.xml" Id="R629741a3788d4065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5fbf7065f6ee4843" /><Relationship Type="http://schemas.openxmlformats.org/officeDocument/2006/relationships/notesMaster" Target="/ppt/notesMasters/notesMaster1.xml" Id="Rc305315998204c01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c27e3bb04c024d37" /><Relationship Type="http://schemas.openxmlformats.org/officeDocument/2006/relationships/notesMaster" Target="/ppt/notesMasters/notesMaster1.xml" Id="Rc7f816c61d1f4c03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2cb90912f99a4650" /><Relationship Type="http://schemas.openxmlformats.org/officeDocument/2006/relationships/notesMaster" Target="/ppt/notesMasters/notesMaster1.xml" Id="R8ae5e38cac6b49cc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c6de7c3aa49f49f1" /><Relationship Type="http://schemas.openxmlformats.org/officeDocument/2006/relationships/notesMaster" Target="/ppt/notesMasters/notesMaster1.xml" Id="R0c8d81245c004b22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413e89dae882409e" /><Relationship Type="http://schemas.openxmlformats.org/officeDocument/2006/relationships/notesMaster" Target="/ppt/notesMasters/notesMaster1.xml" Id="R65407d9149cf46f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5-7: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cover page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BÖWE OEM product pages and cited equipment listings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P21-P26-P30 Operating Manual (2018-02): https://www.ziermann.com/wp-content/uploads/2021/03/BA-Instruction-manual-BOeWE-P21-P26-P30-2018-02.pdf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https://www.ikoblenz.ru/product/bowe-premium-line-serii-p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P21-P26-P30 Operating Manual (2018-02): https://www.ziermann.com/wp-content/uploads/2021/03/BA-Instruction-manual-BOeWE-P21-P26-P30-2018-02.pdf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P21-P26-P30 Operating Manual (2018-02): https://www.ziermann.com/wp-content/uploads/2021/03/BA-Instruction-manual-BOeWE-P21-P26-P30-2018-02.pdf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https://bowe-germany.de/bowe-produkte/flusenfilter-und-nadelfaenger/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P21-P26-P30 Operating Manual (2018-02): https://www.ziermann.com/wp-content/uploads/2021/03/BA-Instruction-manual-BOeWE-P21-P26-P30-2018-02.pdf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https://bowe-germany.de/bowe-produkte/flusenfilter-und-nadelfaenger/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P21-P26-P30 Operating Manual (2018-02): https://www.ziermann.com/wp-content/uploads/2021/03/BA-Instruction-manual-BOeWE-P21-P26-P30-2018-02.pdf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https://bowe-germany.de/bowe-produkte/flusenfilter-und-nadelfaenger/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P21-P26-P30 Operating Manual (2018-02): https://www.ziermann.com/wp-content/uploads/2021/03/BA-Instruction-manual-BOeWE-P21-P26-P30-2018-02.pdf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P21-P26-P30 Operating Manual (2018-02): https://www.ziermann.com/wp-content/uploads/2021/03/BA-Instruction-manual-BOeWE-P21-P26-P30-2018-02.pdf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P21-P26-P30 Operating Manual (2018-02): https://www.ziermann.com/wp-content/uploads/2021/03/BA-Instruction-manual-BOeWE-P21-P26-P30-2018-02.pdf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P21-P26-P30 Operating Manual (2018-02): https://www.ziermann.com/wp-content/uploads/2021/03/BA-Instruction-manual-BOeWE-P21-P26-P30-2018-02.pdf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P21-P26-P30 Operating Manual (2018-02): https://www.ziermann.com/wp-content/uploads/2021/03/BA-Instruction-manual-BOeWE-P21-P26-P30-2018-02.pdf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P21-P26-P30 Operating Manual (2018-02): https://www.ziermann.com/wp-content/uploads/2021/03/BA-Instruction-manual-BOeWE-P21-P26-P30-2018-02.pdf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P21-P26-P30 Operating Manual (2018-02): https://www.ziermann.com/wp-content/uploads/2021/03/BA-Instruction-manual-BOeWE-P21-P26-P30-2018-02.pdf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P21-P26-P30 Operating Manual (2018-02): https://www.ziermann.com/wp-content/uploads/2021/03/BA-Instruction-manual-BOeWE-P21-P26-P30-2018-02.pdf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P21-P26-P30 Operating Manual (2018-02): https://www.ziermann.com/wp-content/uploads/2021/03/BA-Instruction-manual-BOeWE-P21-P26-P30-2018-02.pdf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5-7: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5-7: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5-7: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5-7: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5-7: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5-7: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8-13: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8-13: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8-13: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8-13: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8-13: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8-13: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8-13: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21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8-13: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8-13: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8-13: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8-13: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31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8-13: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8-13: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37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8-13: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8-13: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39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8-13: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14-22: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14-22: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41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14-22: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14-22: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42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14-22: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14-22: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43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14-22: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14-22: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46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14-22: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14-22: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47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14-22: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14-22: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14-22: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4, 21-25: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4, 21-25: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52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4, 21-25: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4, 21-25: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58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4, 21-25: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4, 21-25: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60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4, 21-25: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4, 21-25: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4, 21-25: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4, 21-25: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76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4, 21-25: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79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80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81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Operating Manual (2018-02), PDF page 86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Spare Parts Catalogue (2019-01), PDF page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Spare Parts Catalogue (2019-01), PDF page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Spare Parts Catalogue (2019-01), PDF page 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Spare Parts Catalogue (2019-01), PDF page 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Spare Parts Catalogue (2019-01), PDF page 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Spare Parts Catalogue (2019-01), PDF page 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Spare Parts Catalogue (2019-01), PDF page 24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37-59: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60-75: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60-75: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Spare Parts Catalogue (2019-01), PDF page 28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60-75: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60-75: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Spare Parts Catalogue (2019-01), PDF page 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60-75: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60-75: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Spare Parts Catalogue (2019-01), PDF page 36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60-75: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60-75: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Spare Parts Catalogue (2019-01), PDF page 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60-75: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60-75: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Spare Parts Catalogue (2019-01), PDF page 44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60-75: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60-75: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Spare Parts Catalogue (2019-01), PDF page 48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60-75: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76-100: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76-100: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Spare Parts Catalogue (2019-01), PDF page 52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76-100: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76-100: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Spare Parts Catalogue (2019-01), PDF page 56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76-100: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76-100: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Spare Parts Catalogue (2019-01), PDF page 60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76-100: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76-100: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Spare Parts Catalogue (2019-01), PDF page 64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76-100: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76-100: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Spare Parts Catalogue (2019-01), PDF page 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76-100: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76-100: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Spare Parts Catalogue (2019-01), PDF page 72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76-100: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76-100: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Spare Parts Catalogue (2019-01), PDF page 76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76-100: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76-100: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Spare Parts Catalogue (2019-01), PDF page 80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76-100: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76-100: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>- Practical visual: BÖWE P21-P26-P30 Spare Parts Catalogue (2019-01), PDF page 84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76-100: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76-100: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76-100: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P21-P26-P30 Operating Manual (2018-02), pages 60-100: https://www.ziermann.com/wp-content/uploads/2021/03/BA-Instruction-manual-BOeWE-P21-P26-P30-2018-02.pdf</a:t>
            </a:r>
          </a:p>
          <a:p xmlns:a="http://schemas.openxmlformats.org/drawingml/2006/main">
            <a:r>
              <a:t>- BÖWE P21-P26-P30 Spare Parts Catalogue (2019-01): https://www.bowe-webshop.com/images/P21-26-30.pdf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ef6df93a52478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bbceb9aad264ada" /><Relationship Type="http://schemas.openxmlformats.org/officeDocument/2006/relationships/slideLayout" Target="/ppt/slideLayouts/slideLayout1.xml" Id="R0b84bd5520d7463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84bd5520d7463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56ac91b7064586" /><Relationship Type="http://schemas.openxmlformats.org/officeDocument/2006/relationships/image" Target="/ppt/media/image.jpeg" Id="R159dc07f2ab74bce" /><Relationship Type="http://schemas.openxmlformats.org/officeDocument/2006/relationships/notesSlide" Target="/ppt/notesSlides/notesSlide1.xml" Id="Rdba25be6b37e45e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77bbd2296447c1" /><Relationship Type="http://schemas.openxmlformats.org/officeDocument/2006/relationships/notesSlide" Target="/ppt/notesSlides/notesSlide2.xml" Id="Rdce75b79a88a4d4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5d24c1194a4325" /><Relationship Type="http://schemas.openxmlformats.org/officeDocument/2006/relationships/image" Target="/ppt/media/image2.jpeg" Id="Rc8cccf82747b4909" /><Relationship Type="http://schemas.openxmlformats.org/officeDocument/2006/relationships/notesSlide" Target="/ppt/notesSlides/notesSlide3.xml" Id="R3b262e613cbd445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b10806c25f4b51" /><Relationship Type="http://schemas.openxmlformats.org/officeDocument/2006/relationships/image" Target="/ppt/media/image3.jpeg" Id="Rb196a81024ee4e2c" /><Relationship Type="http://schemas.openxmlformats.org/officeDocument/2006/relationships/notesSlide" Target="/ppt/notesSlides/notesSlide4.xml" Id="R6e5f75b492694f4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46ca3ddd2144dd" /><Relationship Type="http://schemas.openxmlformats.org/officeDocument/2006/relationships/image" Target="/ppt/media/image4.jpeg" Id="R9f6a22546b344053" /><Relationship Type="http://schemas.openxmlformats.org/officeDocument/2006/relationships/notesSlide" Target="/ppt/notesSlides/notesSlide5.xml" Id="R1643eea54db4481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0ee3ff94824280" /><Relationship Type="http://schemas.openxmlformats.org/officeDocument/2006/relationships/image" Target="/ppt/media/image5.jpeg" Id="Rac02b50507a246d2" /><Relationship Type="http://schemas.openxmlformats.org/officeDocument/2006/relationships/notesSlide" Target="/ppt/notesSlides/notesSlide6.xml" Id="R0fbde8e2b5d749c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380ca15d154dc8" /><Relationship Type="http://schemas.openxmlformats.org/officeDocument/2006/relationships/image" Target="/ppt/media/image6.jpeg" Id="Ra5d89cb5993041fe" /><Relationship Type="http://schemas.openxmlformats.org/officeDocument/2006/relationships/notesSlide" Target="/ppt/notesSlides/notesSlide7.xml" Id="Rbd86cfd21ed34f9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b266cd9d144349" /><Relationship Type="http://schemas.openxmlformats.org/officeDocument/2006/relationships/image" Target="/ppt/media/image7.jpeg" Id="Rb0fd2921aeae4a9a" /><Relationship Type="http://schemas.openxmlformats.org/officeDocument/2006/relationships/notesSlide" Target="/ppt/notesSlides/notesSlide8.xml" Id="Rdf54e769c87d45b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a1ed10ab384c97" /><Relationship Type="http://schemas.openxmlformats.org/officeDocument/2006/relationships/image" Target="/ppt/media/image8.jpeg" Id="R9c9381c6d255447a" /><Relationship Type="http://schemas.openxmlformats.org/officeDocument/2006/relationships/notesSlide" Target="/ppt/notesSlides/notesSlide9.xml" Id="Rd6510a5f5f0c470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50faba2f044aab" /><Relationship Type="http://schemas.openxmlformats.org/officeDocument/2006/relationships/image" Target="/ppt/media/image9.jpeg" Id="R72f9abf1cb73458c" /><Relationship Type="http://schemas.openxmlformats.org/officeDocument/2006/relationships/notesSlide" Target="/ppt/notesSlides/notesSlide10.xml" Id="R5a6e0f55df764c7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c8ea419d9b492d" /><Relationship Type="http://schemas.openxmlformats.org/officeDocument/2006/relationships/image" Target="/ppt/media/image10.jpeg" Id="R4903f33f5e054461" /><Relationship Type="http://schemas.openxmlformats.org/officeDocument/2006/relationships/notesSlide" Target="/ppt/notesSlides/notesSlide11.xml" Id="Rf2a027ffe88a4bf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afbc8b781240b8" /><Relationship Type="http://schemas.openxmlformats.org/officeDocument/2006/relationships/image" Target="/ppt/media/image11.jpeg" Id="R0a1dec4bee4d45b6" /><Relationship Type="http://schemas.openxmlformats.org/officeDocument/2006/relationships/notesSlide" Target="/ppt/notesSlides/notesSlide12.xml" Id="R819a4281f05647b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b357cf2101437a" /><Relationship Type="http://schemas.openxmlformats.org/officeDocument/2006/relationships/image" Target="/ppt/media/image12.jpeg" Id="R12208155be2142ca" /><Relationship Type="http://schemas.openxmlformats.org/officeDocument/2006/relationships/notesSlide" Target="/ppt/notesSlides/notesSlide13.xml" Id="Rebece987887f414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de62fc60734497" /><Relationship Type="http://schemas.openxmlformats.org/officeDocument/2006/relationships/image" Target="/ppt/media/image13.jpeg" Id="R650e43fc81604d50" /><Relationship Type="http://schemas.openxmlformats.org/officeDocument/2006/relationships/notesSlide" Target="/ppt/notesSlides/notesSlide14.xml" Id="R5b93413329c5493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769d6274b44d5b" /><Relationship Type="http://schemas.openxmlformats.org/officeDocument/2006/relationships/image" Target="/ppt/media/image14.jpeg" Id="R23887a031aaa45ef" /><Relationship Type="http://schemas.openxmlformats.org/officeDocument/2006/relationships/notesSlide" Target="/ppt/notesSlides/notesSlide15.xml" Id="Re81e8ccbd1174fc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3ada69928e4244" /><Relationship Type="http://schemas.openxmlformats.org/officeDocument/2006/relationships/notesSlide" Target="/ppt/notesSlides/notesSlide16.xml" Id="R4632c9403fec483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3c4d03a3ef4ea4" /><Relationship Type="http://schemas.openxmlformats.org/officeDocument/2006/relationships/image" Target="/ppt/media/image15.jpeg" Id="R45c516d0f07d448a" /><Relationship Type="http://schemas.openxmlformats.org/officeDocument/2006/relationships/notesSlide" Target="/ppt/notesSlides/notesSlide17.xml" Id="Ree1e6747734e494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0ee1e3fc6a469f" /><Relationship Type="http://schemas.openxmlformats.org/officeDocument/2006/relationships/notesSlide" Target="/ppt/notesSlides/notesSlide18.xml" Id="R390bb075c5bc457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058491ef9243eb" /><Relationship Type="http://schemas.openxmlformats.org/officeDocument/2006/relationships/image" Target="/ppt/media/image16.jpeg" Id="R93bc653126534e15" /><Relationship Type="http://schemas.openxmlformats.org/officeDocument/2006/relationships/notesSlide" Target="/ppt/notesSlides/notesSlide19.xml" Id="Rd3f901627227428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510fe12f31434e" /><Relationship Type="http://schemas.openxmlformats.org/officeDocument/2006/relationships/notesSlide" Target="/ppt/notesSlides/notesSlide20.xml" Id="Ra2f57a063d24451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164119c0fe4efa" /><Relationship Type="http://schemas.openxmlformats.org/officeDocument/2006/relationships/image" Target="/ppt/media/image17.jpeg" Id="Rca489863bb9a4af1" /><Relationship Type="http://schemas.openxmlformats.org/officeDocument/2006/relationships/notesSlide" Target="/ppt/notesSlides/notesSlide21.xml" Id="Rafbb6d103251476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30b911751242ec" /><Relationship Type="http://schemas.openxmlformats.org/officeDocument/2006/relationships/notesSlide" Target="/ppt/notesSlides/notesSlide22.xml" Id="Rab61910c4d7046b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88fa7d096b41da" /><Relationship Type="http://schemas.openxmlformats.org/officeDocument/2006/relationships/notesSlide" Target="/ppt/notesSlides/notesSlide23.xml" Id="R1d6bc4a037084c9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46e751121f4992" /><Relationship Type="http://schemas.openxmlformats.org/officeDocument/2006/relationships/image" Target="/ppt/media/image18.jpeg" Id="R21d1275c5bfc4d9d" /><Relationship Type="http://schemas.openxmlformats.org/officeDocument/2006/relationships/notesSlide" Target="/ppt/notesSlides/notesSlide24.xml" Id="Rd7c38eb86f50471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8c8bc47d4346e0" /><Relationship Type="http://schemas.openxmlformats.org/officeDocument/2006/relationships/notesSlide" Target="/ppt/notesSlides/notesSlide25.xml" Id="R598085407bdb4bb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24604877b746c2" /><Relationship Type="http://schemas.openxmlformats.org/officeDocument/2006/relationships/image" Target="/ppt/media/image19.jpeg" Id="Rd44e7be849904f39" /><Relationship Type="http://schemas.openxmlformats.org/officeDocument/2006/relationships/notesSlide" Target="/ppt/notesSlides/notesSlide26.xml" Id="Rf4efd8a0bd00464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cc71bc53cd4ba5" /><Relationship Type="http://schemas.openxmlformats.org/officeDocument/2006/relationships/notesSlide" Target="/ppt/notesSlides/notesSlide27.xml" Id="R46027dc9f1aa47f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0ae60368c04bce" /><Relationship Type="http://schemas.openxmlformats.org/officeDocument/2006/relationships/image" Target="/ppt/media/image20.jpeg" Id="Rfc47ad3b43534ad1" /><Relationship Type="http://schemas.openxmlformats.org/officeDocument/2006/relationships/notesSlide" Target="/ppt/notesSlides/notesSlide28.xml" Id="Rf58ca3cc064e492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3cabeb953f4a5d" /><Relationship Type="http://schemas.openxmlformats.org/officeDocument/2006/relationships/notesSlide" Target="/ppt/notesSlides/notesSlide29.xml" Id="Re3aecff903644e9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aa77035c494006" /><Relationship Type="http://schemas.openxmlformats.org/officeDocument/2006/relationships/image" Target="/ppt/media/image21.jpeg" Id="R2283588fdb8b4902" /><Relationship Type="http://schemas.openxmlformats.org/officeDocument/2006/relationships/notesSlide" Target="/ppt/notesSlides/notesSlide30.xml" Id="R3886b93809ca4744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c18bdc075849e0" /><Relationship Type="http://schemas.openxmlformats.org/officeDocument/2006/relationships/notesSlide" Target="/ppt/notesSlides/notesSlide31.xml" Id="Re525565cee0e499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036f62b04a4da3" /><Relationship Type="http://schemas.openxmlformats.org/officeDocument/2006/relationships/image" Target="/ppt/media/image22.jpeg" Id="R59cee871e60945f4" /><Relationship Type="http://schemas.openxmlformats.org/officeDocument/2006/relationships/notesSlide" Target="/ppt/notesSlides/notesSlide32.xml" Id="Rc1eff1951660479d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30a8acd6a94792" /><Relationship Type="http://schemas.openxmlformats.org/officeDocument/2006/relationships/notesSlide" Target="/ppt/notesSlides/notesSlide33.xml" Id="R72c1a82e198f450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35a2a437e241fa" /><Relationship Type="http://schemas.openxmlformats.org/officeDocument/2006/relationships/image" Target="/ppt/media/image23.jpeg" Id="Rb2098b5878f9473c" /><Relationship Type="http://schemas.openxmlformats.org/officeDocument/2006/relationships/notesSlide" Target="/ppt/notesSlides/notesSlide34.xml" Id="R5e6bcf8012a541b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4dca60608446c8" /><Relationship Type="http://schemas.openxmlformats.org/officeDocument/2006/relationships/notesSlide" Target="/ppt/notesSlides/notesSlide35.xml" Id="Rd22518f6e06a420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8cf595b15b408d" /><Relationship Type="http://schemas.openxmlformats.org/officeDocument/2006/relationships/image" Target="/ppt/media/image24.jpeg" Id="Rc8203c556dbb4e2b" /><Relationship Type="http://schemas.openxmlformats.org/officeDocument/2006/relationships/notesSlide" Target="/ppt/notesSlides/notesSlide36.xml" Id="R52ecfe2bbd244a15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9347a78c154886" /><Relationship Type="http://schemas.openxmlformats.org/officeDocument/2006/relationships/notesSlide" Target="/ppt/notesSlides/notesSlide37.xml" Id="R75c8b56a3ef14643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e3e6af90b640fb" /><Relationship Type="http://schemas.openxmlformats.org/officeDocument/2006/relationships/notesSlide" Target="/ppt/notesSlides/notesSlide38.xml" Id="Rb758d162150546a9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bbf56db0204502" /><Relationship Type="http://schemas.openxmlformats.org/officeDocument/2006/relationships/image" Target="/ppt/media/image25.jpeg" Id="R1489788394904b79" /><Relationship Type="http://schemas.openxmlformats.org/officeDocument/2006/relationships/notesSlide" Target="/ppt/notesSlides/notesSlide39.xml" Id="R60c8f1080dbe407a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2b182f78904a8e" /><Relationship Type="http://schemas.openxmlformats.org/officeDocument/2006/relationships/notesSlide" Target="/ppt/notesSlides/notesSlide40.xml" Id="Rbe7ff7c4c86d4e66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fec34333ec43eb" /><Relationship Type="http://schemas.openxmlformats.org/officeDocument/2006/relationships/image" Target="/ppt/media/image26.jpeg" Id="Rbb008875f67a49c4" /><Relationship Type="http://schemas.openxmlformats.org/officeDocument/2006/relationships/notesSlide" Target="/ppt/notesSlides/notesSlide41.xml" Id="Rb53cb3cce5b6416b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71148f6b2c4fc8" /><Relationship Type="http://schemas.openxmlformats.org/officeDocument/2006/relationships/notesSlide" Target="/ppt/notesSlides/notesSlide42.xml" Id="R9d9d61e9ef5642eb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397cda39704e7a" /><Relationship Type="http://schemas.openxmlformats.org/officeDocument/2006/relationships/image" Target="/ppt/media/image27.jpeg" Id="R6278f3b5345b4259" /><Relationship Type="http://schemas.openxmlformats.org/officeDocument/2006/relationships/notesSlide" Target="/ppt/notesSlides/notesSlide43.xml" Id="Rcbf1e7ce6be2423e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f497431428405a" /><Relationship Type="http://schemas.openxmlformats.org/officeDocument/2006/relationships/notesSlide" Target="/ppt/notesSlides/notesSlide44.xml" Id="Re933d78e6e1c4dbc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14601efb1b4510" /><Relationship Type="http://schemas.openxmlformats.org/officeDocument/2006/relationships/image" Target="/ppt/media/image28.jpeg" Id="R37351ed308fa4005" /><Relationship Type="http://schemas.openxmlformats.org/officeDocument/2006/relationships/notesSlide" Target="/ppt/notesSlides/notesSlide45.xml" Id="Rc846039987244e7e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d7471585b64681" /><Relationship Type="http://schemas.openxmlformats.org/officeDocument/2006/relationships/notesSlide" Target="/ppt/notesSlides/notesSlide46.xml" Id="Rd52f72b9881246d6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d717caed3347d8" /><Relationship Type="http://schemas.openxmlformats.org/officeDocument/2006/relationships/image" Target="/ppt/media/image29.jpeg" Id="R9fdb68765ba141ae" /><Relationship Type="http://schemas.openxmlformats.org/officeDocument/2006/relationships/notesSlide" Target="/ppt/notesSlides/notesSlide47.xml" Id="Rce9d2bd173524c68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78f87d990d413e" /><Relationship Type="http://schemas.openxmlformats.org/officeDocument/2006/relationships/notesSlide" Target="/ppt/notesSlides/notesSlide48.xml" Id="R594000d717a545b4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405579f94745a3" /><Relationship Type="http://schemas.openxmlformats.org/officeDocument/2006/relationships/image" Target="/ppt/media/image30.jpeg" Id="R97ca7da9be1941bf" /><Relationship Type="http://schemas.openxmlformats.org/officeDocument/2006/relationships/notesSlide" Target="/ppt/notesSlides/notesSlide49.xml" Id="R277f75267d1c43a3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2ca601114c41b6" /><Relationship Type="http://schemas.openxmlformats.org/officeDocument/2006/relationships/notesSlide" Target="/ppt/notesSlides/notesSlide50.xml" Id="Rd429f393c6724974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27994508fd48c7" /><Relationship Type="http://schemas.openxmlformats.org/officeDocument/2006/relationships/notesSlide" Target="/ppt/notesSlides/notesSlide51.xml" Id="Re8977b5c76354870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21958dfb294a1c" /><Relationship Type="http://schemas.openxmlformats.org/officeDocument/2006/relationships/image" Target="/ppt/media/image31.jpeg" Id="R896bb386e8c0453a" /><Relationship Type="http://schemas.openxmlformats.org/officeDocument/2006/relationships/notesSlide" Target="/ppt/notesSlides/notesSlide52.xml" Id="R3dae0d2efa314133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1f65df8d414ae8" /><Relationship Type="http://schemas.openxmlformats.org/officeDocument/2006/relationships/notesSlide" Target="/ppt/notesSlides/notesSlide53.xml" Id="Rf32d317356d249c3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4314258f364257" /><Relationship Type="http://schemas.openxmlformats.org/officeDocument/2006/relationships/image" Target="/ppt/media/image32.jpeg" Id="R15d3fd1f81b04769" /><Relationship Type="http://schemas.openxmlformats.org/officeDocument/2006/relationships/notesSlide" Target="/ppt/notesSlides/notesSlide54.xml" Id="R38e64e28d519430e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433325121a4ac3" /><Relationship Type="http://schemas.openxmlformats.org/officeDocument/2006/relationships/notesSlide" Target="/ppt/notesSlides/notesSlide55.xml" Id="R77b62d96491a43dc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0639d49b55420c" /><Relationship Type="http://schemas.openxmlformats.org/officeDocument/2006/relationships/image" Target="/ppt/media/image33.jpeg" Id="R167469f855774e5d" /><Relationship Type="http://schemas.openxmlformats.org/officeDocument/2006/relationships/notesSlide" Target="/ppt/notesSlides/notesSlide56.xml" Id="R0e380b599cf14d5b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2e0bd7c64944fc" /><Relationship Type="http://schemas.openxmlformats.org/officeDocument/2006/relationships/notesSlide" Target="/ppt/notesSlides/notesSlide57.xml" Id="R55e9e20d8d234545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3a7648eff8465e" /><Relationship Type="http://schemas.openxmlformats.org/officeDocument/2006/relationships/image" Target="/ppt/media/image34.jpeg" Id="R93b07d0bcfc04bf0" /><Relationship Type="http://schemas.openxmlformats.org/officeDocument/2006/relationships/notesSlide" Target="/ppt/notesSlides/notesSlide58.xml" Id="R56617612798d4968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cfd61efaaa40f7" /><Relationship Type="http://schemas.openxmlformats.org/officeDocument/2006/relationships/notesSlide" Target="/ppt/notesSlides/notesSlide59.xml" Id="R5579d5601fa34c2b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e250e040cf428d" /><Relationship Type="http://schemas.openxmlformats.org/officeDocument/2006/relationships/image" Target="/ppt/media/image35.jpeg" Id="Rf8b5243b21d54d8a" /><Relationship Type="http://schemas.openxmlformats.org/officeDocument/2006/relationships/notesSlide" Target="/ppt/notesSlides/notesSlide60.xml" Id="R97d88d8d01334b9b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d35e058e064aa3" /><Relationship Type="http://schemas.openxmlformats.org/officeDocument/2006/relationships/notesSlide" Target="/ppt/notesSlides/notesSlide61.xml" Id="R38c01606fe21451f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15019a56554bc3" /><Relationship Type="http://schemas.openxmlformats.org/officeDocument/2006/relationships/notesSlide" Target="/ppt/notesSlides/notesSlide62.xml" Id="R7c9980ba522d41e6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f29e76119b4eb8" /><Relationship Type="http://schemas.openxmlformats.org/officeDocument/2006/relationships/image" Target="/ppt/media/image36.jpeg" Id="R1205f98f65b4446f" /><Relationship Type="http://schemas.openxmlformats.org/officeDocument/2006/relationships/notesSlide" Target="/ppt/notesSlides/notesSlide63.xml" Id="R102c14d6376846c7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b8e8d2bab487e" /><Relationship Type="http://schemas.openxmlformats.org/officeDocument/2006/relationships/notesSlide" Target="/ppt/notesSlides/notesSlide64.xml" Id="Rf3d82edd63284a14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dfbe13dc5a4f4b" /><Relationship Type="http://schemas.openxmlformats.org/officeDocument/2006/relationships/image" Target="/ppt/media/image37.jpeg" Id="Rce4de1ce3a0f416a" /><Relationship Type="http://schemas.openxmlformats.org/officeDocument/2006/relationships/notesSlide" Target="/ppt/notesSlides/notesSlide65.xml" Id="Re669b72c04c04460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f4a57599da4c1f" /><Relationship Type="http://schemas.openxmlformats.org/officeDocument/2006/relationships/notesSlide" Target="/ppt/notesSlides/notesSlide66.xml" Id="Rfe5caec8cbff43ca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be6bf6db6c4724" /><Relationship Type="http://schemas.openxmlformats.org/officeDocument/2006/relationships/image" Target="/ppt/media/image38.jpeg" Id="R72c5cfb86f5946b3" /><Relationship Type="http://schemas.openxmlformats.org/officeDocument/2006/relationships/notesSlide" Target="/ppt/notesSlides/notesSlide67.xml" Id="Rbcc9dc28a2ca469e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413833c07e4926" /><Relationship Type="http://schemas.openxmlformats.org/officeDocument/2006/relationships/notesSlide" Target="/ppt/notesSlides/notesSlide68.xml" Id="R9cada51379794b07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3dcb7728db43e2" /><Relationship Type="http://schemas.openxmlformats.org/officeDocument/2006/relationships/image" Target="/ppt/media/image39.jpeg" Id="Ref1b807736e54502" /><Relationship Type="http://schemas.openxmlformats.org/officeDocument/2006/relationships/notesSlide" Target="/ppt/notesSlides/notesSlide69.xml" Id="Rdfa7dcc2ded64aff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3412c25f4b48a8" /><Relationship Type="http://schemas.openxmlformats.org/officeDocument/2006/relationships/notesSlide" Target="/ppt/notesSlides/notesSlide70.xml" Id="R012182a5a81c4741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020084535246f6" /><Relationship Type="http://schemas.openxmlformats.org/officeDocument/2006/relationships/image" Target="/ppt/media/image40.jpeg" Id="R7e43940ee4994839" /><Relationship Type="http://schemas.openxmlformats.org/officeDocument/2006/relationships/notesSlide" Target="/ppt/notesSlides/notesSlide71.xml" Id="R1b9b84a0606e42c2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39785561644800" /><Relationship Type="http://schemas.openxmlformats.org/officeDocument/2006/relationships/notesSlide" Target="/ppt/notesSlides/notesSlide72.xml" Id="Rf57898a12b034805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31e7aa2e0d463d" /><Relationship Type="http://schemas.openxmlformats.org/officeDocument/2006/relationships/image" Target="/ppt/media/image41.jpeg" Id="R0c2b8e6705ab4327" /><Relationship Type="http://schemas.openxmlformats.org/officeDocument/2006/relationships/notesSlide" Target="/ppt/notesSlides/notesSlide73.xml" Id="R708615bcea7c4e83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d58afa07a643e6" /><Relationship Type="http://schemas.openxmlformats.org/officeDocument/2006/relationships/notesSlide" Target="/ppt/notesSlides/notesSlide74.xml" Id="Re96757a399664e1d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75ba6c78014a45" /><Relationship Type="http://schemas.openxmlformats.org/officeDocument/2006/relationships/image" Target="/ppt/media/image42.jpeg" Id="R3b18e61812364355" /><Relationship Type="http://schemas.openxmlformats.org/officeDocument/2006/relationships/notesSlide" Target="/ppt/notesSlides/notesSlide75.xml" Id="Re767a8449e144570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ec25ebbf0a44cd" /><Relationship Type="http://schemas.openxmlformats.org/officeDocument/2006/relationships/notesSlide" Target="/ppt/notesSlides/notesSlide76.xml" Id="Rc05079faa3cb4378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f1242042674086" /><Relationship Type="http://schemas.openxmlformats.org/officeDocument/2006/relationships/image" Target="/ppt/media/image43.jpeg" Id="R13ce954866a34b08" /><Relationship Type="http://schemas.openxmlformats.org/officeDocument/2006/relationships/notesSlide" Target="/ppt/notesSlides/notesSlide77.xml" Id="Re879786e980b4be3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2e48e04dd14923" /><Relationship Type="http://schemas.openxmlformats.org/officeDocument/2006/relationships/notesSlide" Target="/ppt/notesSlides/notesSlide78.xml" Id="Raa806a5cc041437c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161c5c8fef4c77" /><Relationship Type="http://schemas.openxmlformats.org/officeDocument/2006/relationships/image" Target="/ppt/media/image44.jpeg" Id="R0b7d00f50c9147d6" /><Relationship Type="http://schemas.openxmlformats.org/officeDocument/2006/relationships/notesSlide" Target="/ppt/notesSlides/notesSlide79.xml" Id="Rc42e6da2b37443eb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ca16523374480e" /><Relationship Type="http://schemas.openxmlformats.org/officeDocument/2006/relationships/notesSlide" Target="/ppt/notesSlides/notesSlide80.xml" Id="Rd598ebbe58a949fa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98802dd832401a" /><Relationship Type="http://schemas.openxmlformats.org/officeDocument/2006/relationships/image" Target="/ppt/media/image45.jpeg" Id="Red46dea55129484f" /><Relationship Type="http://schemas.openxmlformats.org/officeDocument/2006/relationships/notesSlide" Target="/ppt/notesSlides/notesSlide81.xml" Id="Rca3ec086ae5542ec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e420ac54b8481f" /><Relationship Type="http://schemas.openxmlformats.org/officeDocument/2006/relationships/notesSlide" Target="/ppt/notesSlides/notesSlide82.xml" Id="R2b3a96eda85d4811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5b046379714b60" /><Relationship Type="http://schemas.openxmlformats.org/officeDocument/2006/relationships/image" Target="/ppt/media/image46.jpeg" Id="Re21725134044404b" /><Relationship Type="http://schemas.openxmlformats.org/officeDocument/2006/relationships/notesSlide" Target="/ppt/notesSlides/notesSlide83.xml" Id="Rdf9a834c22e742e9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3645adba4942d1" /><Relationship Type="http://schemas.openxmlformats.org/officeDocument/2006/relationships/notesSlide" Target="/ppt/notesSlides/notesSlide84.xml" Id="R8353028d978f429f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9b24fec5d4d41" /><Relationship Type="http://schemas.openxmlformats.org/officeDocument/2006/relationships/notesSlide" Target="/ppt/notesSlides/notesSlide85.xml" Id="R91030550cfe74f08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f24586eef94bc3" /><Relationship Type="http://schemas.openxmlformats.org/officeDocument/2006/relationships/image" Target="/ppt/media/image47.jpeg" Id="Rdea8117e22e64d62" /><Relationship Type="http://schemas.openxmlformats.org/officeDocument/2006/relationships/notesSlide" Target="/ppt/notesSlides/notesSlide86.xml" Id="Rda4c3ff495784165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d106659b2a4b63" /><Relationship Type="http://schemas.openxmlformats.org/officeDocument/2006/relationships/notesSlide" Target="/ppt/notesSlides/notesSlide87.xml" Id="R1b471ad48114489d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94d73d15694d98" /><Relationship Type="http://schemas.openxmlformats.org/officeDocument/2006/relationships/image" Target="/ppt/media/image48.jpeg" Id="Ra3ac359538fc469a" /><Relationship Type="http://schemas.openxmlformats.org/officeDocument/2006/relationships/notesSlide" Target="/ppt/notesSlides/notesSlide88.xml" Id="Rca77ff435de141e7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637429f454a81" /><Relationship Type="http://schemas.openxmlformats.org/officeDocument/2006/relationships/notesSlide" Target="/ppt/notesSlides/notesSlide89.xml" Id="R2870909ae2834ab9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332c74272b45e8" /><Relationship Type="http://schemas.openxmlformats.org/officeDocument/2006/relationships/image" Target="/ppt/media/image49.jpeg" Id="Re6523697763644e4" /><Relationship Type="http://schemas.openxmlformats.org/officeDocument/2006/relationships/notesSlide" Target="/ppt/notesSlides/notesSlide90.xml" Id="R9bfcf8e9aaaa4805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de6b0bb1684138" /><Relationship Type="http://schemas.openxmlformats.org/officeDocument/2006/relationships/notesSlide" Target="/ppt/notesSlides/notesSlide91.xml" Id="R0de8bd4eeb7b49f4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06c455a9014ef6" /><Relationship Type="http://schemas.openxmlformats.org/officeDocument/2006/relationships/image" Target="/ppt/media/image50.jpeg" Id="Ra05861ee915e43a8" /><Relationship Type="http://schemas.openxmlformats.org/officeDocument/2006/relationships/notesSlide" Target="/ppt/notesSlides/notesSlide92.xml" Id="R51d4382597f742c4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04682d843f4727" /><Relationship Type="http://schemas.openxmlformats.org/officeDocument/2006/relationships/notesSlide" Target="/ppt/notesSlides/notesSlide93.xml" Id="R2112ccb510bc4174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cbbccb8e8d4b3e" /><Relationship Type="http://schemas.openxmlformats.org/officeDocument/2006/relationships/image" Target="/ppt/media/image51.jpeg" Id="R7924958345bd45c1" /><Relationship Type="http://schemas.openxmlformats.org/officeDocument/2006/relationships/notesSlide" Target="/ppt/notesSlides/notesSlide94.xml" Id="Rdb8db5c4112c4c1a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aff0f76dd64b6c" /><Relationship Type="http://schemas.openxmlformats.org/officeDocument/2006/relationships/notesSlide" Target="/ppt/notesSlides/notesSlide95.xml" Id="R827cd6704b0447a6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90bc86db1941b4" /><Relationship Type="http://schemas.openxmlformats.org/officeDocument/2006/relationships/image" Target="/ppt/media/image52.jpeg" Id="Rf09887e9a58841b8" /><Relationship Type="http://schemas.openxmlformats.org/officeDocument/2006/relationships/notesSlide" Target="/ppt/notesSlides/notesSlide96.xml" Id="Rc5aa0179db014a88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7d970a21b3452f" /><Relationship Type="http://schemas.openxmlformats.org/officeDocument/2006/relationships/notesSlide" Target="/ppt/notesSlides/notesSlide97.xml" Id="R45b54f62b94143f3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5ef4f9aa674f35" /><Relationship Type="http://schemas.openxmlformats.org/officeDocument/2006/relationships/notesSlide" Target="/ppt/notesSlides/notesSlide98.xml" Id="Rc72c4c5079124815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1a23883bbc43bb" /><Relationship Type="http://schemas.openxmlformats.org/officeDocument/2006/relationships/image" Target="/ppt/media/image53.jpeg" Id="R35100e37769a48a0" /><Relationship Type="http://schemas.openxmlformats.org/officeDocument/2006/relationships/notesSlide" Target="/ppt/notesSlides/notesSlide99.xml" Id="R862d7f88816d47ea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e0916fe6c14069" /><Relationship Type="http://schemas.openxmlformats.org/officeDocument/2006/relationships/notesSlide" Target="/ppt/notesSlides/notesSlide100.xml" Id="R09aaa5d6814741f8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02477d58ab4916" /><Relationship Type="http://schemas.openxmlformats.org/officeDocument/2006/relationships/image" Target="/ppt/media/image54.jpeg" Id="R0b4933ff5802482a" /><Relationship Type="http://schemas.openxmlformats.org/officeDocument/2006/relationships/notesSlide" Target="/ppt/notesSlides/notesSlide101.xml" Id="R987ba24b81a04952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1ada64031d4d8e" /><Relationship Type="http://schemas.openxmlformats.org/officeDocument/2006/relationships/notesSlide" Target="/ppt/notesSlides/notesSlide102.xml" Id="R84ad944586c34022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3f78735a934761" /><Relationship Type="http://schemas.openxmlformats.org/officeDocument/2006/relationships/image" Target="/ppt/media/image55.jpeg" Id="Rfc9e170f171c482d" /><Relationship Type="http://schemas.openxmlformats.org/officeDocument/2006/relationships/notesSlide" Target="/ppt/notesSlides/notesSlide103.xml" Id="R8158e1a735894581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226e58403a4cb7" /><Relationship Type="http://schemas.openxmlformats.org/officeDocument/2006/relationships/notesSlide" Target="/ppt/notesSlides/notesSlide104.xml" Id="R7be840dc7e4f4f31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28c2d9385848d5" /><Relationship Type="http://schemas.openxmlformats.org/officeDocument/2006/relationships/image" Target="/ppt/media/image56.jpeg" Id="R2da53bd02ea346a8" /><Relationship Type="http://schemas.openxmlformats.org/officeDocument/2006/relationships/notesSlide" Target="/ppt/notesSlides/notesSlide105.xml" Id="R64c5a5bc584c409f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4fbf76f0bb4bb7" /><Relationship Type="http://schemas.openxmlformats.org/officeDocument/2006/relationships/notesSlide" Target="/ppt/notesSlides/notesSlide106.xml" Id="Ra32f198d8c4a42e1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c1ef3b0b814300" /><Relationship Type="http://schemas.openxmlformats.org/officeDocument/2006/relationships/image" Target="/ppt/media/image57.jpeg" Id="R847247749c534832" /><Relationship Type="http://schemas.openxmlformats.org/officeDocument/2006/relationships/notesSlide" Target="/ppt/notesSlides/notesSlide107.xml" Id="R1906324806954eac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b6197d22f34aef" /><Relationship Type="http://schemas.openxmlformats.org/officeDocument/2006/relationships/notesSlide" Target="/ppt/notesSlides/notesSlide108.xml" Id="Rcdf454a509cd4d49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c1452eb06d4273" /><Relationship Type="http://schemas.openxmlformats.org/officeDocument/2006/relationships/image" Target="/ppt/media/image58.jpeg" Id="Rcdaa350c808b427e" /><Relationship Type="http://schemas.openxmlformats.org/officeDocument/2006/relationships/notesSlide" Target="/ppt/notesSlides/notesSlide109.xml" Id="Rd759fa66aeb546b5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926f1a9f314b70" /><Relationship Type="http://schemas.openxmlformats.org/officeDocument/2006/relationships/notesSlide" Target="/ppt/notesSlides/notesSlide110.xml" Id="Rd343f2a6188347cb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8dc8228f274012" /><Relationship Type="http://schemas.openxmlformats.org/officeDocument/2006/relationships/image" Target="/ppt/media/image59.jpeg" Id="Rf90cd5e006d64950" /><Relationship Type="http://schemas.openxmlformats.org/officeDocument/2006/relationships/notesSlide" Target="/ppt/notesSlides/notesSlide111.xml" Id="R4a2e3994ccbe43c9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eca4e3f7184cc7" /><Relationship Type="http://schemas.openxmlformats.org/officeDocument/2006/relationships/notesSlide" Target="/ppt/notesSlides/notesSlide112.xml" Id="R88ded9d194794026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cfd1d2a6ff4145" /><Relationship Type="http://schemas.openxmlformats.org/officeDocument/2006/relationships/image" Target="/ppt/media/image60.jpeg" Id="Raebe857e970240af" /><Relationship Type="http://schemas.openxmlformats.org/officeDocument/2006/relationships/notesSlide" Target="/ppt/notesSlides/notesSlide113.xml" Id="R034d67c59dbb40ef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56b22b720544b2" /><Relationship Type="http://schemas.openxmlformats.org/officeDocument/2006/relationships/notesSlide" Target="/ppt/notesSlides/notesSlide114.xml" Id="Rf6c3f4326a344da7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1f6b7eee204513" /><Relationship Type="http://schemas.openxmlformats.org/officeDocument/2006/relationships/image" Target="/ppt/media/image61.jpeg" Id="R2398a6954eb348c8" /><Relationship Type="http://schemas.openxmlformats.org/officeDocument/2006/relationships/notesSlide" Target="/ppt/notesSlides/notesSlide115.xml" Id="R4ddcae0f549c4003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05e527f9cb4842" /><Relationship Type="http://schemas.openxmlformats.org/officeDocument/2006/relationships/notesSlide" Target="/ppt/notesSlides/notesSlide116.xml" Id="R0decc21818534e1b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bd469933fa4e83" /><Relationship Type="http://schemas.openxmlformats.org/officeDocument/2006/relationships/notesSlide" Target="/ppt/notesSlides/notesSlide117.xml" Id="Rc90b7c72c4cf4356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52a730b7a34845" /><Relationship Type="http://schemas.openxmlformats.org/officeDocument/2006/relationships/notesSlide" Target="/ppt/notesSlides/notesSlide118.xml" Id="R37e23e8076394706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30d272e6514ef5" /><Relationship Type="http://schemas.openxmlformats.org/officeDocument/2006/relationships/notesSlide" Target="/ppt/notesSlides/notesSlide119.xml" Id="R7589585435b04e1b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57bcf79480492a" /><Relationship Type="http://schemas.openxmlformats.org/officeDocument/2006/relationships/notesSlide" Target="/ppt/notesSlides/notesSlide120.xml" Id="R5485aacfec1a44ab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4584f7b0b840d3" /><Relationship Type="http://schemas.openxmlformats.org/officeDocument/2006/relationships/notesSlide" Target="/ppt/notesSlides/notesSlide121.xml" Id="R0782fee6e06c446e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6386bb43e341c8" /><Relationship Type="http://schemas.openxmlformats.org/officeDocument/2006/relationships/notesSlide" Target="/ppt/notesSlides/notesSlide122.xml" Id="R5727755c747446cc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8f48e8690341c8" /><Relationship Type="http://schemas.openxmlformats.org/officeDocument/2006/relationships/notesSlide" Target="/ppt/notesSlides/notesSlide123.xml" Id="R747d27cdd6a747f7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330306007348ba" /><Relationship Type="http://schemas.openxmlformats.org/officeDocument/2006/relationships/notesSlide" Target="/ppt/notesSlides/notesSlide124.xml" Id="R6c2c2766f5194b3b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68fbc2ff1f446a" /><Relationship Type="http://schemas.openxmlformats.org/officeDocument/2006/relationships/notesSlide" Target="/ppt/notesSlides/notesSlide125.xml" Id="R25dde8f12dd34006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c74bbc8ba7496a" /><Relationship Type="http://schemas.openxmlformats.org/officeDocument/2006/relationships/notesSlide" Target="/ppt/notesSlides/notesSlide126.xml" Id="R94a69048dbca4591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ee250a94e944d4" /><Relationship Type="http://schemas.openxmlformats.org/officeDocument/2006/relationships/notesSlide" Target="/ppt/notesSlides/notesSlide127.xml" Id="R6873905163f34d49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bca44e73cf4bee" /><Relationship Type="http://schemas.openxmlformats.org/officeDocument/2006/relationships/notesSlide" Target="/ppt/notesSlides/notesSlide128.xml" Id="R27b015d5d9cd421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C40D9A-77EA-45A8-A438-9B6342258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571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BÖWE TECHNICAL 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2EA2DA-BA1C-4823-8B4D-B77BE05C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1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24AD1D-35AC-41D7-A7A6-3590B8C0B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71800"/>
            <a:ext cx="533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PERC dry-cleaning machine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CDBE88-1EED-4629-B378-E181F459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0525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Operation • Safety • Functional Systems • Preventive Maintenance • Troubleshooting • Spare Parts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535A1D-BFD0-4937-8B1C-2765CC44D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0"/>
            <a:ext cx="56388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9dc07f2ab74bce"/>
          <a:stretch xmlns:a="http://schemas.openxmlformats.org/drawingml/2006/main"/>
        </p:blipFill>
        <p:spPr>
          <a:xfrm xmlns:a="http://schemas.openxmlformats.org/drawingml/2006/main">
            <a:off x="7407708" y="523875"/>
            <a:ext cx="3948833" cy="5715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AC5DD9-E15C-4429-9132-D2AE10BB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9531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114 SLIDES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FB00E0-F9FF-435C-A4B6-50719B16C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9436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EKFC / Linencraft Engineering</a:t>
            </a:r>
          </a:p>
        </p:txBody>
      </p:sp>
    </p:spTree>
    <p:extLst>
      <p:ext uri="{BB962C8B-B14F-4D97-AF65-F5344CB8AC3E}">
        <p14:creationId xmlns:p14="http://schemas.microsoft.com/office/powerpoint/2010/main" val="12435219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7AB26F-341E-4613-B739-DC0CCC952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AB6BA2-11B1-4A86-9F0D-A4F77A4F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76450"/>
            <a:ext cx="762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Photo atlas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BA92D1-9143-46A7-9E4A-D789C051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0"/>
            <a:ext cx="904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Real BÖWE machine and component photographs for technician orientation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BCEACC-641A-48E7-A9FC-107A02C2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002</a:t>
            </a:r>
          </a:p>
        </p:txBody>
      </p:sp>
    </p:spTree>
    <p:extLst>
      <p:ext uri="{BB962C8B-B14F-4D97-AF65-F5344CB8AC3E}">
        <p14:creationId xmlns:p14="http://schemas.microsoft.com/office/powerpoint/2010/main" val="9979462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A509A6-1EF0-4B9B-BBA9-AD24F143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7531EE-0710-4DEC-8EF8-FD4EF0E1A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BÖWE P30 — complete physical machine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34AD71-62B5-4F9E-BE61-A22E6B21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ccf82747b4909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82B921-D806-469D-AA78-913A2F242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00108C-C883-4A78-AE08-7A2D0B24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Front loading door and ConfoTronic control area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Lower tank sight-glasses and machine base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Verify installed options before using a photo for parts identification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D71755-CB21-4560-8515-AD8B3225F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CFDBDD-3C1F-4265-83DB-ECCC63A3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80ED7D-3324-4B3D-8EEE-71EE06DF0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7524ED-E79A-4AF1-A1F8-BE34E6BD8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003</a:t>
            </a:r>
          </a:p>
        </p:txBody>
      </p:sp>
    </p:spTree>
    <p:extLst>
      <p:ext uri="{BB962C8B-B14F-4D97-AF65-F5344CB8AC3E}">
        <p14:creationId xmlns:p14="http://schemas.microsoft.com/office/powerpoint/2010/main" val="4189483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148FC9-4945-4CD2-9785-1DF9078C7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569D69-D16F-4B58-A307-98D08A103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Loading door, seal and drum opening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0FD14A-C591-4E1F-9ADC-B779991D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96a81024ee4e2c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FE6D8B-40FB-4586-9AAF-88766DF9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922EE4-4C46-4191-94BF-8DDD9DAB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gasket condition and seating surface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Check hinge, handle and interlock operation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Never bypass the loading-door safety circuit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EE2491-CAAF-4025-A85A-8BB1BA048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53E8C9-D983-40CA-98E2-4109ACC98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9AB51E-0543-457C-9F86-A7409AF9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E05D62-B35F-4E0D-9B92-50D78F5D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004</a:t>
            </a:r>
          </a:p>
        </p:txBody>
      </p:sp>
    </p:spTree>
    <p:extLst>
      <p:ext uri="{BB962C8B-B14F-4D97-AF65-F5344CB8AC3E}">
        <p14:creationId xmlns:p14="http://schemas.microsoft.com/office/powerpoint/2010/main" val="19045508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DBAB63-94F0-4758-9400-D5FB08017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958E12-73C0-4F64-9F9E-76C4D5D22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Lint filter — physical maintenance component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A3B888-5B05-427A-AC23-C004B14AA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6a22546b344053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25FDA3-61F8-4B76-BD01-E0C19DCA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81A9E6-3CC3-4CB7-90D9-D51FC005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Remove lint at the OEM/site interval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mesh, seals and correct seating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Restriction increases drying time and thermal load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34B8A7-6F99-4DC0-B572-C4B973C57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0FFA3D-8666-4F72-95B0-29DFE66EF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8F3BAF-6CED-4EE0-959F-D5890E4C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CFF0B7-40B8-4390-9FA3-81DEE76B4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005</a:t>
            </a:r>
          </a:p>
        </p:txBody>
      </p:sp>
    </p:spTree>
    <p:extLst>
      <p:ext uri="{BB962C8B-B14F-4D97-AF65-F5344CB8AC3E}">
        <p14:creationId xmlns:p14="http://schemas.microsoft.com/office/powerpoint/2010/main" val="669480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CF80A2-46A6-4CF1-96C0-C7382272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724FD8-3CE4-4E35-A3AA-39E221C8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Button trap basket and low-level sensor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092869-7FE3-4CF7-9DF6-A5ECAD87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02b50507a246d2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376361-923F-4BAD-B5A3-55474DD0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718668-6C10-4B89-AAC9-C125B5C9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Remove coins, needles, buttons and lint safely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additional bottom mesh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basket seating and sensor condition before restart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E2F5BA-E120-4550-A00E-FD7A960D7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A21AE3-CC8B-4A88-BDFE-9F15EEB33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A1CF8-916C-48B3-8FC1-5DC79D83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F4C087-F9D7-497F-9821-C766BF829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006</a:t>
            </a:r>
          </a:p>
        </p:txBody>
      </p:sp>
    </p:spTree>
    <p:extLst>
      <p:ext uri="{BB962C8B-B14F-4D97-AF65-F5344CB8AC3E}">
        <p14:creationId xmlns:p14="http://schemas.microsoft.com/office/powerpoint/2010/main" val="11466461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F5E9CB-C8FE-4F51-A6A8-6B8B0C4C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5DFDB4-FC95-4A89-8CFF-85A6BC86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Lint filter and button-trap installed position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34C0D8-8A99-40D6-96DF-A44FC079B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d89cb5993041fe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32DF36-67A1-4AFB-B491-306B09DE5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75B067-1CD9-4D42-86F0-9CEB53B6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Locate the assembly on the actual machine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Identify connected hoses, valves and access clearances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Isolate and verify safe condition before opening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005AB6-BCCD-4F4A-BFA4-5D0C86F56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591464-7EDF-4A95-910E-9A023136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5850A1-F350-4939-8DD9-DE54C7C0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082B77-B332-40BE-8EFA-CA2AC3D5F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007</a:t>
            </a:r>
          </a:p>
        </p:txBody>
      </p:sp>
    </p:spTree>
    <p:extLst>
      <p:ext uri="{BB962C8B-B14F-4D97-AF65-F5344CB8AC3E}">
        <p14:creationId xmlns:p14="http://schemas.microsoft.com/office/powerpoint/2010/main" val="151129759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64CE25-E4DC-4B42-9BD2-83DF7E4A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A152C0-87EE-47CB-A0BA-448F2A026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Air blower and drive assembly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9C7A37-4B8B-4ABB-9F87-6E52AC751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fd2921aeae4a9a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C20334-E73C-4F33-9E22-88C7D89D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E8CD0E-22D8-4C8E-AE16-F57A5BDA9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motor, fan housing and mountings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Check abnormal noise, heat and vibration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Verify guards and isolation before access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FDEBFC-8118-4872-BC83-56EBCF120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B4BCED-E571-4C05-A6D6-EDD767D7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733C80-5E75-4F67-9115-AF1C05C3D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2307B5-B372-4265-ADA8-6380DB70A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008</a:t>
            </a:r>
          </a:p>
        </p:txBody>
      </p:sp>
    </p:spTree>
    <p:extLst>
      <p:ext uri="{BB962C8B-B14F-4D97-AF65-F5344CB8AC3E}">
        <p14:creationId xmlns:p14="http://schemas.microsoft.com/office/powerpoint/2010/main" val="11741316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B717E3-DA1D-44FF-B149-E35946176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3A48E1-794D-4C69-974D-4582C8350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Dynamic drying-airflow components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2758D8-6FAA-4DC2-AB50-3C9E68BE3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9381c6d255447a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A5D969-CAD1-4B43-9D8F-7DF9D4DC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B7C184-FDD3-44FF-BD94-25369CAE5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Trace airflow through filter, heater and recovery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flexible connections and sealing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Poor airflow extends drying and solvent-recovery time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90603-9A3D-439E-A0B6-76A98C63B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EC4DA9-7374-4685-8DC2-F1D19E55C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0FDFC1-02AD-4D7A-8623-A2D53CA9D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F83451-269B-4BF6-B8B9-8A4BC30E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009</a:t>
            </a:r>
          </a:p>
        </p:txBody>
      </p:sp>
    </p:spTree>
    <p:extLst>
      <p:ext uri="{BB962C8B-B14F-4D97-AF65-F5344CB8AC3E}">
        <p14:creationId xmlns:p14="http://schemas.microsoft.com/office/powerpoint/2010/main" val="6540344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440D49-6895-4E6A-A813-4DEE721A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8C405-1C2C-4365-92C9-227DA021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Distillation unit — physical assembly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D941C6-CD25-4EB1-A289-C4EA33AFF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f9abf1cb73458c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CCDDED-0807-483F-A3A6-99F3A219B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098023-05C5-4904-A0E7-02F6F7CA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Identify still body, access and connected pipework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Allow complete cooling before maintenance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Residues require controlled hazardous-waste handling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E6E36A-773A-42CF-9411-15DB54F6E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FE24B7-3891-4C9E-85DC-4273074E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46C6BA-9F88-4BFF-957F-8DC2E0CF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A63051-18E6-413E-A77F-7E751E12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010</a:t>
            </a:r>
          </a:p>
        </p:txBody>
      </p:sp>
    </p:spTree>
    <p:extLst>
      <p:ext uri="{BB962C8B-B14F-4D97-AF65-F5344CB8AC3E}">
        <p14:creationId xmlns:p14="http://schemas.microsoft.com/office/powerpoint/2010/main" val="194659977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509037-0780-46F4-B24B-138B44210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35142E-A2CE-4B9A-937D-BBD6DE54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Self-cleaning solvent tank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ABA352-3BF9-424D-8207-B205692E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03f33f5e054461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57F3CE-3F30-454C-8114-947CE19A3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5937D5-6F6C-408D-899D-9C931847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tank duty using the installed schematic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sight-glass, level sensing and leakage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Do not open or enter a tank without the approved procedure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ADEF10-A78B-41A1-9C70-1FC3B16D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4A4CB2-F71B-49E1-AD7B-9060792D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D22068-AF2D-4DAC-92FB-DDA880BC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7DA9B7-4B7C-4B9B-B2CB-BF6AD4F6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011</a:t>
            </a:r>
          </a:p>
        </p:txBody>
      </p:sp>
    </p:spTree>
    <p:extLst>
      <p:ext uri="{BB962C8B-B14F-4D97-AF65-F5344CB8AC3E}">
        <p14:creationId xmlns:p14="http://schemas.microsoft.com/office/powerpoint/2010/main" val="198672665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D38230-0A9B-49B7-9594-390B96492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D72F91-D43E-443E-9E43-B90CDFC8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Water separator — physical component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152FAD-7319-4C8B-B9C3-F5FAA18AE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1dec4bee4d45b6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EB3A47-00E9-4721-A253-BAADCC5C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21F35A-62CF-4F88-B67F-D373D445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phase separation through the viewing area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Check hoses, valves, sensor and signs of contamination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Follow the automatic/manual maintenance sequence exactly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D04FF4-89D0-48A6-9B13-66EB29BE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D4FD55-C875-41F7-B764-097F54C13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F06A15-A8A6-41A8-AC4D-65AB16242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257F7A-279D-4A43-B18D-4430006A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012</a:t>
            </a:r>
          </a:p>
        </p:txBody>
      </p:sp>
    </p:spTree>
    <p:extLst>
      <p:ext uri="{BB962C8B-B14F-4D97-AF65-F5344CB8AC3E}">
        <p14:creationId xmlns:p14="http://schemas.microsoft.com/office/powerpoint/2010/main" val="87549374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BAF376-CF90-468F-82F8-91B69C4B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7EE36A-9987-48BA-B3A1-7AF3FCE8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Drying controller capacitive sensor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B4F96B-AD3C-4BD9-ADDC-D81B537D9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208155be2142ca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A50074-9B49-40EE-A5F1-95A350DD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DF3617-DC77-4D31-B7C1-CA6B1475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Keep the sensor face clean and correctly positioned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cable and connector condition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readings against cycle behaviour before replacement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3EA5BE-C933-46A2-A4E7-5938A611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E8520F-1C84-48A8-BF48-4F1C2128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B98537-C269-4733-B858-835B7B434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776D8E-6F5B-4F33-8F8E-0A7BB755C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013</a:t>
            </a:r>
          </a:p>
        </p:txBody>
      </p:sp>
    </p:spTree>
    <p:extLst>
      <p:ext uri="{BB962C8B-B14F-4D97-AF65-F5344CB8AC3E}">
        <p14:creationId xmlns:p14="http://schemas.microsoft.com/office/powerpoint/2010/main" val="86487190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6BA5DF-EAC2-42F8-ABD0-C7A052FBF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053B6D-F7F5-4CA4-BD17-CBF1B69BD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Solvent turbidity measurement component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1A4CD6-4E8C-4160-8F9F-5A4F3A2A3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0e43fc81604d50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A87729-2A83-48C7-9F19-914EEE93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0E2FB0-785D-435B-A0F0-D801ECD94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Keep optical surfaces clean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Trend readings with solvent condition and filtration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Verify calibration/diagnostic evidence before condemning the sensor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25FFD6-EE9E-4F0D-99A4-2729BBB7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E9F262-5FC2-43F6-91CB-5691BB084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967F08-3471-46E4-9D6F-C22171E1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004CB1-85CA-43F3-8918-54536A57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014</a:t>
            </a:r>
          </a:p>
        </p:txBody>
      </p:sp>
    </p:spTree>
    <p:extLst>
      <p:ext uri="{BB962C8B-B14F-4D97-AF65-F5344CB8AC3E}">
        <p14:creationId xmlns:p14="http://schemas.microsoft.com/office/powerpoint/2010/main" val="185251118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965E05-E3F7-4232-9B8B-6506AC00E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8B9AE5-DF2C-4FD4-804B-E119A10F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Maintenance access — components behind panels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A0E8F9-00A8-4D8A-802F-B6E2DE423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887a031aaa45ef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ABBD7-059D-4990-8F51-ED00D7F2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D47892-B586-42A8-A8A2-B2F90984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Remove panels only after verified isolation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Maintain clear access and good housekeeping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Reinstall guards, covers and fasteners before test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238CBD-CFCB-4CFC-BEEF-17E59C5C5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EF2714-EA20-4603-83D3-8A4B5F145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27E77D-56CE-4245-AD78-6CDBA2730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3C8CDE-56AC-455D-BF02-57998D093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015</a:t>
            </a:r>
          </a:p>
        </p:txBody>
      </p:sp>
    </p:spTree>
    <p:extLst>
      <p:ext uri="{BB962C8B-B14F-4D97-AF65-F5344CB8AC3E}">
        <p14:creationId xmlns:p14="http://schemas.microsoft.com/office/powerpoint/2010/main" val="32665359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95737E-2B39-4A6C-B515-9BB1648C4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29F24C-071E-4485-9C43-BADF98F83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F35EA8-3000-43F8-B703-ADCFDF17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C71D1A-7B9E-4A7A-938E-4F747B037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016</a:t>
            </a:r>
          </a:p>
        </p:txBody>
      </p:sp>
    </p:spTree>
    <p:extLst>
      <p:ext uri="{BB962C8B-B14F-4D97-AF65-F5344CB8AC3E}">
        <p14:creationId xmlns:p14="http://schemas.microsoft.com/office/powerpoint/2010/main" val="3444582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7D9C96-8A48-47CC-B664-B1A841DA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ORIENTATION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8617F3-6368-4ED0-BD33-6D032ACD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How to use this training deck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D4D769-DC94-42B2-A1A8-0DB99EA7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c516d0f07d448a"/>
          <a:stretch xmlns:a="http://schemas.openxmlformats.org/drawingml/2006/main"/>
        </p:blipFill>
        <p:spPr>
          <a:xfrm xmlns:a="http://schemas.openxmlformats.org/drawingml/2006/main">
            <a:off x="2917731" y="1885950"/>
            <a:ext cx="243223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848D2E-70F5-4013-8F0D-C0747416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C390DD-E079-4283-8BA3-3E449299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14F965-05AE-40D2-A78D-A8A902D9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9155BF-7FDA-4CFC-A129-E63AF529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Validate all decisions against the installed machine and current controlled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Capture questions and configuration gaps before practical assessment.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717E10-4526-422A-A4EE-31DEC802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38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EA8627-7381-4A44-B69A-ECF9F1B29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F046E2-EB88-49F9-9F27-B4DE35373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Orientation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823CD8-2054-4712-8BB5-CB85D2A07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017</a:t>
            </a:r>
          </a:p>
        </p:txBody>
      </p:sp>
    </p:spTree>
    <p:extLst>
      <p:ext uri="{BB962C8B-B14F-4D97-AF65-F5344CB8AC3E}">
        <p14:creationId xmlns:p14="http://schemas.microsoft.com/office/powerpoint/2010/main" val="70762464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F93583-9705-46CD-97AB-8BF94F776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ORIENTATION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D5CB11-9118-4088-84CA-671E7A10C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Learning outcomes for technicians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58BA10-382B-4A9A-9953-0FF2193D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932FEB-F4EC-4BEE-AF79-2011F08C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this topic to connect learning outcomes for technicians with safe daily work.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BE1B4A-BFB4-42F4-9441-DBA4A7EB4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238363-9EB7-4244-BDBB-798C70AF3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Validate all decisions against the installed machine and current controlled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Capture questions and configuration gaps before practical assessment.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75292D-9DC4-430C-B04B-FC224443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DD674C-24CE-4B24-99E5-B8E06708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Orientation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9E0BF1-B5B4-40AF-94C7-2CCA3A377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018</a:t>
            </a:r>
          </a:p>
        </p:txBody>
      </p:sp>
    </p:spTree>
    <p:extLst>
      <p:ext uri="{BB962C8B-B14F-4D97-AF65-F5344CB8AC3E}">
        <p14:creationId xmlns:p14="http://schemas.microsoft.com/office/powerpoint/2010/main" val="161596225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A88E11-43D2-485E-9330-BF32A177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ORIENTATION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A71241-7CF0-43F3-901D-233770134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Training scope and limitations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5661DF-3DBA-40DC-B563-3EE5BADB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bc653126534e15"/>
          <a:stretch xmlns:a="http://schemas.openxmlformats.org/drawingml/2006/main"/>
        </p:blipFill>
        <p:spPr>
          <a:xfrm xmlns:a="http://schemas.openxmlformats.org/drawingml/2006/main">
            <a:off x="2917046" y="1885950"/>
            <a:ext cx="243360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72C999-5A4E-40EF-BF55-568F1C8B8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AA3637-315A-4E73-8E78-6547AF251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287D48-E466-4549-99BA-4A6CB899F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F665E3-1991-4F51-AF86-E7031EAC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Validate all decisions against the installed machine and current controlled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Capture questions and configuration gaps before practical assessment.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600F43-351B-4D49-84C2-B1874E98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14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121E3C-52D6-40C6-BC2E-94B5AB64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7DA6CF-7136-43BA-B97C-8F4FCA88C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Orientation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0685D3-FDBF-427C-90BB-3FA53D35B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019</a:t>
            </a:r>
          </a:p>
        </p:txBody>
      </p:sp>
    </p:spTree>
    <p:extLst>
      <p:ext uri="{BB962C8B-B14F-4D97-AF65-F5344CB8AC3E}">
        <p14:creationId xmlns:p14="http://schemas.microsoft.com/office/powerpoint/2010/main" val="69330042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7C274A-F5CA-42F1-B863-7070B178E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ORIENTATION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44AFFC-125D-4C5F-BAF7-A2D89485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Machine identity and serial-number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8546F3-5611-4CAD-A24E-3A45E957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this topic to connect machine identity and serial-number control with safe daily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Validate all decisions against the installed machine and current controlled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Capture questions and configuration gaps before practical assessment.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199FA8-485B-4272-8EE0-0C257A215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682CD4-2BE8-4441-8D88-65AD8A5BE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EAE1B1-B33A-4419-A469-E227F2259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4522F8-1256-4EBB-81D1-0F040BBE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D941F3-B065-4ACE-A0C1-F957B95A7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Orientation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E45B97-8717-452B-A245-1D31E3A0D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020</a:t>
            </a:r>
          </a:p>
        </p:txBody>
      </p:sp>
    </p:spTree>
    <p:extLst>
      <p:ext uri="{BB962C8B-B14F-4D97-AF65-F5344CB8AC3E}">
        <p14:creationId xmlns:p14="http://schemas.microsoft.com/office/powerpoint/2010/main" val="111215567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9598E7-7FAC-4075-9DC1-6171BE90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ORIENTATION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A62C92-D36C-4EC2-A80E-2A0B6923A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Documentation hierarchy and revision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B36E89-C514-4A54-8495-9AA2F55F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489863bb9a4af1"/>
          <a:stretch xmlns:a="http://schemas.openxmlformats.org/drawingml/2006/main"/>
        </p:blipFill>
        <p:spPr>
          <a:xfrm xmlns:a="http://schemas.openxmlformats.org/drawingml/2006/main">
            <a:off x="2915800" y="1885950"/>
            <a:ext cx="243609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B2D958-C77F-4B2C-A438-E68A8E41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4A3FC4-16B8-4224-BCDF-57017869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5C11BA-028A-4B85-B2F0-716E5F03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8154F5-DBAB-41A4-B351-5BE87A27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Validate all decisions against the installed machine and current controlled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Capture questions and configuration gaps before practical assessment.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83770F-70E5-48BC-8F8A-B4AB1DA8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89EC93-15DF-48DD-9DC1-4424D2B47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A24F99-81C6-4E38-A96D-26214F3D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Orientation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4E859E-E306-4745-BAD8-38D2E7925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021</a:t>
            </a:r>
          </a:p>
        </p:txBody>
      </p:sp>
    </p:spTree>
    <p:extLst>
      <p:ext uri="{BB962C8B-B14F-4D97-AF65-F5344CB8AC3E}">
        <p14:creationId xmlns:p14="http://schemas.microsoft.com/office/powerpoint/2010/main" val="39821772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436F0C-FF2F-4DBC-B8D7-20068F6D4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DB844D-F390-4387-AD92-64519EE6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549ADE-B5BB-4045-AC51-16DCCFA1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C238B7-2E21-43F6-8FDB-74295CD30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022</a:t>
            </a:r>
          </a:p>
        </p:txBody>
      </p:sp>
    </p:spTree>
    <p:extLst>
      <p:ext uri="{BB962C8B-B14F-4D97-AF65-F5344CB8AC3E}">
        <p14:creationId xmlns:p14="http://schemas.microsoft.com/office/powerpoint/2010/main" val="159327515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1E77B5-835F-4936-BC4C-E1DC89ED5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CC5429-FEBC-420F-AD11-39A4B88F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Safety begins before the machine starts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50DD68-D6C6-406C-AE1A-83801A32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Recognize how safety begins before the machine starts can affect people, equipment and the environment.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1BF7A3-4A5D-465B-85A8-9CA51574F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9A1BF4-3D0A-49F9-9C49-A6D5A849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E7C01A-DC22-4FEC-8D7D-A14BBEC9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FDB045-3E84-4B68-AA9D-82DE0BFB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4B82B6-14E6-4890-8319-5751A785C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Safety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11A5EE-2F84-46F2-871A-1F0090A52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023</a:t>
            </a:r>
          </a:p>
        </p:txBody>
      </p:sp>
    </p:spTree>
    <p:extLst>
      <p:ext uri="{BB962C8B-B14F-4D97-AF65-F5344CB8AC3E}">
        <p14:creationId xmlns:p14="http://schemas.microsoft.com/office/powerpoint/2010/main" val="55514721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0DD1A6-2E71-4944-BAD2-843FEAC8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25F3D5-CB67-4BD8-A5AC-8C2871C9D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Authorized use defines the safe operating envelope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EB7844-EE53-40AE-9762-0F5728DB0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d1275c5bfc4d9d"/>
          <a:stretch xmlns:a="http://schemas.openxmlformats.org/drawingml/2006/main"/>
        </p:blipFill>
        <p:spPr>
          <a:xfrm xmlns:a="http://schemas.openxmlformats.org/drawingml/2006/main">
            <a:off x="2875263" y="1885950"/>
            <a:ext cx="2517174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13237B-C4AA-48A5-88B8-7EC0483B5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4767BA-65A2-4AF0-9FC9-2A39D085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0BD7C3-F1C6-4AB4-A414-F653EA868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49D1C9-BA45-4EF6-8EC8-17DC925A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A5416F-8C15-4ABC-AB54-A4A392748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D17B69-27EF-4CFB-8A76-217D56649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A2246D-D9AB-4786-88AD-FD498A54F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631529-54C4-450E-9899-B7A15FB8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024</a:t>
            </a:r>
          </a:p>
        </p:txBody>
      </p:sp>
    </p:spTree>
    <p:extLst>
      <p:ext uri="{BB962C8B-B14F-4D97-AF65-F5344CB8AC3E}">
        <p14:creationId xmlns:p14="http://schemas.microsoft.com/office/powerpoint/2010/main" val="50561453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BD4635-2935-4214-8695-CE9A997C8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53C851-9026-4A46-9CD8-511F891D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Only trained personnel may operate or maintain the machine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A56FC8-A4B1-4C4E-AC5D-AC697ACD1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2814E7-C082-4E95-9CE9-879E6B5A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Recognize how only trained personnel may operate or maintain the machine can affect people, equipment and the environment.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224514-954E-4531-8E67-A3D90AB94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0289F1-09A4-42BB-A975-A804C0FE3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0E6F72-4399-49FB-81F8-C8FAA830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02C7C9-9B4A-4150-8C4F-EDE66B295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3A563E-B4A6-42BD-9001-55EE8C5E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Safety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42C707-EADC-4BA2-9748-B9A43521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025</a:t>
            </a:r>
          </a:p>
        </p:txBody>
      </p:sp>
    </p:spTree>
    <p:extLst>
      <p:ext uri="{BB962C8B-B14F-4D97-AF65-F5344CB8AC3E}">
        <p14:creationId xmlns:p14="http://schemas.microsoft.com/office/powerpoint/2010/main" val="13180401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B2A0BD-1072-4D08-A86C-5293FECA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F23013-9081-48BA-A87B-7EDA163E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PPE must match the solvent and task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16575B-A16C-49E2-BB73-619BCCC1E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4e7be849904f39"/>
          <a:stretch xmlns:a="http://schemas.openxmlformats.org/drawingml/2006/main"/>
        </p:blipFill>
        <p:spPr>
          <a:xfrm xmlns:a="http://schemas.openxmlformats.org/drawingml/2006/main">
            <a:off x="2919661" y="1885950"/>
            <a:ext cx="242837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50E95A-7C74-494D-9208-C292B8F42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9D21AB-5CD7-435D-BAA4-F9F9345E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9FB3EE-FF10-4DB4-9900-B425F560F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63383E-E130-4780-A380-958322A7A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DEA7ED-59E9-4C0A-B69E-D9B06849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17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12663D-0950-4867-8660-DFD037B6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F6723D-7180-4302-B6C0-003E4007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1A64ED-68C3-4385-B6F7-998255C5D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026</a:t>
            </a:r>
          </a:p>
        </p:txBody>
      </p:sp>
    </p:spTree>
    <p:extLst>
      <p:ext uri="{BB962C8B-B14F-4D97-AF65-F5344CB8AC3E}">
        <p14:creationId xmlns:p14="http://schemas.microsoft.com/office/powerpoint/2010/main" val="212370068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9405C2-4992-47A2-B0AC-9F6D6E487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6ABAC5-399E-4DBC-9705-FF62E3B0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Ventilation controls routine solvent exposure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1F7D82-7EC7-4F3E-98D8-31825806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CCE250-5A19-4624-A0E6-6D6766BBE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248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Recognize how ventilation controls routine solvent exposure can affect people, equipment and the environment.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30E192-7CB4-43E0-BA45-8475CE1A7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8669FC-01AC-4EB3-B707-A2A999A6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Stop and escalate whenever the safe condition cannot be confirmed.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7F2E5E-1DD7-40E8-861D-E32EE557B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39786-853E-4200-AA4F-CE9B5F8F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Safety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E0B473-E227-4579-8A14-9D5880CE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027</a:t>
            </a:r>
          </a:p>
        </p:txBody>
      </p:sp>
    </p:spTree>
    <p:extLst>
      <p:ext uri="{BB962C8B-B14F-4D97-AF65-F5344CB8AC3E}">
        <p14:creationId xmlns:p14="http://schemas.microsoft.com/office/powerpoint/2010/main" val="76721194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9B89AE-193B-439F-A12F-3B08DD9A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8860EE-2599-46D7-9085-D995BCFA6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Loading-door venting protects the operator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10B4E1-0AC3-40DA-856C-D864EF78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47ad3b43534ad1"/>
          <a:stretch xmlns:a="http://schemas.openxmlformats.org/drawingml/2006/main"/>
        </p:blipFill>
        <p:spPr>
          <a:xfrm xmlns:a="http://schemas.openxmlformats.org/drawingml/2006/main">
            <a:off x="2886845" y="1885950"/>
            <a:ext cx="249401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7B2E75-3C79-454E-BD66-3A43A393B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208BA4-76B8-4992-8D02-1A7D64A91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31CF75-DCED-49A8-B33E-B9755A61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272F84-9444-4A40-A491-3C43F3CE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246A29-3D14-4838-8311-1828C2477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21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9A9FEB-C4F7-4E77-A67E-901949C5E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1D8E6C-7B08-4692-9682-5DF3B72B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460524-B82E-4092-9B2E-D2BB4E74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028</a:t>
            </a:r>
          </a:p>
        </p:txBody>
      </p:sp>
    </p:spTree>
    <p:extLst>
      <p:ext uri="{BB962C8B-B14F-4D97-AF65-F5344CB8AC3E}">
        <p14:creationId xmlns:p14="http://schemas.microsoft.com/office/powerpoint/2010/main" val="135477479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57514F-0181-4470-B68A-4FC16F6F1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2F3246-42F4-4027-AB44-4AA0CBCDA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Guards and interlocks must never be bypassed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121867-3374-481B-8B30-24AB32B5A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Recognize how guards and interlocks must never be bypassed can affect people, equipment and the environment.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55D10C-4BBD-428C-98DF-8DCE1CFEB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BD1338-175D-428B-9DE8-F892CD4F9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20F06F-13EF-415F-B45E-F74F9FE4B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EF33B3-D29E-44BD-8B4C-57A09C34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26A50F-B5A6-4EB5-A4AC-FE33F1544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Safety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7C2269-DFE4-4C3B-8DA2-AD8626AD9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029</a:t>
            </a:r>
          </a:p>
        </p:txBody>
      </p:sp>
    </p:spTree>
    <p:extLst>
      <p:ext uri="{BB962C8B-B14F-4D97-AF65-F5344CB8AC3E}">
        <p14:creationId xmlns:p14="http://schemas.microsoft.com/office/powerpoint/2010/main" val="74756905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314A30-DE99-4A8E-A3C0-1CA221F6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D18D6A-62DA-4002-A1D6-8214C2A2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Electrical isolation requires lockout and verification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577619-5302-472F-B90B-10BA01CF3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83588fdb8b4902"/>
          <a:stretch xmlns:a="http://schemas.openxmlformats.org/drawingml/2006/main"/>
        </p:blipFill>
        <p:spPr>
          <a:xfrm xmlns:a="http://schemas.openxmlformats.org/drawingml/2006/main">
            <a:off x="2902288" y="1885950"/>
            <a:ext cx="2463124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C68787-3766-4ACF-9055-910BFA4B2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7FE15C-3B46-4302-927B-EE43AC65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591AF0-F78E-4D71-8D4A-D271B86A6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2ED5C3-94DD-4A05-A5F0-2969B51B2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C487B1-64C0-4920-8169-F88972A0A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F5DD3F-D860-4005-87E1-E2CC60C1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1C5202-BF4D-47AE-AA8F-3DB66A134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494D00-0E10-4F07-8716-1ABB7E47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030</a:t>
            </a:r>
          </a:p>
        </p:txBody>
      </p:sp>
    </p:spTree>
    <p:extLst>
      <p:ext uri="{BB962C8B-B14F-4D97-AF65-F5344CB8AC3E}">
        <p14:creationId xmlns:p14="http://schemas.microsoft.com/office/powerpoint/2010/main" val="166491449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1255A8-F4D2-485F-8580-8BFD68AE6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EBDD2C-024F-4204-B120-82A5B4EA3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Steam isolation must remove pressure and heat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CAAB89-56A5-41F7-8985-01D7ABC0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734C7A-14F2-4A7F-B836-EEBE9CA2C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Recognize how steam isolation must remove pressure and heat can affect people, equipment and the environment.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C4E6B-49BE-4EC1-8C03-6E9D2605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8615E3-90B6-4B18-A1F2-7441C1C08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94FF44-1148-4BB9-873A-80CBF272D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7D7C98-4CA4-4D51-A008-1C818717D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CEA8BD-7727-4B74-9F71-4625BF4CB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Safety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718C61-B437-4F89-9883-361596F5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031</a:t>
            </a:r>
          </a:p>
        </p:txBody>
      </p:sp>
    </p:spTree>
    <p:extLst>
      <p:ext uri="{BB962C8B-B14F-4D97-AF65-F5344CB8AC3E}">
        <p14:creationId xmlns:p14="http://schemas.microsoft.com/office/powerpoint/2010/main" val="93284887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FFD320-BFF5-4B8B-977E-44B241D1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735578-CF2F-4F80-84B5-84C463FC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Compressed air stores hazardous energy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99FA14-D59C-47D6-8433-CC9FE32DD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cee871e60945f4"/>
          <a:stretch xmlns:a="http://schemas.openxmlformats.org/drawingml/2006/main"/>
        </p:blipFill>
        <p:spPr>
          <a:xfrm xmlns:a="http://schemas.openxmlformats.org/drawingml/2006/main">
            <a:off x="2915800" y="1885950"/>
            <a:ext cx="243609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D17446-13E8-4D73-97BC-F0E0AB67F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6AEC8-DFA0-49E0-B430-B36E0C93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8BE228-CB4E-4E29-9E79-E86E82DC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C8E96A-0000-4B9A-9E3F-B3BABF762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EE1A64-6F4E-4B91-897F-29276758B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31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DAC434-BB22-427C-B403-91785E75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B31CD1-6842-4A9E-87C1-69409BEF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D40DEE-39C8-4396-9648-70F6DF6C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032</a:t>
            </a:r>
          </a:p>
        </p:txBody>
      </p:sp>
    </p:spTree>
    <p:extLst>
      <p:ext uri="{BB962C8B-B14F-4D97-AF65-F5344CB8AC3E}">
        <p14:creationId xmlns:p14="http://schemas.microsoft.com/office/powerpoint/2010/main" val="156513025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28BE50-6DA8-47A0-9323-AEC4AFA5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EFF9AC-E7F6-49EE-8927-5A20EB393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Refrigeration circuits require specialist competence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265793-CD31-4845-8993-94363151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5C7ED8-3965-4DA3-BED0-92616850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2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Recognize how refrigeration circuits require specialist competence can affect people, equipment and the environment.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463D30-16CA-450A-A95A-509E68EAC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FC8E7F-63D8-4119-8F9E-290E916DF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Stop and escalate whenever the safe condition cannot be confirmed.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D43711-A649-41DA-BF20-930A572A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002317-A052-4C79-9900-E50E47ED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Safety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D61FD9-D208-4694-8432-0D76C6FF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033</a:t>
            </a:r>
          </a:p>
        </p:txBody>
      </p:sp>
    </p:spTree>
    <p:extLst>
      <p:ext uri="{BB962C8B-B14F-4D97-AF65-F5344CB8AC3E}">
        <p14:creationId xmlns:p14="http://schemas.microsoft.com/office/powerpoint/2010/main" val="2008333113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8514CA-3325-44B4-B2D4-F8587A30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835F44-E65D-40C7-8F4F-3A6FC613B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Hot surfaces remain hazardous after shutdown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17FD59-D7A1-46EE-8BEA-317D4878C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098b5878f9473c"/>
          <a:stretch xmlns:a="http://schemas.openxmlformats.org/drawingml/2006/main"/>
        </p:blipFill>
        <p:spPr>
          <a:xfrm xmlns:a="http://schemas.openxmlformats.org/drawingml/2006/main">
            <a:off x="2915800" y="1885950"/>
            <a:ext cx="243609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BCC9F5-48E6-4138-A67C-1BA3D1DF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C20277-0B3C-4E03-8EA9-4B88B0F2D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1F897D-2E09-45F8-A6A5-0BDE8158F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A8E86B-81EE-4D68-B875-2397C4E60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7AAF79-9BE3-4F45-8298-2EDB20B5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37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F4CA13-BDB6-4B85-A046-23325DBD6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B7CFCD-715B-4838-AB4E-01D9C648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94D63F-7FB0-47E7-B724-A54DB619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034</a:t>
            </a:r>
          </a:p>
        </p:txBody>
      </p:sp>
    </p:spTree>
    <p:extLst>
      <p:ext uri="{BB962C8B-B14F-4D97-AF65-F5344CB8AC3E}">
        <p14:creationId xmlns:p14="http://schemas.microsoft.com/office/powerpoint/2010/main" val="169059266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9666C6-645E-4A39-BB59-C5D8AF971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EF627E-F6BA-46F3-9AB2-8C56C996C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Solvent spills require immediate controlled response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180314-8192-428A-AFF2-52FBB612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Recognize how solvent spills require immediate controlled response can affect people, equipment and the environment.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415BE5-7B98-4096-A6DB-F8C81E51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A9B825-96E1-4F2E-A0A1-BF228023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B4E482-5821-4432-AC54-EB679158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B95159-81B2-46AF-BC5B-C61D9F11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04F5C1-1548-4E45-A4D2-CB6E352E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Safety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A008D5-E924-4531-9C86-DBAEB9B5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035</a:t>
            </a:r>
          </a:p>
        </p:txBody>
      </p:sp>
    </p:spTree>
    <p:extLst>
      <p:ext uri="{BB962C8B-B14F-4D97-AF65-F5344CB8AC3E}">
        <p14:creationId xmlns:p14="http://schemas.microsoft.com/office/powerpoint/2010/main" val="225368892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4FEC62-7759-4EAF-8350-5031320F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9B393A-FF44-420D-80A6-76786AAA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Still residues and process water need compliant disposal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120685-F8A9-415B-B604-42ACE7DF6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203c556dbb4e2b"/>
          <a:stretch xmlns:a="http://schemas.openxmlformats.org/drawingml/2006/main"/>
        </p:blipFill>
        <p:spPr>
          <a:xfrm xmlns:a="http://schemas.openxmlformats.org/drawingml/2006/main">
            <a:off x="2915800" y="1885950"/>
            <a:ext cx="243609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8E6F02-8656-48E8-B2B7-69D36D27A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66EA48-2E8A-4F17-822A-9F258C6E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F2D0C7-45B1-4679-B505-91801736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D92AD2-9E46-40A3-BBDA-B93532551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15ECBF-C5D2-4120-AABF-655AC68B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39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8FE635-323F-438F-BA4A-D4E304F56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5D5FAA-86BF-46A8-87B1-D62FDB4D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16E915-30A2-4D38-AEDB-7EE45BF5B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036</a:t>
            </a:r>
          </a:p>
        </p:txBody>
      </p:sp>
    </p:spTree>
    <p:extLst>
      <p:ext uri="{BB962C8B-B14F-4D97-AF65-F5344CB8AC3E}">
        <p14:creationId xmlns:p14="http://schemas.microsoft.com/office/powerpoint/2010/main" val="1570788711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75AA18-A477-4D4D-ADE6-C12D1CB91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8E6E36-D612-4DCB-AA1A-68688625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Emergency response must be understood before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D3E71D-6D18-4989-AECE-C76AE8A1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374914-DD4C-48B3-B47B-489C620A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Recognize how emergency response must be understood before work can affect people, equipment and the environment.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74E058-E0BB-4BE6-B4C4-9203ED51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B71EDB-DDF5-4FA2-AAF8-57E692F0C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25402F-4196-4056-93D4-803FACB5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E7E747-8815-4751-8C82-056071027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9D9F86-54EC-476B-86E3-BF23976EE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Safety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7DF722-78AA-4928-90AB-473BBF1ED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037</a:t>
            </a:r>
          </a:p>
        </p:txBody>
      </p:sp>
    </p:spTree>
    <p:extLst>
      <p:ext uri="{BB962C8B-B14F-4D97-AF65-F5344CB8AC3E}">
        <p14:creationId xmlns:p14="http://schemas.microsoft.com/office/powerpoint/2010/main" val="8159812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71B280-3BC2-47D2-B2EF-4714130A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C93162-8E29-4AA5-B33A-813A5638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A2F80C-F431-41D6-8DFB-CFE1233F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1E6025-F37D-4354-9B0D-3B5DB8C0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038</a:t>
            </a:r>
          </a:p>
        </p:txBody>
      </p:sp>
    </p:spTree>
    <p:extLst>
      <p:ext uri="{BB962C8B-B14F-4D97-AF65-F5344CB8AC3E}">
        <p14:creationId xmlns:p14="http://schemas.microsoft.com/office/powerpoint/2010/main" val="86160123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5CD619-E2B1-4463-A580-7F9A9D2B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95C863-A8E7-43BE-B69B-685F299A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Read the machine as connected functional systems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E56343-6B92-43EC-A787-4F648C2D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89788394904b79"/>
          <a:stretch xmlns:a="http://schemas.openxmlformats.org/drawingml/2006/main"/>
        </p:blipFill>
        <p:spPr>
          <a:xfrm xmlns:a="http://schemas.openxmlformats.org/drawingml/2006/main">
            <a:off x="2919661" y="1885950"/>
            <a:ext cx="242837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07B274-392A-4B44-AE28-B4E2BD696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C99834-CD09-4B8D-A0FB-F7BA48C5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0EDD08-2422-413D-9013-1B909B58D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791BAD-88A2-47B3-BFAB-2CD9928E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7CD2D1-948B-4069-A506-7A9E337B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41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F4BB64-A566-4BEE-B540-55027E58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F5831E-D746-4542-9811-185049F98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Construction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90540D-8AC0-45FA-AD65-1DBC42738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039</a:t>
            </a:r>
          </a:p>
        </p:txBody>
      </p:sp>
    </p:spTree>
    <p:extLst>
      <p:ext uri="{BB962C8B-B14F-4D97-AF65-F5344CB8AC3E}">
        <p14:creationId xmlns:p14="http://schemas.microsoft.com/office/powerpoint/2010/main" val="121322751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862ED3-6A49-4FBB-B559-9D41DA43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E62ECA-A3D1-4CD9-AA38-8F2B289B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Front-side components support operation and monitoring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CF1D69-0C98-4C20-9B49-FCACDA362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F829F1-22BC-40B4-A9CC-EA91C2AE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relevant assembly and understand its interfaces.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7DC38F-8EC0-4163-A4F0-B0EDE1F5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E7E5C7-8594-413D-A219-214FCF85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7537BE-F5D2-445C-830B-2844A8EB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00E8F1-AC47-4706-86BF-44BCC556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8B3985-B4FB-4BC1-88AC-1A5CDAC95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Construction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92352A-D5DC-4936-BA63-8E3E6CD5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040</a:t>
            </a:r>
          </a:p>
        </p:txBody>
      </p:sp>
    </p:spTree>
    <p:extLst>
      <p:ext uri="{BB962C8B-B14F-4D97-AF65-F5344CB8AC3E}">
        <p14:creationId xmlns:p14="http://schemas.microsoft.com/office/powerpoint/2010/main" val="1571832140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D755B2-5CE1-4A20-BB21-C25C0461A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4E579-D0FE-4C48-A632-6FD05072A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Rear-side components carry most service interfaces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43ABAE-95F2-4F78-A324-1A9A043B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008875f67a49c4"/>
          <a:stretch xmlns:a="http://schemas.openxmlformats.org/drawingml/2006/main"/>
        </p:blipFill>
        <p:spPr>
          <a:xfrm xmlns:a="http://schemas.openxmlformats.org/drawingml/2006/main">
            <a:off x="2917731" y="1885950"/>
            <a:ext cx="243223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9CD395-B24E-4D8A-A0C2-6BC0DA30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34A27C-BE44-4BFF-B6DE-71CA10F3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40B8F7-EEB7-4BEE-BA46-5904341C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2BB4E9-91B0-4E81-B6E1-B7F59380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06B9D-B8AB-40F6-8D9D-6FDBBEA21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42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2C5406-7498-476E-9085-E7D0ACCC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CA5BC4-1C79-479B-8632-37D1E96B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Construction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49EBCB-2FC8-4A7B-B7B0-7E7696B1E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041</a:t>
            </a:r>
          </a:p>
        </p:txBody>
      </p:sp>
    </p:spTree>
    <p:extLst>
      <p:ext uri="{BB962C8B-B14F-4D97-AF65-F5344CB8AC3E}">
        <p14:creationId xmlns:p14="http://schemas.microsoft.com/office/powerpoint/2010/main" val="1090643625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5EAF8A-3BEE-4117-BC17-D0D40A0D1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842DAC-60BC-440F-A83E-9061EA343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cage and housing contain the process load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CF5988-46C0-45CE-B2F3-0A444BD0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50BCEB-2663-4389-B275-B871D2E0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relevant assembly and understand its interfaces.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979CEF-1831-4DA6-A02A-8EC2C219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357926-077D-4654-A26C-88E5B572B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Confirm the exact installed variant before adjustment or replacement.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4A9813-13FE-41C8-8AA2-B8A76E6E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6FB316-9F03-4381-BE75-1E4178E7C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Construction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31D69E-3134-4D26-BC3D-14F029CB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042</a:t>
            </a:r>
          </a:p>
        </p:txBody>
      </p:sp>
    </p:spTree>
    <p:extLst>
      <p:ext uri="{BB962C8B-B14F-4D97-AF65-F5344CB8AC3E}">
        <p14:creationId xmlns:p14="http://schemas.microsoft.com/office/powerpoint/2010/main" val="582660731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AC09F4-9D0F-40CB-9BCE-AA0486DD6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19E3C3-C2B3-42CA-B403-F2A9E662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cage drive converts motor power into controlled rotation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A9827C-B94B-477C-AF29-25FADF92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78f3b5345b4259"/>
          <a:stretch xmlns:a="http://schemas.openxmlformats.org/drawingml/2006/main"/>
        </p:blipFill>
        <p:spPr>
          <a:xfrm xmlns:a="http://schemas.openxmlformats.org/drawingml/2006/main">
            <a:off x="2917731" y="1885950"/>
            <a:ext cx="243223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A26823-F280-4442-8680-1496BE224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94B6CD-3699-42DC-9431-875811958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51BF75-3D86-4109-A5CF-DCD34489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7F026D-65A2-42D1-8756-BBB17862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0BE1E6-8D05-4779-9D75-DD8DD2ED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43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296CDA-7703-4C43-94E8-1E2B29C3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98708B-A304-46BC-828C-028223D80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Construction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76C2BB-9AF2-446C-AF5F-091D01B2C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043</a:t>
            </a:r>
          </a:p>
        </p:txBody>
      </p:sp>
    </p:spTree>
    <p:extLst>
      <p:ext uri="{BB962C8B-B14F-4D97-AF65-F5344CB8AC3E}">
        <p14:creationId xmlns:p14="http://schemas.microsoft.com/office/powerpoint/2010/main" val="1258603600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6C6FDE-261F-46D7-AFEB-268006A9A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6D03AF-7EC9-4981-A71F-C5A31FB6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loading door forms a pressure and solvent boundary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3ABF24-83EA-42CC-9FFF-273BB6985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Locate the relevant assembly and understand its interfaces.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52D5C-40A0-4AEB-B4A2-0A18D8A6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5F1F26-6CFA-494D-B7FE-4DF0CB9FD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D1FC20-221E-4735-9748-35EAF819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1EC613-F6D7-4613-AD04-C3054FADD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85CC6B-9100-4477-BD9E-F58F0118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Construction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39ADF8-B02C-4DBF-B5CA-3D4C117CE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044</a:t>
            </a:r>
          </a:p>
        </p:txBody>
      </p:sp>
    </p:spTree>
    <p:extLst>
      <p:ext uri="{BB962C8B-B14F-4D97-AF65-F5344CB8AC3E}">
        <p14:creationId xmlns:p14="http://schemas.microsoft.com/office/powerpoint/2010/main" val="218806473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AEA2D3-00B2-4D16-BC6B-661E01DF7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CB1A31-F5B7-4383-B2A9-E6D19A97B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Tanks separate work, clean and extra solvent duties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F06527-3600-418D-9D0B-AC661957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351ed308fa4005"/>
          <a:stretch xmlns:a="http://schemas.openxmlformats.org/drawingml/2006/main"/>
        </p:blipFill>
        <p:spPr>
          <a:xfrm xmlns:a="http://schemas.openxmlformats.org/drawingml/2006/main">
            <a:off x="2830865" y="1885950"/>
            <a:ext cx="260597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0695FC-F385-4E1B-B023-2CB59F50B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3980AC-E750-4255-A6BB-3D8312540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8D292D-A7EB-40AF-BB57-7999CC407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8083D2-3E0D-495D-83F1-67FA16B7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7226F8-C7AE-489E-B98B-AB0AF8C66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46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FAB51B-64E3-4839-B63C-F8AB5B961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AEA499-7835-48A6-A7E6-7D32C907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Construction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0FE7F5-7A13-4A59-A27A-60172CE0F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045</a:t>
            </a:r>
          </a:p>
        </p:txBody>
      </p:sp>
    </p:spTree>
    <p:extLst>
      <p:ext uri="{BB962C8B-B14F-4D97-AF65-F5344CB8AC3E}">
        <p14:creationId xmlns:p14="http://schemas.microsoft.com/office/powerpoint/2010/main" val="938800355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F1D480-D1E3-4685-AF49-5E08D1D1B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3AFA54-8A8F-48A0-A1B7-9697E222F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Safety troughs contain unintended liquid release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2AF921-0CCC-4412-9DF7-B5AE93752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1FE54E-3F49-4BD5-9E8E-AB7F80C86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relevant assembly and understand its interfaces.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C62DA5-357B-4EBA-BB64-E7F3C4EFE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B3640D-A28C-4D59-984A-BCD29FDD3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DEB43C-676A-40FE-8412-7AF74F80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F61082-4F52-4693-A497-D2B226EB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768110-C42D-4E35-959E-3D0E3C36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Construction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3C79CE-A523-4A9A-B62D-3F47605E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046</a:t>
            </a:r>
          </a:p>
        </p:txBody>
      </p:sp>
    </p:spTree>
    <p:extLst>
      <p:ext uri="{BB962C8B-B14F-4D97-AF65-F5344CB8AC3E}">
        <p14:creationId xmlns:p14="http://schemas.microsoft.com/office/powerpoint/2010/main" val="2062862463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FD6837-1344-4363-9A1B-9D67FA37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1E6EC6-8B64-43D1-BAFB-59ADEBE4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Slimline and Crossline layouts change access requirements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219226-C90D-4F4F-A836-C595ED2FA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db68765ba141ae"/>
          <a:stretch xmlns:a="http://schemas.openxmlformats.org/drawingml/2006/main"/>
        </p:blipFill>
        <p:spPr>
          <a:xfrm xmlns:a="http://schemas.openxmlformats.org/drawingml/2006/main">
            <a:off x="2913870" y="1885950"/>
            <a:ext cx="243996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5BD565-AB57-4F85-AC44-50DDA1044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32A737-4825-47D0-8E3E-BB1A2AB3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11258F-65EE-40C1-9E20-820BB13E7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E5CEFB-5738-46D0-8E51-11E435AC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8C5102-FE5D-44EC-91F9-2CE47915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47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E7769E-82BE-4330-B897-9B9944E80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89E2D7-8934-47E4-8EF2-300B0955F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Construction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93846C-67AD-4402-AE46-0F105B50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047</a:t>
            </a:r>
          </a:p>
        </p:txBody>
      </p:sp>
    </p:spTree>
    <p:extLst>
      <p:ext uri="{BB962C8B-B14F-4D97-AF65-F5344CB8AC3E}">
        <p14:creationId xmlns:p14="http://schemas.microsoft.com/office/powerpoint/2010/main" val="1111830046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656642-BA21-4F4D-B8ED-F8B12848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BDB60F-2C95-4A12-B66E-9584A71C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Optional equipment changes the installed configuration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539DDD-BC22-43FF-954C-0378F20F6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80B1FA-B41A-4AB2-8F88-6025FC855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relevant assembly and understand its interfaces.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3ACEA4-4B41-4F89-A6B3-F23D5C0F7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73BFBC-A0B4-4129-A73A-FB7F01AB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Confirm the exact installed variant before adjustment or replacement.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511A6C-5326-4EF6-933C-A9BC47AA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41C409-71DE-4972-898B-01240D46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Construction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92CB39-B135-44DA-9350-7F3264C4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048</a:t>
            </a:r>
          </a:p>
        </p:txBody>
      </p:sp>
    </p:spTree>
    <p:extLst>
      <p:ext uri="{BB962C8B-B14F-4D97-AF65-F5344CB8AC3E}">
        <p14:creationId xmlns:p14="http://schemas.microsoft.com/office/powerpoint/2010/main" val="1905035153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AD8EEF-041D-496F-A5CF-8089C666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713AD4-A422-4FD1-A041-5FFC7DDC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Nameplate data governs technical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3B7786-4F61-4B52-A331-C7518A17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ca7da9be1941bf"/>
          <a:stretch xmlns:a="http://schemas.openxmlformats.org/drawingml/2006/main"/>
        </p:blipFill>
        <p:spPr>
          <a:xfrm xmlns:a="http://schemas.openxmlformats.org/drawingml/2006/main">
            <a:off x="2915800" y="1885950"/>
            <a:ext cx="243609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92833C-49C9-4064-9841-214B3FC3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A66A6A-176C-4743-831F-0D493275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280943-AE7B-4F38-BB18-05212B89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B2E72D-5124-4871-BF6D-D92AC0DA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4B0597-92D4-464E-942E-92665BAE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50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D64999-52DC-4497-AAAD-B128DAEBA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4CD1B4-E65F-473C-8F37-A748B93A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Construction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22F291-A7D0-4E5B-A635-9903352C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049</a:t>
            </a:r>
          </a:p>
        </p:txBody>
      </p:sp>
    </p:spTree>
    <p:extLst>
      <p:ext uri="{BB962C8B-B14F-4D97-AF65-F5344CB8AC3E}">
        <p14:creationId xmlns:p14="http://schemas.microsoft.com/office/powerpoint/2010/main" val="70590161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95998B-C50A-4403-82D9-80595696F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8E77DA-18B6-4231-A53F-8EA63612C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A clean machine makes defects easier to detect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0406B-AA31-4105-8DC9-579645F7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Locate the relevant assembly and understand its interfaces.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05D8FC-F0EC-438B-8C64-F3E9D201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3FD38F-B874-4EC9-8FCA-64112A6DD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F45E16-099F-446E-BD11-E99D26061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9819C4-052D-41FE-8D20-4B1FA920C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04DC01-926B-4023-8E43-15DFD80AF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Construction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EBA086-D27A-442E-A432-1E3967FD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050</a:t>
            </a:r>
          </a:p>
        </p:txBody>
      </p:sp>
    </p:spTree>
    <p:extLst>
      <p:ext uri="{BB962C8B-B14F-4D97-AF65-F5344CB8AC3E}">
        <p14:creationId xmlns:p14="http://schemas.microsoft.com/office/powerpoint/2010/main" val="1004337344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CB3466-8041-42E4-BE0B-23116CDD1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F96EC9-D53D-4E36-86ED-F34D3769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36BE9C-0E1E-4FDE-9DA7-69FE9369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7B9A27-BFF6-4D7F-940F-CDCE39077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051</a:t>
            </a:r>
          </a:p>
        </p:txBody>
      </p:sp>
    </p:spTree>
    <p:extLst>
      <p:ext uri="{BB962C8B-B14F-4D97-AF65-F5344CB8AC3E}">
        <p14:creationId xmlns:p14="http://schemas.microsoft.com/office/powerpoint/2010/main" val="636764008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8F8F6F-BC9B-4B6C-B48B-EB01CD4F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12C20B-FCB3-43BC-87C2-6BD1C42D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067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Solvent selection must match the approved machine configuration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0B9FFD-1664-4425-8B80-CDDAC1D47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6bb386e8c0453a"/>
          <a:stretch xmlns:a="http://schemas.openxmlformats.org/drawingml/2006/main"/>
        </p:blipFill>
        <p:spPr>
          <a:xfrm xmlns:a="http://schemas.openxmlformats.org/drawingml/2006/main">
            <a:off x="2830865" y="1885950"/>
            <a:ext cx="260597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F05196-5E46-47D7-974D-E0C9E267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B34594-8A4A-4322-8C19-75EA8FAF5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640D74-6AEE-4EED-9DA6-B3C8923C2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D99DB5-0D4A-465C-BF8C-70588F020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Machine family: P21 / P26 / P30.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solvent against the nameplate before filling, changing product or commissioning.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D1CC95-EE0B-4BCA-90B8-F164CBF2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52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995238-986D-4E1C-82FA-59C7BA4A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418F9D-A553-48AE-A2DA-2FA785FE8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Materials &amp; Utilities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197C35-9D7F-442F-BEF4-29A486AC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052</a:t>
            </a:r>
          </a:p>
        </p:txBody>
      </p:sp>
    </p:spTree>
    <p:extLst>
      <p:ext uri="{BB962C8B-B14F-4D97-AF65-F5344CB8AC3E}">
        <p14:creationId xmlns:p14="http://schemas.microsoft.com/office/powerpoint/2010/main" val="1686093811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57602F-0825-4E3E-ACF7-78FA5C99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CCF43C-A7C4-4264-A229-F1E9BBF1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999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Chemical additives must remain stable under process conditions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485C4C-1D50-41CE-9A04-66C26093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Treat chemical additives must remain stable under process conditions as a controlled operating parameter.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Compare actual condition with the nameplate, OEM range and site standard.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Trend deviations; do not normalize repeated abnormal readings.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A3D34-BF05-4C8E-B025-3E8B2B8A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83F4E6-87CF-44BB-965B-A77B60E4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EE01EF-5CB5-4ABA-A848-9D63BE1C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B562BA-DAC0-4444-A323-48B214D2D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BBC4DF-BE09-4D2B-A9C8-EA0545E7B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Materials &amp; Utilities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99FF3B-4A83-413E-939C-78CE14BF8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053</a:t>
            </a:r>
          </a:p>
        </p:txBody>
      </p:sp>
    </p:spTree>
    <p:extLst>
      <p:ext uri="{BB962C8B-B14F-4D97-AF65-F5344CB8AC3E}">
        <p14:creationId xmlns:p14="http://schemas.microsoft.com/office/powerpoint/2010/main" val="94047112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E83B9E-EB40-46E0-BADE-AFB29612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E8EABE-4E1E-42D1-8F6E-9304510E1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First filling requires configuration-specific quantities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D91DA0-B7F0-446D-98FB-9BF55324B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d3fd1f81b04769"/>
          <a:stretch xmlns:a="http://schemas.openxmlformats.org/drawingml/2006/main"/>
        </p:blipFill>
        <p:spPr>
          <a:xfrm xmlns:a="http://schemas.openxmlformats.org/drawingml/2006/main">
            <a:off x="2834726" y="1885950"/>
            <a:ext cx="259824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0BED8B-E180-46CF-B273-01B48B16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5DA091-F52E-4CBA-BA35-DACA226C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AF533C-04C5-4BEF-AAC8-DDB44931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F615E9-0B91-49DC-8753-9F5022ED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Verify tank minimums in the current P30 operating manual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Additional filters increase the required quantity; verify the installed arrangement.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801819-21BB-4593-BAA6-511F2222A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58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792670-19F2-4215-8ABC-9E4CF939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E38923-0D17-45AA-8820-0727391CB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Materials &amp; Utilities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D4F4C2-D74F-470E-A2D7-9EDCA3B4E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054</a:t>
            </a:r>
          </a:p>
        </p:txBody>
      </p:sp>
    </p:spTree>
    <p:extLst>
      <p:ext uri="{BB962C8B-B14F-4D97-AF65-F5344CB8AC3E}">
        <p14:creationId xmlns:p14="http://schemas.microsoft.com/office/powerpoint/2010/main" val="795613852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C0E0B5-D9C1-40E6-9E75-DBCDEC348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20CC9-E270-450A-A5AD-A435AD25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Tank minimum levels protect process stability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F45E8F-7889-4617-AAB2-ACD84851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5C0325-8DEE-4979-85C6-03B2594D8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Verify tank minimums in the current P30 operating manual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C3CA79-8DFB-4D74-94A6-C6CB770F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9B77B3-E48B-434B-8B0B-6AD7864AF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EDB792-DDFA-4ABD-AC72-CA8B7A6D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Low level can disrupt transfer, filtration and process repeatability.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Record unexplained solvent loss and investigate before topping up.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F5A1B4-6970-459A-968E-54054014B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62C155-DDAC-49C8-92AE-00D2290D6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Materials &amp; Utilities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4B4E1D-CA44-4135-9AE3-3A8D57398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055</a:t>
            </a:r>
          </a:p>
        </p:txBody>
      </p:sp>
    </p:spTree>
    <p:extLst>
      <p:ext uri="{BB962C8B-B14F-4D97-AF65-F5344CB8AC3E}">
        <p14:creationId xmlns:p14="http://schemas.microsoft.com/office/powerpoint/2010/main" val="1912572853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A38F27-1209-4A62-B13D-9ABD5A467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016A3D-8648-455A-8001-28242933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Steam quality affects heating and distillation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65BC78-5F32-4DF0-A810-9F54D82DC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7469f855774e5d"/>
          <a:stretch xmlns:a="http://schemas.openxmlformats.org/drawingml/2006/main"/>
        </p:blipFill>
        <p:spPr>
          <a:xfrm xmlns:a="http://schemas.openxmlformats.org/drawingml/2006/main">
            <a:off x="2917731" y="1885950"/>
            <a:ext cx="243223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A395EB-F4E4-4AB2-B440-ED8698AB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FFDB1E-5275-4CC2-BF73-7A1794C88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6843F4-4BD9-406B-8349-AD5203A0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A47A73-BB18-45EA-8E66-A6D19F21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Compare actual condition with the nameplate, OEM range and site standard.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Trend deviations; do not normalize repeated abnormal readings.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45B7A3-98B7-4F9E-84F3-0A9543B9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854C09-2615-455C-A499-5CEBEC3E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C51142-B1F9-4122-B92C-C8E435E9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Materials &amp; Utilities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19F1F0-936F-4A91-8C2A-294445FCB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056</a:t>
            </a:r>
          </a:p>
        </p:txBody>
      </p:sp>
    </p:spTree>
    <p:extLst>
      <p:ext uri="{BB962C8B-B14F-4D97-AF65-F5344CB8AC3E}">
        <p14:creationId xmlns:p14="http://schemas.microsoft.com/office/powerpoint/2010/main" val="1851531616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E90654-F3A7-4709-9C02-B76CB260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B44316-E4D2-4C9D-B999-820551BC7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Cooling-water condition affects recovery performance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DB5E8B-5690-4F8C-A1C3-B8FF2707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202356-C48C-47DA-9A26-B39258AA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92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Treat cooling-water condition affects recovery performance as a controlled operating parameter.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C3475F-327F-44B7-ADE2-4608EB54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0F0099-8A90-4B81-BDBA-85D127FB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Compare actual condition with the nameplate, OEM range and site standard.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Trend deviations; do not normalize repeated abnormal readings.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26865E-419C-4A88-B500-F3DED30FF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64DB9A-D869-49A5-9FAA-F3260E699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Materials &amp; Utilities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5E9E5E-D96D-4EAC-A5AD-1C2D6C1C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057</a:t>
            </a:r>
          </a:p>
        </p:txBody>
      </p:sp>
    </p:spTree>
    <p:extLst>
      <p:ext uri="{BB962C8B-B14F-4D97-AF65-F5344CB8AC3E}">
        <p14:creationId xmlns:p14="http://schemas.microsoft.com/office/powerpoint/2010/main" val="1476966030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F0E9D4-3E86-4E54-AAA0-C75CBB05F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F60650-F6CA-4CAA-96CC-8CB400C98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Compressed-air quality affects valve reliability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2F65BB-31C3-4489-BC41-E4CD8AD1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b07d0bcfc04bf0"/>
          <a:stretch xmlns:a="http://schemas.openxmlformats.org/drawingml/2006/main"/>
        </p:blipFill>
        <p:spPr>
          <a:xfrm xmlns:a="http://schemas.openxmlformats.org/drawingml/2006/main">
            <a:off x="2915800" y="1885950"/>
            <a:ext cx="243609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C398AF-7807-487A-9F85-8FB67E143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F32E10-DB94-4FFE-A656-26A9AF29D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D38455-6995-4602-9390-906169D6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E66852-8E95-4B5B-BAE1-BEC5A80C0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Compare actual condition with the nameplate, OEM range and site standard.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Trend deviations; do not normalize repeated abnormal readings.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820807-B79D-4478-A223-0B2B18F33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68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67AB97-D6EC-4608-B3B2-1EC73795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3281E9-7015-49E2-9158-06F837D58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Materials &amp; Utilities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3FABC1-F6EC-4A3F-9AAC-C2CBF58E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058</a:t>
            </a:r>
          </a:p>
        </p:txBody>
      </p:sp>
    </p:spTree>
    <p:extLst>
      <p:ext uri="{BB962C8B-B14F-4D97-AF65-F5344CB8AC3E}">
        <p14:creationId xmlns:p14="http://schemas.microsoft.com/office/powerpoint/2010/main" val="547209773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A982DF-2C48-4F88-9731-45F77349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3D1197-55C3-4807-91EB-5074E94FF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Electrical supply must match the nameplate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AA1764-34A5-42C7-8A3F-FEA1C318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Treat electrical supply must match the nameplate as a controlled operating parameter.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Compare actual condition with the nameplate, OEM range and site standard.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Trend deviations; do not normalize repeated abnormal readings.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589A96-F546-4B7A-9AAD-8368C76A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AC043-D988-474F-A97B-562FB820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8A9029-6401-40B9-95E2-63B9327F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1D4750-37B2-4C26-9463-A20B8B02B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699B1D-5599-429E-B855-5F0D3DDB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Materials &amp; Utilities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A83E25-2712-44C0-93D4-B863659AA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059</a:t>
            </a:r>
          </a:p>
        </p:txBody>
      </p:sp>
    </p:spTree>
    <p:extLst>
      <p:ext uri="{BB962C8B-B14F-4D97-AF65-F5344CB8AC3E}">
        <p14:creationId xmlns:p14="http://schemas.microsoft.com/office/powerpoint/2010/main" val="341431769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65C578-C7C9-480C-9CE9-A1E77335C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6B5C59-66F8-4D9C-9C6F-AFCC7A2C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Room temperature and ventilation affect performance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546E45-8B34-4CCC-BDB9-4207CAFD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b5243b21d54d8a"/>
          <a:stretch xmlns:a="http://schemas.openxmlformats.org/drawingml/2006/main"/>
        </p:blipFill>
        <p:spPr>
          <a:xfrm xmlns:a="http://schemas.openxmlformats.org/drawingml/2006/main">
            <a:off x="2915800" y="1885950"/>
            <a:ext cx="243609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D413B2-1713-477E-977B-E7E6F1B1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1D011A-3672-4C8C-BC0E-C57E00B7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4D9E82-FB9D-4CEF-A3A9-249063EC7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BC7619-64F7-46B5-BBA6-3B76D819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Compare actual condition with the nameplate, OEM range and site standard.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Trend deviations; do not normalize repeated abnormal readings.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0D5934-E3BE-48C6-BD73-56B8A878B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76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931D11-CDDA-4526-AB8B-CA8DEA7F2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1CF033-39BE-4317-9C62-46CB4BBB3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Materials &amp; Utilities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B5CF31-9CCB-4BA3-9D6B-EE5B830F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060</a:t>
            </a:r>
          </a:p>
        </p:txBody>
      </p:sp>
    </p:spTree>
    <p:extLst>
      <p:ext uri="{BB962C8B-B14F-4D97-AF65-F5344CB8AC3E}">
        <p14:creationId xmlns:p14="http://schemas.microsoft.com/office/powerpoint/2010/main" val="550748199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DA3A27-7128-41AD-98EE-E7F87CDA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4B1810-8D42-4655-9817-D2D30F37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Utility trends can reveal developing faults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0433C2-3DF7-4BB0-A66A-82F1C0520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D78A48-44C6-4637-A151-8C084586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Treat utility trends can reveal developing faults as a controlled operating parameter.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B535C2-48B4-47D6-B63F-3E60C2C4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E8C581-6637-4A52-939B-F4C741D24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980D79-FA83-436F-BE68-0B55AD8D2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Compare actual condition with the nameplate, OEM range and site standard.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Trend deviations; do not normalize repeated abnormal readings.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B19BD3-9F31-473E-9351-E3A32D95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FB143D-E818-4C55-85F8-7E7E8FBD3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Materials &amp; Utilities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12B090-3BAF-4192-8FBE-E56B5589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061</a:t>
            </a:r>
          </a:p>
        </p:txBody>
      </p:sp>
    </p:spTree>
    <p:extLst>
      <p:ext uri="{BB962C8B-B14F-4D97-AF65-F5344CB8AC3E}">
        <p14:creationId xmlns:p14="http://schemas.microsoft.com/office/powerpoint/2010/main" val="965658649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2D0C0E-A7C2-4B33-889C-C1C77FC56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BB49AB-3CEB-4221-97E6-408E02799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B82BE6-0910-4596-A8C2-F984AA0D1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FF9615-78BE-4A49-AD68-A6A89AE18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062</a:t>
            </a:r>
          </a:p>
        </p:txBody>
      </p:sp>
    </p:spTree>
    <p:extLst>
      <p:ext uri="{BB962C8B-B14F-4D97-AF65-F5344CB8AC3E}">
        <p14:creationId xmlns:p14="http://schemas.microsoft.com/office/powerpoint/2010/main" val="130011965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17D708-3DAB-4912-95A3-6561690A3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C4F9F8-11A4-4C78-B1E2-F61D31A8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solvent pump drives the cleaning circuit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767A92-455B-433E-B7CE-E10C410A5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05f98f65b4446f"/>
          <a:stretch xmlns:a="http://schemas.openxmlformats.org/drawingml/2006/main"/>
        </p:blipFill>
        <p:spPr>
          <a:xfrm xmlns:a="http://schemas.openxmlformats.org/drawingml/2006/main">
            <a:off x="2919661" y="1885950"/>
            <a:ext cx="242837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509887-223B-4DFE-9C1E-D0CB66020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C5FEB-ED98-4D35-A06B-645CC8D82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D7FED5-86BA-46A4-A284-E2A65ED9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6325B2-1E4C-4494-B741-BE484341A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69A0C1-4D37-4A20-BBAE-3291731A5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79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D8EF30-B911-4EE2-819F-4362B17F4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29FB11-A993-4072-9043-3AE7BFFA6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7B58C0-D034-4E10-9A8D-FC51169D3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063</a:t>
            </a:r>
          </a:p>
        </p:txBody>
      </p:sp>
    </p:spTree>
    <p:extLst>
      <p:ext uri="{BB962C8B-B14F-4D97-AF65-F5344CB8AC3E}">
        <p14:creationId xmlns:p14="http://schemas.microsoft.com/office/powerpoint/2010/main" val="1111745016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AC144C-0D4A-4C8F-8D34-AEB96136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5EAAD7-BC0D-454A-BDB0-D3D246455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Economy filters protect solvent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F1214F-413A-454D-9F09-3D938BFC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F2682E-8F4E-4598-B094-57A95BF3D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45103D-A21F-4977-9CA3-18B8E71B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AC674D-822D-474D-863A-F76EDCF8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EE0AEA-1057-4E61-A8AF-BEFC26F81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98DDCD-BDBC-47B1-BC4A-5E72D4EA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9408B1-BD56-407A-9FB5-E26FF3F93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Functional Systems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6D5CDF-D7E7-4A29-A8F5-E8AB4C75D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064</a:t>
            </a:r>
          </a:p>
        </p:txBody>
      </p:sp>
    </p:spTree>
    <p:extLst>
      <p:ext uri="{BB962C8B-B14F-4D97-AF65-F5344CB8AC3E}">
        <p14:creationId xmlns:p14="http://schemas.microsoft.com/office/powerpoint/2010/main" val="203166867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AB2AE2-78B2-4947-88B6-43695DC70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321231-77DA-450A-B1B7-1551BD0E4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Cartridge filters provide optional adsorption capacity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025EB2-6ACF-48E6-9481-74FAF801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4de1ce3a0f416a"/>
          <a:stretch xmlns:a="http://schemas.openxmlformats.org/drawingml/2006/main"/>
        </p:blipFill>
        <p:spPr>
          <a:xfrm xmlns:a="http://schemas.openxmlformats.org/drawingml/2006/main">
            <a:off x="2911940" y="1885950"/>
            <a:ext cx="244382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4FF0DA-C485-48CB-8F0F-228FB94D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B279A6-EFC4-41B0-BEA4-7FAC6FC1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8BEEE9-3D88-4705-9313-04F1E7601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60F3CF-B625-4338-9BC9-15822AD4C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8559E3-F12A-477A-B804-345C9744A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80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A6F8DE-3722-4F95-9C3F-3F7461F2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A06A0E-956A-4560-AF00-15F17D707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C0DE8F-99C1-43DF-B885-65D94379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065</a:t>
            </a:r>
          </a:p>
        </p:txBody>
      </p:sp>
    </p:spTree>
    <p:extLst>
      <p:ext uri="{BB962C8B-B14F-4D97-AF65-F5344CB8AC3E}">
        <p14:creationId xmlns:p14="http://schemas.microsoft.com/office/powerpoint/2010/main" val="1659166808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5687B3-4556-4E34-BC3D-E4B58676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38FDD4-A40B-43D9-9EE4-8F173D3BB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button trap captures foreign objects and lint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7D8CFA-ACF0-439C-958C-65F1F29CD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FBCF5D-451C-45DE-80CD-CCB496A4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47FB70-F6A5-4A26-8BDA-333BFC77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E9BA0F-783E-4A8B-AE93-220472DF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Use leakage, temperature, pressure, noise and cycle data to identify deterioration.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D06DE5-1081-4385-A0D1-BC26077B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5D297B-1A53-4652-B0A2-038F31C2F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Functional Systems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BF8AF8-32E9-4FAF-83B2-B0512E84B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066</a:t>
            </a:r>
          </a:p>
        </p:txBody>
      </p:sp>
    </p:spTree>
    <p:extLst>
      <p:ext uri="{BB962C8B-B14F-4D97-AF65-F5344CB8AC3E}">
        <p14:creationId xmlns:p14="http://schemas.microsoft.com/office/powerpoint/2010/main" val="585769623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32689B-D186-4277-8E99-A0BF42AE0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2C9FBA-EB63-4FDA-9232-8B3F022C7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lint filter protects airflow and recovery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FD8E8F-A111-4DD4-9EF2-4E15AAB18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c5cfb86f5946b3"/>
          <a:stretch xmlns:a="http://schemas.openxmlformats.org/drawingml/2006/main"/>
        </p:blipFill>
        <p:spPr>
          <a:xfrm xmlns:a="http://schemas.openxmlformats.org/drawingml/2006/main">
            <a:off x="2867542" y="1885950"/>
            <a:ext cx="2532617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AB3FAA-3D00-43DE-8A32-743DB6B72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C4887F-EBBE-4738-BE5D-F70D61F1D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E0472F-535C-433F-82FA-A267D030D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008EC9-7D97-4F17-BD9C-FE77EFCE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328846-5AB1-4099-ADCB-75E2EC18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81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024FCC-6B07-41AD-96B1-6752B60D3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7CC35E-7B80-4765-97A0-45224A24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0B18DA-D8B9-4EB8-BB7C-3C96FDF8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067</a:t>
            </a:r>
          </a:p>
        </p:txBody>
      </p:sp>
    </p:spTree>
    <p:extLst>
      <p:ext uri="{BB962C8B-B14F-4D97-AF65-F5344CB8AC3E}">
        <p14:creationId xmlns:p14="http://schemas.microsoft.com/office/powerpoint/2010/main" val="1236452882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91F144-6963-461C-9A73-80A77B057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B827C3-4F3E-4F67-B6E5-AFF5406F8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airshaft controls drying and solvent recovery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3AFBC9-D587-4155-BF09-3A64B7FC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Understand the system purpose and what must happen before, during and after operation.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7C85D0-3082-4719-9465-CB9FCEA3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F2B483-BEEC-456B-BF5A-42DA195E7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BAE094-FEBC-4C11-82C1-E5C4FA8ED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18DCA7-CD9B-4CF3-82CA-00E07E81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AF6375-076E-4021-8C1E-C18FA379B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Functional Systems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8DE3B1-3349-4C7E-816B-2C910D55F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068</a:t>
            </a:r>
          </a:p>
        </p:txBody>
      </p:sp>
    </p:spTree>
    <p:extLst>
      <p:ext uri="{BB962C8B-B14F-4D97-AF65-F5344CB8AC3E}">
        <p14:creationId xmlns:p14="http://schemas.microsoft.com/office/powerpoint/2010/main" val="1310859594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9AFFB9-041D-43A0-AC58-B75A888B0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C082C9-5009-424D-9589-3A0CB3EF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refrigeration unit condenses solvent vapour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345937-2AE8-4E46-A2EA-E6617165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1b807736e54502"/>
          <a:stretch xmlns:a="http://schemas.openxmlformats.org/drawingml/2006/main"/>
        </p:blipFill>
        <p:spPr>
          <a:xfrm xmlns:a="http://schemas.openxmlformats.org/drawingml/2006/main">
            <a:off x="2796119" y="1885950"/>
            <a:ext cx="2675462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F3C98C-8B79-401E-9B53-C7F5BAF2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B7209E-2069-4C06-8C11-F55B6263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2A0572-A656-4160-A097-EFD12457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67FF8F-8211-4705-8985-8FE094FE5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B17F83-C773-4536-B0C9-F7D0E3FA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Machine / system reference • operating manual page 86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9E6D2D-BC04-4663-A2EA-7CE97FF4B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82A4C0-022C-4A69-9AA4-19A8B05B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CA9922-A926-41A6-A6AC-2481513E1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069</a:t>
            </a:r>
          </a:p>
        </p:txBody>
      </p:sp>
    </p:spTree>
    <p:extLst>
      <p:ext uri="{BB962C8B-B14F-4D97-AF65-F5344CB8AC3E}">
        <p14:creationId xmlns:p14="http://schemas.microsoft.com/office/powerpoint/2010/main" val="1305359508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9ED50C-AE8A-4C6B-A77C-15EB7D38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F44F2E-9759-4487-AB41-9F741F506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heater battery supplies controlled drying energy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7D4846-C634-4D9D-912A-F8FD61D7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2D94F8-EF4B-433B-A3D2-369BC818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6F3EDC-FAE7-4F65-8C8C-EF42BCBA7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22F80E-44B5-4845-A685-255B4127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DD7DF5-8179-4695-918D-20D2AA30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D7F65B-B9D9-40AD-89D8-307DCE1D4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85A590-0461-4465-88E4-E2FB122D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Functional Systems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D21D54-19C9-4124-800D-6E983768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070</a:t>
            </a:r>
          </a:p>
        </p:txBody>
      </p:sp>
    </p:spTree>
    <p:extLst>
      <p:ext uri="{BB962C8B-B14F-4D97-AF65-F5344CB8AC3E}">
        <p14:creationId xmlns:p14="http://schemas.microsoft.com/office/powerpoint/2010/main" val="95845388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7C6BE8-46A0-4716-8797-B0B66259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AA1471-C286-46D1-88FB-AB7ACAA3F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drying controller ends the cycle on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5A4895-B0DA-4FF5-9B3F-609ECBEC3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43940ee4994839"/>
          <a:stretch xmlns:a="http://schemas.openxmlformats.org/drawingml/2006/main"/>
        </p:blipFill>
        <p:spPr>
          <a:xfrm xmlns:a="http://schemas.openxmlformats.org/drawingml/2006/main">
            <a:off x="3166210" y="1885950"/>
            <a:ext cx="193528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909ABD-4EBE-4567-9D08-643457BF3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134A45-2A2D-4EA9-818D-BD653D981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FC79BB-6AAA-471D-9BAA-C2DB2A33A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DD2B86-2488-4ED3-8C09-02435832F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FA435B-D0F5-414D-8F1F-E9153526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Exploded parts drawing • catalogue page 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0335AB-DD06-4868-81F2-F6C6F3C9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F7591C-11FA-418B-B3C9-43717B13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56A868-BA56-4F86-B4F9-8EBBDA4BF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071</a:t>
            </a:r>
          </a:p>
        </p:txBody>
      </p:sp>
    </p:spTree>
    <p:extLst>
      <p:ext uri="{BB962C8B-B14F-4D97-AF65-F5344CB8AC3E}">
        <p14:creationId xmlns:p14="http://schemas.microsoft.com/office/powerpoint/2010/main" val="1625961040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B5CCCC-4CF8-49A0-94C1-0021F35B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B72C3D-39EC-4586-A55B-FA004ABC7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Loading-door venting reduces operator exposure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3C1DCF-FD68-4567-9756-B6689D50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6832CC-5777-4C3D-A6DA-0A5FF7DCA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4523D0-CC04-41BC-A9B6-33993DF8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1E619D-7F30-4CC4-9305-8F68D9162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Use leakage, temperature, pressure, noise and cycle data to identify deterioration.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C223AC-E302-40D3-A172-73F2134B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D97057-0618-4478-B09D-774BCA435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Functional Systems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297120-2DD5-499A-9D87-325C308A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072</a:t>
            </a:r>
          </a:p>
        </p:txBody>
      </p:sp>
    </p:spTree>
    <p:extLst>
      <p:ext uri="{BB962C8B-B14F-4D97-AF65-F5344CB8AC3E}">
        <p14:creationId xmlns:p14="http://schemas.microsoft.com/office/powerpoint/2010/main" val="653227655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76CD89-2767-449F-8878-076DD27F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05ECF1-D7C2-40BF-A7CE-9A2305774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still separates solvent from residues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EAC74E-BB68-4961-A19D-C58F9854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2b8e6705ab4327"/>
          <a:stretch xmlns:a="http://schemas.openxmlformats.org/drawingml/2006/main"/>
        </p:blipFill>
        <p:spPr>
          <a:xfrm xmlns:a="http://schemas.openxmlformats.org/drawingml/2006/main">
            <a:off x="2855752" y="1885950"/>
            <a:ext cx="2556197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D70A0D-232D-4135-9FF9-1EA709E3B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A8C92D-6AFD-47AC-8AF5-3E5235BD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EEA109-491B-4431-A8F0-1A58721E0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D9E56C-05C9-43FB-8009-FFDFD31F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BD585B-A932-4EB4-B67E-63906B67B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Exploded parts drawing • catalogue page 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DEF6BD-5239-4104-8882-B427F8E1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84F842-ECDE-4CC3-A255-48574BFA2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EB195E-73D4-491C-963A-A5885A0AE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073</a:t>
            </a:r>
          </a:p>
        </p:txBody>
      </p:sp>
    </p:spTree>
    <p:extLst>
      <p:ext uri="{BB962C8B-B14F-4D97-AF65-F5344CB8AC3E}">
        <p14:creationId xmlns:p14="http://schemas.microsoft.com/office/powerpoint/2010/main" val="633817799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2E1946-3FFB-4FB3-A4E8-660BC8A76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77D9F-D4EC-41DD-BEF1-F9D17329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Still overfill protection prevents an unsafe condition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C53FB3-00ED-4CC8-A80A-22A79A02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Understand the system purpose and what must happen before, during and after operation.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6F4EE2-478A-4944-9EEF-40747A40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AC2787-0B74-4F65-8829-B9991F7D9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22717E-88E3-4449-BBC6-315A00216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219271-DB8B-42BF-8610-B15139DF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C4DF6B-7E8E-43A5-94D4-C2BB575BB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Functional Systems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6C4DD8-ED62-477D-8FAB-B7026B76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074</a:t>
            </a:r>
          </a:p>
        </p:txBody>
      </p:sp>
    </p:spTree>
    <p:extLst>
      <p:ext uri="{BB962C8B-B14F-4D97-AF65-F5344CB8AC3E}">
        <p14:creationId xmlns:p14="http://schemas.microsoft.com/office/powerpoint/2010/main" val="1260823695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5796BC-2927-435F-9279-303650CED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8FFECC-9C6F-4DD8-9ECA-1EA1A7DA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Emission-free residue removal reduces open handling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4154DE-BE73-4080-82E7-A811A68A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18e61812364355"/>
          <a:stretch xmlns:a="http://schemas.openxmlformats.org/drawingml/2006/main"/>
        </p:blipFill>
        <p:spPr>
          <a:xfrm xmlns:a="http://schemas.openxmlformats.org/drawingml/2006/main">
            <a:off x="2900460" y="1885950"/>
            <a:ext cx="246678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79D1EF-00D7-4A51-8D26-C6234217F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5A43FC-7280-40A3-8098-627FE4977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04D464-5237-4AD9-8E51-71C53F25A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48D5DF-6565-4AB3-BFC3-1531D462B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E64E68-B8D8-458B-826F-14A8B22A3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Exploded parts drawing • catalogue page 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A06A87-DF79-47BD-BA1F-A5586953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DA1A20-2885-4FD9-9F96-952C5774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90FD80-E310-43A2-831F-5373EE48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075</a:t>
            </a:r>
          </a:p>
        </p:txBody>
      </p:sp>
    </p:spTree>
    <p:extLst>
      <p:ext uri="{BB962C8B-B14F-4D97-AF65-F5344CB8AC3E}">
        <p14:creationId xmlns:p14="http://schemas.microsoft.com/office/powerpoint/2010/main" val="555357343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56C1A9-06BE-45E6-AD2D-D9714CE07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6350B3-D09E-46CC-AE84-70511402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condenser returns vapour to liquid solvent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0BAD51-544E-4577-B600-124DA720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6E83F7-B2B0-4427-915F-D0EAF06FF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213898-6E98-4B17-BB17-C7E9F915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654726-8F22-440E-A5C8-FCB237F1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966A57-BF73-4FCF-876A-8BDDF382F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E62173-BF8F-4250-9E39-E300B0594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D0B6BE-4C48-45F1-B532-65FACDC3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Functional Systems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B35ADA-7814-4907-BA78-6187968A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076</a:t>
            </a:r>
          </a:p>
        </p:txBody>
      </p:sp>
    </p:spTree>
    <p:extLst>
      <p:ext uri="{BB962C8B-B14F-4D97-AF65-F5344CB8AC3E}">
        <p14:creationId xmlns:p14="http://schemas.microsoft.com/office/powerpoint/2010/main" val="1628271893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D7BAF0-C126-4BBC-82D0-17542103B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9E1403-03E0-4F31-8ADF-AF1A9A242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water separator divides solvent from process water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6551DA-39D6-48E2-AC68-E8643037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ce954866a34b08"/>
          <a:stretch xmlns:a="http://schemas.openxmlformats.org/drawingml/2006/main"/>
        </p:blipFill>
        <p:spPr>
          <a:xfrm xmlns:a="http://schemas.openxmlformats.org/drawingml/2006/main">
            <a:off x="2896961" y="1885950"/>
            <a:ext cx="247377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C04254-71E7-4723-9921-D84A8AC1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EB2547-EFFD-401D-9842-205BE3B5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B2C6C6-8C39-44FB-80FD-94E423FEC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D29606-3509-49C0-9035-2726AFB9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4FAB04-6D4B-43BA-94C3-2B00BAAB5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Exploded parts drawing • catalogue page 12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793A0A-A031-406D-99E7-294C202B0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A0E3F4-9B36-47D7-B7B0-58A6F09F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0D5A78-6A8D-43FD-AE39-554F67FD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077</a:t>
            </a:r>
          </a:p>
        </p:txBody>
      </p:sp>
    </p:spTree>
    <p:extLst>
      <p:ext uri="{BB962C8B-B14F-4D97-AF65-F5344CB8AC3E}">
        <p14:creationId xmlns:p14="http://schemas.microsoft.com/office/powerpoint/2010/main" val="1079292928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F315BF-319F-4D7D-9EF1-E045A0F1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20A329-3D2F-454A-8CBB-CF9C6B8D1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safety separator provides additional protection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FB8B1F-5034-4F69-909F-E5B2A21C1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327439-87B9-4BE3-BAAA-3AEC5499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DD5796-C1A7-43C3-AB7A-467160EEA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1FD04-A513-49CA-9DC8-19923D3A0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Use leakage, temperature, pressure, noise and cycle data to identify deterioration.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48EFBE-53BB-45E9-A9AA-E2B0B4FBF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5DE44A-2A3F-44E6-9FFE-46CC49BE6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Functional Systems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3358DA-90F1-4601-BA88-ADE8B5129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078</a:t>
            </a:r>
          </a:p>
        </p:txBody>
      </p:sp>
    </p:spTree>
    <p:extLst>
      <p:ext uri="{BB962C8B-B14F-4D97-AF65-F5344CB8AC3E}">
        <p14:creationId xmlns:p14="http://schemas.microsoft.com/office/powerpoint/2010/main" val="1037928504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2E6046-0221-4040-8F6B-336FE8EC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5B94D6-68E5-4864-BE26-F75476C4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dosing unit introduces controlled additives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7ED855-5332-4086-B923-DD6C85C01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7d00f50c9147d6"/>
          <a:stretch xmlns:a="http://schemas.openxmlformats.org/drawingml/2006/main"/>
        </p:blipFill>
        <p:spPr>
          <a:xfrm xmlns:a="http://schemas.openxmlformats.org/drawingml/2006/main">
            <a:off x="2896961" y="1885950"/>
            <a:ext cx="247377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E59BBB-81CF-47FF-BB0F-F40DACB44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3B6740-E5F4-4E4E-8959-6DA3E011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0A498D-C04D-494D-B615-D4575BCF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00AC6B-D507-44A2-99A3-8B2B8D56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AB5553-0E6B-4168-9B4E-A2867175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Exploded parts drawing • catalogue page 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34A5F8-065F-4318-8366-9010CF2C4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A67EA5-88D5-44CE-A2ED-D58ACBFE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038E13-C4A9-470E-8DFC-3577A15A3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079</a:t>
            </a:r>
          </a:p>
        </p:txBody>
      </p:sp>
    </p:spTree>
    <p:extLst>
      <p:ext uri="{BB962C8B-B14F-4D97-AF65-F5344CB8AC3E}">
        <p14:creationId xmlns:p14="http://schemas.microsoft.com/office/powerpoint/2010/main" val="1291707234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8DB2CC-D138-4E53-88D4-65BBB3237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CAA2A1-285F-4C7C-B658-B932B9E7C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sprayer applies treatment to garments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49D86B-F3EB-43FA-95A5-85805460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Understand the system purpose and what must happen before, during and after operation.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496826-78B9-4364-969E-6A4C93BE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BCDFBD-3702-4DD6-8DA8-33A094E4C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261C5F-38B7-477F-B2AB-C58A8589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E14043-CFBD-412D-AFBC-3FFB4BA61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1AFE02-AB5A-48A3-A89A-2B2CB6F0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Functional Systems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79D442-FB4B-41FA-825B-2CDE2B1B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080</a:t>
            </a:r>
          </a:p>
        </p:txBody>
      </p:sp>
    </p:spTree>
    <p:extLst>
      <p:ext uri="{BB962C8B-B14F-4D97-AF65-F5344CB8AC3E}">
        <p14:creationId xmlns:p14="http://schemas.microsoft.com/office/powerpoint/2010/main" val="1779452759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BDCC8A-6565-44F8-A6FC-BB2680E04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AFED1E-A10B-4015-B42F-AC4F3B08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Slimsorba reduces residual solvent concentration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6E4C0C-1D4B-4097-BD17-9A20CCB4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46dea55129484f"/>
          <a:stretch xmlns:a="http://schemas.openxmlformats.org/drawingml/2006/main"/>
        </p:blipFill>
        <p:spPr>
          <a:xfrm xmlns:a="http://schemas.openxmlformats.org/drawingml/2006/main">
            <a:off x="2830480" y="1885950"/>
            <a:ext cx="260674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13EED0-27B5-4A5E-A478-93C6973E1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887A00-C5D0-4016-AF51-3DF9F7F2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0268FE-9A15-48AB-B72A-316A2742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A5E87A-564B-40DD-AEE0-E720A632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98F8A5-0D57-47E5-B816-7FCDAC806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Exploded parts drawing • catalogue page 20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412DF3-0F5E-4397-8DE9-08CC341E2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E671DF-DE03-49C5-84BB-1BF1CB53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125CE9-2A2A-4EB8-9601-1E17140C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081</a:t>
            </a:r>
          </a:p>
        </p:txBody>
      </p:sp>
    </p:spTree>
    <p:extLst>
      <p:ext uri="{BB962C8B-B14F-4D97-AF65-F5344CB8AC3E}">
        <p14:creationId xmlns:p14="http://schemas.microsoft.com/office/powerpoint/2010/main" val="736012627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D43D6E-331A-4020-9BFB-80B85124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2B1B56-D7C7-4981-B0E6-6C3DAA0B5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solvent safety trough protects the floor and environment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9946B6-4E20-4037-9DF2-E2484FA0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33EC91-9959-483F-AB44-57919B92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A4800D-CF7F-4502-BB03-159E7E7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7E316D-49AD-46CC-8AAD-7773FB70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728F09-227C-4666-8747-ED422F4D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893643-E8C8-4F88-A77C-08C022A8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C083F9-3624-4EFB-8682-7D28C19D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Functional Systems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F4163A-6FEE-4A29-990D-18E4F77F6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082</a:t>
            </a:r>
          </a:p>
        </p:txBody>
      </p:sp>
    </p:spTree>
    <p:extLst>
      <p:ext uri="{BB962C8B-B14F-4D97-AF65-F5344CB8AC3E}">
        <p14:creationId xmlns:p14="http://schemas.microsoft.com/office/powerpoint/2010/main" val="1535641907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5CAE5A-3AD6-4770-A914-2B6AEA303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B38A35-AFAC-4C04-B8BD-79FD9DA2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Level sensors govern transfer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693E52-4142-4E21-A0C9-03413552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1725134044404b"/>
          <a:stretch xmlns:a="http://schemas.openxmlformats.org/drawingml/2006/main"/>
        </p:blipFill>
        <p:spPr>
          <a:xfrm xmlns:a="http://schemas.openxmlformats.org/drawingml/2006/main">
            <a:off x="2900460" y="1885950"/>
            <a:ext cx="246678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508CAB-E664-482A-9191-BB975EE76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13A06F-9ACB-4298-8AD7-B6ECA6FF2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7F67F4-3C4E-4F05-A496-C40F8E60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D6041A-FD03-45D4-A9EC-E057A644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35C3A9-702C-43BD-9F49-4355295F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Exploded parts drawing • catalogue page 24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2A1CAB-32D0-4F84-B978-4D9B2ECC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A09922-B755-4157-9DD3-88691D38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564983-FE9A-49C1-9FB3-F4DC08CB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083</a:t>
            </a:r>
          </a:p>
        </p:txBody>
      </p:sp>
    </p:spTree>
    <p:extLst>
      <p:ext uri="{BB962C8B-B14F-4D97-AF65-F5344CB8AC3E}">
        <p14:creationId xmlns:p14="http://schemas.microsoft.com/office/powerpoint/2010/main" val="983648917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4F8B51-003C-4BEA-ACD5-911423E38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4E1D55-81E8-4C49-9B71-745CF3D6C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Pressure switches verify air and process conditions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88A15E-6199-4DDF-9221-82454CB9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C2F474-E916-4E07-8C56-28C3FE7C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A2B059-0D95-4590-8315-BCA2EA4F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E3F380-4789-46CE-92D3-393BCDFC9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Use leakage, temperature, pressure, noise and cycle data to identify deterioration.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13BEA-3ACE-4F77-809F-CB089040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DC4253-EFD9-4717-ADAD-58743EBB8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Functional Systems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2060D-AA40-4088-A00A-FFB3B4E0D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084</a:t>
            </a:r>
          </a:p>
        </p:txBody>
      </p:sp>
    </p:spTree>
    <p:extLst>
      <p:ext uri="{BB962C8B-B14F-4D97-AF65-F5344CB8AC3E}">
        <p14:creationId xmlns:p14="http://schemas.microsoft.com/office/powerpoint/2010/main" val="893791656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D318F4-1163-4526-A940-68FBE8EC1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F6F9EC-9250-4BD8-9812-608EA31C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ECADA7-6F33-49D3-B828-80B564B47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C454DC-02E6-400F-80E6-3BA553B90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085</a:t>
            </a:r>
          </a:p>
        </p:txBody>
      </p:sp>
    </p:spTree>
    <p:extLst>
      <p:ext uri="{BB962C8B-B14F-4D97-AF65-F5344CB8AC3E}">
        <p14:creationId xmlns:p14="http://schemas.microsoft.com/office/powerpoint/2010/main" val="1625692637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47DFB7-6DDC-4AD2-9EBE-91ADB82D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A70189-40B6-449C-9849-77F10C58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Pre-start inspection determines whether operation is allowed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A578BD-B103-41DA-9578-8460425B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a8117e22e64d62"/>
          <a:stretch xmlns:a="http://schemas.openxmlformats.org/drawingml/2006/main"/>
        </p:blipFill>
        <p:spPr>
          <a:xfrm xmlns:a="http://schemas.openxmlformats.org/drawingml/2006/main">
            <a:off x="2900460" y="1885950"/>
            <a:ext cx="246678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BE3713-4D34-411D-B109-A85A78D79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0AD61A-C45E-43BD-8D83-7CFCF6A51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37A641-636A-45C8-8837-D556C9063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5CE988-19C2-44D0-A9C0-6A123373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C67C0A-664A-4D0E-9D1F-C4D7E392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Exploded parts drawing • catalogue page 28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F7E4D2-B913-444A-9C6E-28B4790E5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088D4-AC65-4596-9299-D44176D57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Operation &amp; 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D623A2-1DC3-401F-BF5D-85D8EE77D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086</a:t>
            </a:r>
          </a:p>
        </p:txBody>
      </p:sp>
    </p:spTree>
    <p:extLst>
      <p:ext uri="{BB962C8B-B14F-4D97-AF65-F5344CB8AC3E}">
        <p14:creationId xmlns:p14="http://schemas.microsoft.com/office/powerpoint/2010/main" val="223876529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EC916C-EE2F-4514-8132-D74CFF122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AA7F6F-65E3-46B1-BE48-C7FA635EF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Garment checks protect both load and machine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1C1074-B705-48D6-AF86-982B91C79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C3BED1-4158-4DC4-9E6A-A960BB08F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285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Build garment checks protect both load and machine into the approved operating sequence.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BBC9D2-03EA-4103-93EE-E24EA71AC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7E68F7-34CA-4861-9DEF-B35E70938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If the sequence deviates, preserve the evidence and place the machine in a safe condition.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E0AD10-B504-4FC0-840F-A86BE8A44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703541-5788-40A2-8D41-55DAB4EE2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Operation &amp; Control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7C993F-2795-46FC-A0C0-D7B8AEEFD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087</a:t>
            </a:r>
          </a:p>
        </p:txBody>
      </p:sp>
    </p:spTree>
    <p:extLst>
      <p:ext uri="{BB962C8B-B14F-4D97-AF65-F5344CB8AC3E}">
        <p14:creationId xmlns:p14="http://schemas.microsoft.com/office/powerpoint/2010/main" val="288270072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1FA9B3-A08B-4001-99F8-2AF517B14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C76333-DEC0-4CF1-99D7-02DA37E8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Correct loading prevents imbalance and poor cleaning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96AAD7-BF8A-4B51-A4A2-3DF57218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ac359538fc469a"/>
          <a:stretch xmlns:a="http://schemas.openxmlformats.org/drawingml/2006/main"/>
        </p:blipFill>
        <p:spPr>
          <a:xfrm xmlns:a="http://schemas.openxmlformats.org/drawingml/2006/main">
            <a:off x="2900460" y="1885950"/>
            <a:ext cx="246678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5AA359-6240-4326-A90A-08F63208A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7B5E7F-3373-4513-8532-ABEA69560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4418B5-DC67-4361-AB3E-6D018A4A7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0F0871-B1BD-43F0-B313-72B157B9F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9CEB61-F854-4D6F-85E7-DB272228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Exploded parts drawing • catalogue page 32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CD161E-A6B2-425D-B5A0-27EB7F786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6FE120-3900-483B-B89F-D84CAF2C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Operation &amp; 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CE0A60-05D8-4DD5-876D-7DA2E724B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088</a:t>
            </a:r>
          </a:p>
        </p:txBody>
      </p:sp>
    </p:spTree>
    <p:extLst>
      <p:ext uri="{BB962C8B-B14F-4D97-AF65-F5344CB8AC3E}">
        <p14:creationId xmlns:p14="http://schemas.microsoft.com/office/powerpoint/2010/main" val="306193180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4DF0B5-844B-40B4-AF93-E65061034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66B1AA-EC94-483F-9FEB-30969AC3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Program selection must follow garment requirements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E12E28-8A45-4E5B-8C10-A82D1037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Build program selection must follow garment requirements into the approved operating sequence.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0CB2A6-2194-474C-AB8D-130B2F8F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35C0CE-B6CB-405F-8AA0-B9ACBFAF8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4E0E41-39A2-40FC-A74A-5F0C4967C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FE5C27-1FC9-4B9B-B704-ACA41686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80AA64-9276-42C1-AC5F-47EB4621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Operation &amp; Control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E01655-23F0-485E-9C5C-A4AF7D4A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089</a:t>
            </a:r>
          </a:p>
        </p:txBody>
      </p:sp>
    </p:spTree>
    <p:extLst>
      <p:ext uri="{BB962C8B-B14F-4D97-AF65-F5344CB8AC3E}">
        <p14:creationId xmlns:p14="http://schemas.microsoft.com/office/powerpoint/2010/main" val="1522235314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4C38FC-191A-457B-B35B-F6EEE57C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1F1AC4-695C-404B-8178-2BA63BB8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Automatic operation still requires active monitoring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A490AE-23A9-45D4-91AB-8E9FD8BFF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523697763644e4"/>
          <a:stretch xmlns:a="http://schemas.openxmlformats.org/drawingml/2006/main"/>
        </p:blipFill>
        <p:spPr>
          <a:xfrm xmlns:a="http://schemas.openxmlformats.org/drawingml/2006/main">
            <a:off x="2900460" y="1885950"/>
            <a:ext cx="246678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986758-CE7A-445E-A3D5-045970B2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B5912D-1C8B-40A8-B35B-E7CC8AD72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161580-282E-411C-A02D-6C9DB6A34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AA2D0C-2FDE-40A2-A5BA-99F2F93C9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022BED-7AF7-459E-9EDF-DC0A77CC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Exploded parts drawing • catalogue page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2C69E6-E752-499E-AEBF-8F49A8064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85E028-B881-463F-918A-5F628A42D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Operation &amp; 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41F051-4326-4805-9E05-FF353B52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090</a:t>
            </a:r>
          </a:p>
        </p:txBody>
      </p:sp>
    </p:spTree>
    <p:extLst>
      <p:ext uri="{BB962C8B-B14F-4D97-AF65-F5344CB8AC3E}">
        <p14:creationId xmlns:p14="http://schemas.microsoft.com/office/powerpoint/2010/main" val="216728200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D86D8A-A60A-4EFE-8533-F20008519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E697CD-B7B4-4CC8-91C4-47BB7EF31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Temperature display supports evidence-based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9BBED8-760F-458E-B73A-7A161B6D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0FAE57-3774-45FB-A6AF-0DABB884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Build temperature display supports evidence-based decisions into the approved operating sequence.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07F18B-53A7-4AF0-B872-69F9EE64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3B9D41-C361-463B-A673-425DF9B04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206ED3-B4A8-421C-BFF1-97974639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92BECE-FC3A-4EEA-B19C-57AA7EA93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B065B4-A32B-4C5A-A470-55811631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Operation &amp; Control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40ED88-A49B-4279-87EF-B19252C4B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091</a:t>
            </a:r>
          </a:p>
        </p:txBody>
      </p:sp>
    </p:spTree>
    <p:extLst>
      <p:ext uri="{BB962C8B-B14F-4D97-AF65-F5344CB8AC3E}">
        <p14:creationId xmlns:p14="http://schemas.microsoft.com/office/powerpoint/2010/main" val="833027023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E340D4-F13D-47FC-B2D7-131A3182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96A52E-B322-431F-946F-51123C82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Operating data provides a performance history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F43BB3-2DFE-4B11-8A98-83A4ADA9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5861ee915e43a8"/>
          <a:stretch xmlns:a="http://schemas.openxmlformats.org/drawingml/2006/main"/>
        </p:blipFill>
        <p:spPr>
          <a:xfrm xmlns:a="http://schemas.openxmlformats.org/drawingml/2006/main">
            <a:off x="2900460" y="1885950"/>
            <a:ext cx="246678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0D3346-3FFE-4AC4-A099-CF1A0C7E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195873-CD86-4DAB-A409-B9B11F3F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F90252-174D-4630-B4BE-A706DFE7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1AFAD1-75FD-4475-8E0D-A30101423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2254AE-5D3C-4DA0-963D-2365CA132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Exploded parts drawing • catalogue page 40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E6ACE2-7206-4527-BDE0-A4176E6C7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F0BC80-B260-4F59-9DC5-C683C2FB8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Operation &amp; 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6B5832-150B-4047-BE6A-A8784CDC7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092</a:t>
            </a:r>
          </a:p>
        </p:txBody>
      </p:sp>
    </p:spTree>
    <p:extLst>
      <p:ext uri="{BB962C8B-B14F-4D97-AF65-F5344CB8AC3E}">
        <p14:creationId xmlns:p14="http://schemas.microsoft.com/office/powerpoint/2010/main" val="338015314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135CC1-FE6C-431C-B628-77E21F13B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F421C2-3D2B-472B-BD2C-8A854D26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Error messages and notices require different responses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B78AEF-D43C-4156-B68B-B856B92DD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2B7A5F-40C4-484A-B586-4D699FEA3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627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Build error messages and notices require different responses into the approved operating sequence.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37A5FC-5BC6-4E9D-BFF7-ED6BA280C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1635D8-DFC2-4984-9265-2BE93528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If the sequence deviates, preserve the evidence and place the machine in a safe condition.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720021-8CCE-4086-8AE5-617104770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95F6EA-B21E-42D1-A38E-9443CABCA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Operation &amp; Control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E89C01-0EA1-44CB-9485-123800B94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093</a:t>
            </a:r>
          </a:p>
        </p:txBody>
      </p:sp>
    </p:spTree>
    <p:extLst>
      <p:ext uri="{BB962C8B-B14F-4D97-AF65-F5344CB8AC3E}">
        <p14:creationId xmlns:p14="http://schemas.microsoft.com/office/powerpoint/2010/main" val="1331465173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DC5715-89A8-40A4-8BD5-CFEF00BD3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2A062A-DE66-4A6C-A4D1-632A432D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A test run confirms safe return to service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6C14BB-5BED-4673-9AE4-BDCCB056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24958345bd45c1"/>
          <a:stretch xmlns:a="http://schemas.openxmlformats.org/drawingml/2006/main"/>
        </p:blipFill>
        <p:spPr>
          <a:xfrm xmlns:a="http://schemas.openxmlformats.org/drawingml/2006/main">
            <a:off x="2900460" y="1885950"/>
            <a:ext cx="246678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B454C8-0E75-47EB-B3F6-D6B666C7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50CD39-68F0-44D4-A114-57498553F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56B38A-0041-4979-9D2C-F3D520BFF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5329B6-7730-4C55-90F4-919F6E3C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454776-C878-4D7F-9192-1ADC4028A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Exploded parts drawing • catalogue page 44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EA1F32-56B8-46C8-B93A-2606ADA1B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5A2EC1-DE53-483E-B7CF-B2F3DF48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Operation &amp; 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4BE6D2-6208-404E-B5AF-CBE5E827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094</a:t>
            </a:r>
          </a:p>
        </p:txBody>
      </p:sp>
    </p:spTree>
    <p:extLst>
      <p:ext uri="{BB962C8B-B14F-4D97-AF65-F5344CB8AC3E}">
        <p14:creationId xmlns:p14="http://schemas.microsoft.com/office/powerpoint/2010/main" val="1842121836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34ED37-BA97-4B07-9F41-2BA91F1A7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460848-8856-4369-891A-B116CDA6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Deodorizing is the safe response when the door cannot open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C17ADD-8493-480F-BB78-D1E8B091D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Select the OEM deodorizing program when the loading door cannot be opened.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Do not force or bypass the door lock.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Investigate the initiating fault after the machine reaches a safe condition.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FCBF8F-4961-4780-9E6B-FAC7B94D2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E79C54-2087-47B0-A5FB-24084701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27D5A7-0B7E-40B3-80DC-6BAD5283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D9ABAF-6878-44F3-AB20-01962774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A52919-8DB4-46E7-8B3F-E769C78C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Operation &amp; Control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C6DEDE-2661-44C3-B2D8-BBF9EB8D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095</a:t>
            </a:r>
          </a:p>
        </p:txBody>
      </p:sp>
    </p:spTree>
    <p:extLst>
      <p:ext uri="{BB962C8B-B14F-4D97-AF65-F5344CB8AC3E}">
        <p14:creationId xmlns:p14="http://schemas.microsoft.com/office/powerpoint/2010/main" val="12055876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8A6D3D-F3EE-4BFB-8770-65915A6B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567B13-5E05-4048-8E15-7FDFB321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Maintenance programs automate defined process sequences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F19162-2E60-4985-9557-2EBF98B45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9887e9a58841b8"/>
          <a:stretch xmlns:a="http://schemas.openxmlformats.org/drawingml/2006/main"/>
        </p:blipFill>
        <p:spPr>
          <a:xfrm xmlns:a="http://schemas.openxmlformats.org/drawingml/2006/main">
            <a:off x="2900460" y="1885950"/>
            <a:ext cx="246678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8AB098-8E82-4CB4-99AC-14008A4B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C1A397-21C1-4183-9FB5-D2714484C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7656DB-9DCF-49C0-B1CD-376F76CE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7B12C2-9BB5-4E01-84CF-F3BC5B56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tanks, valves and disposal arrangements before starting.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Monitor the complete sequence; automation does not remove operator responsibility.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F94A89-6126-434A-8AF0-334032ED7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Exploded parts drawing • catalogue page 48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54B465-709F-42AC-B6BB-C4CE507B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8CB962-2361-4C47-8DE4-E62CD8AF2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Operation &amp; 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EF82A3-3DB3-44D9-A67B-76D85911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096</a:t>
            </a:r>
          </a:p>
        </p:txBody>
      </p:sp>
    </p:spTree>
    <p:extLst>
      <p:ext uri="{BB962C8B-B14F-4D97-AF65-F5344CB8AC3E}">
        <p14:creationId xmlns:p14="http://schemas.microsoft.com/office/powerpoint/2010/main" val="334350845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DF4B8E-FFDC-459E-95ED-CC9C78B5E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654122-137B-449F-BBDF-A7B1D52A9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Shift handover preserves unresolved technical information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AACB7A-3DA1-4F69-90D6-5F3130B2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C354DB-160A-4272-B544-92C74261B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Build shift handover preserves unresolved technical information into the approved operating sequence.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CF1AFD-0F4F-4A80-99FE-073473B2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1A991F-EA83-4FD2-A860-302028631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BD5CA4-8CF3-4494-868E-F5D9A362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CAC1DE-4CB4-4D11-8284-8C5D7567C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FCA4EC-0F8B-41D0-A9B7-42BC44350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Operation &amp; Control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C5F57F-F96B-4344-8341-00A0FFB1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097</a:t>
            </a:r>
          </a:p>
        </p:txBody>
      </p:sp>
    </p:spTree>
    <p:extLst>
      <p:ext uri="{BB962C8B-B14F-4D97-AF65-F5344CB8AC3E}">
        <p14:creationId xmlns:p14="http://schemas.microsoft.com/office/powerpoint/2010/main" val="2006920648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034E55-EB4E-451F-9683-41FAE85C7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E1A535-F393-4683-AA09-9E88D895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CB29F9-D91D-41C4-ACD6-A17678B9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52AC29-F3D3-492A-A1BC-8FBCABA7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098</a:t>
            </a:r>
          </a:p>
        </p:txBody>
      </p:sp>
    </p:spTree>
    <p:extLst>
      <p:ext uri="{BB962C8B-B14F-4D97-AF65-F5344CB8AC3E}">
        <p14:creationId xmlns:p14="http://schemas.microsoft.com/office/powerpoint/2010/main" val="1841637650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4698E1-557B-42AB-963E-DA92187C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B8A3F8-B8AA-48CC-9A99-E4B1A7E2F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Daily maintenance protects safety and throughput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498BBC-DE0E-47D3-9264-36565FCB3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100e37769a48a0"/>
          <a:stretch xmlns:a="http://schemas.openxmlformats.org/drawingml/2006/main"/>
        </p:blipFill>
        <p:spPr>
          <a:xfrm xmlns:a="http://schemas.openxmlformats.org/drawingml/2006/main">
            <a:off x="2900460" y="1885950"/>
            <a:ext cx="246678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E5F48E-065F-4114-8BB5-827B5F2A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864F7F-65EB-4B83-A714-67D3397B2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51F5CD-F80D-4A62-BFEA-4EF2762A5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F2B494-F6F7-42FE-9736-1DE3C5FB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C3169F-53AC-4190-83A5-7A364DF3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Exploded parts drawing • catalogue page 52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52712F-3C63-48C8-A1FE-D9653C79C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0AD269-A33A-4EFF-BCCB-DD7E44E3C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9347BF-E581-469A-86CB-3406E4907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099</a:t>
            </a:r>
          </a:p>
        </p:txBody>
      </p:sp>
    </p:spTree>
    <p:extLst>
      <p:ext uri="{BB962C8B-B14F-4D97-AF65-F5344CB8AC3E}">
        <p14:creationId xmlns:p14="http://schemas.microsoft.com/office/powerpoint/2010/main" val="34353200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D96BB2-E4E1-445A-AFB8-1E71DF090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E208BF-AB58-4325-9EA5-C8F96E64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Inspect operating safety and liquid levels before startup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F243A1-9C33-460F-AFBC-912518992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45DFBD-8A2B-46C1-88F0-05BE5B09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Include inspect operating safety and liquid levels before startup in the controlled PPM checklist.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9754F5-7C69-4140-8D00-F0DF44D3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86EE8F-30BF-45F8-8902-E6D2448F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217103-489A-47B8-91F2-CBD4B99E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82FE45-B49E-4168-AA22-7A4A6204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65BA0C-A59E-4A58-9767-B13D2EDC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Preventive Maintenance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DD7E6A-3FB6-4044-8965-697B0D437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</p:spTree>
    <p:extLst>
      <p:ext uri="{BB962C8B-B14F-4D97-AF65-F5344CB8AC3E}">
        <p14:creationId xmlns:p14="http://schemas.microsoft.com/office/powerpoint/2010/main" val="443047915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26C991-8A2A-4B2E-A8BC-6A187C9C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52BDF7-922F-4569-AD56-EEF76E82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Clean the lint filter daily or more often when required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856AEA-7A20-4901-8C84-786AFC2B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4933ff5802482a"/>
          <a:stretch xmlns:a="http://schemas.openxmlformats.org/drawingml/2006/main"/>
        </p:blipFill>
        <p:spPr>
          <a:xfrm xmlns:a="http://schemas.openxmlformats.org/drawingml/2006/main">
            <a:off x="2900460" y="1885950"/>
            <a:ext cx="246678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74ED57-7B66-4FDB-8145-1BD3F764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3653AD-FDB0-4DFA-88D5-17EE04510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F2B3B2-3F83-4670-A5D8-9BD2B2C6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6B0002-6ED8-4408-ADA6-C549236D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sealing and correct seating before restarting.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 restricted lint filter increases drying time and thermal stress.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4D9EC5-69F1-43CF-BD88-562911A5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Exploded parts drawing • catalogue page 56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A3FB5F-35D8-411C-B095-5C705A42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7DDBB0-66A7-4A72-B60B-465417E6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DC7786-0A78-4BFD-A792-7311AFBB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101</a:t>
            </a:r>
          </a:p>
        </p:txBody>
      </p:sp>
    </p:spTree>
    <p:extLst>
      <p:ext uri="{BB962C8B-B14F-4D97-AF65-F5344CB8AC3E}">
        <p14:creationId xmlns:p14="http://schemas.microsoft.com/office/powerpoint/2010/main" val="25713459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9F0A03-6F5B-489A-9841-97A85FA6B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C655CF-820C-44F7-9211-7D256EE28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Clean the button-trap strainer every day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915835-03BC-4B4E-B03C-98F637BC5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3BACA8-AD31-4AAC-A275-1E5A2720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Remove captured objects and lint at least daily.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D18F39-AC0E-4235-BCCA-C13BECEF4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A0D371-9515-4849-A9BA-D517A80F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Check the strainer and seal for damage.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Account for sharp objects and solvent exposure during handling.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EB73AF-AD7F-4CB9-896A-FF067347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AA2831-A9AF-4091-B786-22E7EA744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Preventive Maintenance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99CC00-7941-4C4B-8BC2-47CCDF469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102</a:t>
            </a:r>
          </a:p>
        </p:txBody>
      </p:sp>
    </p:spTree>
    <p:extLst>
      <p:ext uri="{BB962C8B-B14F-4D97-AF65-F5344CB8AC3E}">
        <p14:creationId xmlns:p14="http://schemas.microsoft.com/office/powerpoint/2010/main" val="1529192832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18795A-4F59-42E1-92AC-4241BD2D2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2C91C3-051B-4394-8E97-A4BEB0B18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Inspect door sealing and locking condition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2D46E2-CBAA-41B3-B5DF-338808DB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9e170f171c482d"/>
          <a:stretch xmlns:a="http://schemas.openxmlformats.org/drawingml/2006/main"/>
        </p:blipFill>
        <p:spPr>
          <a:xfrm xmlns:a="http://schemas.openxmlformats.org/drawingml/2006/main">
            <a:off x="2900460" y="1885950"/>
            <a:ext cx="246678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22EF7B-285A-4701-A53F-ADB2FB16E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F43DB1-09BB-401B-AD97-5F04EC297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417B2C-586D-48FA-A3F9-C33A9EF5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4555C0-6D3E-44A9-B065-099CB05E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C1AB1D-00F3-4703-8AAA-25F7E468F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Exploded parts drawing • catalogue page 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40E141-0987-4428-9DE9-F0A14388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31515A-E173-44F1-A023-70F6D8C93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0B5892-87BD-403C-9D45-437AAFEE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103</a:t>
            </a:r>
          </a:p>
        </p:txBody>
      </p:sp>
    </p:spTree>
    <p:extLst>
      <p:ext uri="{BB962C8B-B14F-4D97-AF65-F5344CB8AC3E}">
        <p14:creationId xmlns:p14="http://schemas.microsoft.com/office/powerpoint/2010/main" val="1330556715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2FB39C-73B9-4DE9-845E-750E0A3F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E3789F-4288-444E-A3AF-72E2A4AA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Check sight-glasses for visibility and abnormal condition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9B9AE-7D76-469E-9042-4685AFC7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Include check sight-glasses for visibility and abnormal condition in the controlled PPM checklist.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2D7E37-A11C-4648-B0FC-445E0E7D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6600E1-68DC-446D-9F1F-E994A215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517A30-B7B0-47BC-950A-817029C89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01D18B-8A49-4280-BE9E-3A42A716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7699C4-18E2-4DF5-8182-129B6947E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Preventive Maintenance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206C77-1736-4D0A-ABFB-82F3D6BE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104</a:t>
            </a:r>
          </a:p>
        </p:txBody>
      </p:sp>
    </p:spTree>
    <p:extLst>
      <p:ext uri="{BB962C8B-B14F-4D97-AF65-F5344CB8AC3E}">
        <p14:creationId xmlns:p14="http://schemas.microsoft.com/office/powerpoint/2010/main" val="456188446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19D54F-BD46-4CA1-9393-82B058A6E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CC153A-FD55-42A6-89B3-475AFDBC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Inspect solvent and water separation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4AE79C-7215-42B0-999E-EF99D52D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a53bd02ea346a8"/>
          <a:stretch xmlns:a="http://schemas.openxmlformats.org/drawingml/2006/main"/>
        </p:blipFill>
        <p:spPr>
          <a:xfrm xmlns:a="http://schemas.openxmlformats.org/drawingml/2006/main">
            <a:off x="2894561" y="1885950"/>
            <a:ext cx="247857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E8E4C3-13AF-44D8-B404-FE56A608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0FF9AF-27BC-444D-9230-158CD353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3C95FB-96B8-4015-9336-5C5D2892E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D54978-F5E4-4A84-B4DC-5E0D60AFC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274292-1772-404F-887E-B04FEED24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Exploded parts drawing • catalogue page 64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AC98B2-24EE-4426-8C00-54359347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149896-3E4B-4191-AB56-0B246CD1C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14F736-8433-4628-AF83-F8616755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105</a:t>
            </a:r>
          </a:p>
        </p:txBody>
      </p:sp>
    </p:spTree>
    <p:extLst>
      <p:ext uri="{BB962C8B-B14F-4D97-AF65-F5344CB8AC3E}">
        <p14:creationId xmlns:p14="http://schemas.microsoft.com/office/powerpoint/2010/main" val="1200383527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046199-E5B3-4438-A175-9EDE335CB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E36831-0815-45B7-B0D2-319A5DF0B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Monitor unusual noise, heat and vibration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A970C0-E8F4-4B90-AF17-EA43C08A8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365694-D2F3-4C05-9E2D-E8414522B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Include monitor unusual noise, heat and vibration in the controlled PPM checklist.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2EBCFE-C5FC-4CC6-B861-178255EE7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823613-A6BC-499D-B6B6-30538F12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EB34DF-FA20-4E40-8FD2-056E8E7E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F54A5F-5577-4B1C-B324-CCACBC24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B7E9C5-A192-44EA-B730-BADC429B5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Preventive Maintenance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D820A9-C5BE-46C4-A3E3-3AE3866E4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106</a:t>
            </a:r>
          </a:p>
        </p:txBody>
      </p:sp>
    </p:spTree>
    <p:extLst>
      <p:ext uri="{BB962C8B-B14F-4D97-AF65-F5344CB8AC3E}">
        <p14:creationId xmlns:p14="http://schemas.microsoft.com/office/powerpoint/2010/main" val="99433650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922032-EEF3-4414-8B39-B1E2D813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43A8B9-769E-4056-93EF-545E97739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Weekly maintenance prevents hidden degradation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F28FEA-5870-4BC8-9844-67C987293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7247749c534832"/>
          <a:stretch xmlns:a="http://schemas.openxmlformats.org/drawingml/2006/main"/>
        </p:blipFill>
        <p:spPr>
          <a:xfrm xmlns:a="http://schemas.openxmlformats.org/drawingml/2006/main">
            <a:off x="2971659" y="1885950"/>
            <a:ext cx="232438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0E9287-BF25-4447-9D43-4626C8C4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8E490-A70E-40CB-B358-880593AA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B79FD3-AD70-4F6A-8703-DF8D698B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31DB45-A61C-4BF6-811E-09301389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2481DC-3D0F-4D4B-8728-95882E609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Exploded parts drawing • catalogue page 68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BAC44D-B31A-441B-A691-47838C25F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2EA5FC-3D7E-46E3-B70E-6115D4AAB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40E8BD-4A81-4207-8EA9-99E357D01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107</a:t>
            </a:r>
          </a:p>
        </p:txBody>
      </p:sp>
    </p:spTree>
    <p:extLst>
      <p:ext uri="{BB962C8B-B14F-4D97-AF65-F5344CB8AC3E}">
        <p14:creationId xmlns:p14="http://schemas.microsoft.com/office/powerpoint/2010/main" val="1017897725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15B67A-D3F3-4476-B35C-9B10DA59D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868441-6999-4183-B02D-F90CB16F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Drain water from the compressed-air service unit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340801-2D8E-40E7-AE12-B7677A63C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465A58-A500-4A61-9DCD-64CA4FD6B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Include drain water from the compressed-air service unit in the controlled PPM checklist.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093DFD-0136-4041-B200-5EDB12B7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A38AC0-D7E4-4686-9EBD-A5A3B6742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Raise corrective work for deterioration; a signed checklist alone is not completion.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EC0820-868B-4E8C-8B09-BE2B0316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DE3C87-B243-4FBB-887C-EF1384EC5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Preventive Maintenance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E430AE-F865-43F6-867F-FA01772B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108</a:t>
            </a:r>
          </a:p>
        </p:txBody>
      </p:sp>
    </p:spTree>
    <p:extLst>
      <p:ext uri="{BB962C8B-B14F-4D97-AF65-F5344CB8AC3E}">
        <p14:creationId xmlns:p14="http://schemas.microsoft.com/office/powerpoint/2010/main" val="1178249726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8FDB06-0BE6-4AC2-8A35-A33EE0312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80070E-3497-423B-8E2F-3AF15F136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Run filter maintenance at the specified interval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3BA888-FE5A-4C41-958D-D899C6FC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aa350c808b427e"/>
          <a:stretch xmlns:a="http://schemas.openxmlformats.org/drawingml/2006/main"/>
        </p:blipFill>
        <p:spPr>
          <a:xfrm xmlns:a="http://schemas.openxmlformats.org/drawingml/2006/main">
            <a:off x="2955567" y="1885950"/>
            <a:ext cx="2356566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02F084-32F1-4A2C-807C-712A8277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DE1048-FA51-4022-9101-04318324F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01CBC7-6815-409F-A9C4-4AC22518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7F904A-D2D1-489B-A539-B41F2BF51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D575E2-8642-47AC-B78B-67506F48A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Exploded parts drawing • catalogue page 72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5026E2-6A1B-484F-9C90-F18D2BFC9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9BFBA3-31CB-4FFA-A1B1-82EF90773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35AF30-12EF-4A66-BACD-CBE38EA5C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109</a:t>
            </a:r>
          </a:p>
        </p:txBody>
      </p:sp>
    </p:spTree>
    <p:extLst>
      <p:ext uri="{BB962C8B-B14F-4D97-AF65-F5344CB8AC3E}">
        <p14:creationId xmlns:p14="http://schemas.microsoft.com/office/powerpoint/2010/main" val="555108278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482DA4-9A31-4C57-8BF5-29AE9395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4C88BD-36A7-4981-82D1-362DF6984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Clean the Slimsorba air-filter insert when fitted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C3761E-A730-4F70-B8E2-958E39F52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Include clean the Slimsorba air-filter insert when fitted in the controlled PPM checklist.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CE7404-3ECF-4939-BDA6-8B8246AF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835216-F721-46BE-BF75-ADDA332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F993C3-F5FF-4246-8AC0-C3D31DDF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46FF30-700D-4229-B0B8-D3267D30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DD2724-4023-4B18-8268-EA8C9C989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Preventive Maintenance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A81885-B92F-44F0-8502-0CA7C151A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110</a:t>
            </a:r>
          </a:p>
        </p:txBody>
      </p:sp>
    </p:spTree>
    <p:extLst>
      <p:ext uri="{BB962C8B-B14F-4D97-AF65-F5344CB8AC3E}">
        <p14:creationId xmlns:p14="http://schemas.microsoft.com/office/powerpoint/2010/main" val="1952619045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ED73E4-4DC9-48C9-96BD-A541F28B8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9120B1-5625-416D-8F82-3B1068F0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Check overfill-sensor function at the required interval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ED7271-D805-4BEB-96CE-F1486A262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cd5e006d64950"/>
          <a:stretch xmlns:a="http://schemas.openxmlformats.org/drawingml/2006/main"/>
        </p:blipFill>
        <p:spPr>
          <a:xfrm xmlns:a="http://schemas.openxmlformats.org/drawingml/2006/main">
            <a:off x="2946852" y="1885950"/>
            <a:ext cx="2373996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2ADED2-C1F3-49EE-936B-AC14307B4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8E614B-C1D1-4818-AC5B-485D2101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7EF9F8-42E5-4AE1-8726-1CCF9AFF5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0701F0-11D5-4BE8-9C76-9AF88067B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309B4-5F90-4E70-BA50-FC3E07CE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Exploded parts drawing • catalogue page 76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D6DE7F-02F3-4054-B01B-6A417B662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9BD760-84C7-4B35-9D1B-37E89C8C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9E77C8-2C49-4874-996F-E2300BA9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111</a:t>
            </a:r>
          </a:p>
        </p:txBody>
      </p:sp>
    </p:spTree>
    <p:extLst>
      <p:ext uri="{BB962C8B-B14F-4D97-AF65-F5344CB8AC3E}">
        <p14:creationId xmlns:p14="http://schemas.microsoft.com/office/powerpoint/2010/main" val="1012162513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472016-6E50-40CA-A89B-C0094441A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E74D30-8740-4AD4-AF58-77EE6A46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Monthly lubrication protects the cage bearing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2A5FA5-0F5A-49CB-AA5A-9B266DE0A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1B5920-C834-445A-A884-03C5EB858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specified lubricant, quantity and point.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43B83B-B263-4BA0-A7A0-EE737DCA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BABEE7-505A-4F6C-A2D3-B76E4690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18882C-D4C0-48C1-90EA-686A07D8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Prevent contamination at the grease nipple.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Record date, technician and abnormal bearing observations.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637EDC-19CE-4712-A6AA-0E3F5CF4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CBBDCF-7D61-45B4-BD76-3A200F35A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Preventive Maintenance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E04F56-3F49-4D29-B421-755DF4577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112</a:t>
            </a:r>
          </a:p>
        </p:txBody>
      </p:sp>
    </p:spTree>
    <p:extLst>
      <p:ext uri="{BB962C8B-B14F-4D97-AF65-F5344CB8AC3E}">
        <p14:creationId xmlns:p14="http://schemas.microsoft.com/office/powerpoint/2010/main" val="1488010528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98ACE2-5142-42ED-83F8-D714C9B33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72F82-019E-43F8-AEC4-D694E0AB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Check drive belts for wear, tension and alignment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A760D3-5BA0-41A4-BE97-0F111501D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be857e970240af"/>
          <a:stretch xmlns:a="http://schemas.openxmlformats.org/drawingml/2006/main"/>
        </p:blipFill>
        <p:spPr>
          <a:xfrm xmlns:a="http://schemas.openxmlformats.org/drawingml/2006/main">
            <a:off x="2955567" y="1885950"/>
            <a:ext cx="2356566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18E2BC-B67A-4E06-9B6A-C4951C05E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900658-3601-4FE6-8612-AE35125E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F6C783-B357-4470-B5DA-0126C2673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DBDE88-11C9-4722-8425-C22766D9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The P-series manual identifies a semi-annual belt check; adopt the current OEM interval.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Repeated belt wear is a symptom—correct alignment, loading or bearing causes.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745C5B-D3AB-45FE-92EB-676DCD87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Exploded parts drawing • catalogue page 80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1507BF-D9EF-449C-A51A-2CCEB0390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7CE57D-08F9-4B73-8998-B3E271504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46B46B-D4D3-4488-B791-AE79D38F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113</a:t>
            </a:r>
          </a:p>
        </p:txBody>
      </p:sp>
    </p:spTree>
    <p:extLst>
      <p:ext uri="{BB962C8B-B14F-4D97-AF65-F5344CB8AC3E}">
        <p14:creationId xmlns:p14="http://schemas.microsoft.com/office/powerpoint/2010/main" val="382650084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DD5326-5736-43E6-AABC-B9B76413F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529F49-0E44-4B90-842D-8D298CC9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Inspect sensor faces, cables and mountings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BDFECB-F163-4707-A92E-505AABF6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087AA9-E88E-4831-86B0-C0772BBC0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Include inspect sensor faces, cables and mountings in the controlled PPM checklist.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F733A4-D073-432C-8B94-31E4400D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5B7C4C-36C1-46E0-9FB9-9DB320C11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Raise corrective work for deterioration; a signed checklist alone is not completion.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B0FA52-ED25-4605-A3D6-898E2EDEE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F2B94B-A525-409C-8909-0458344E3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Preventive Maintenance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077057-2ECC-47C1-AEDE-F54DCB00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114</a:t>
            </a:r>
          </a:p>
        </p:txBody>
      </p:sp>
    </p:spTree>
    <p:extLst>
      <p:ext uri="{BB962C8B-B14F-4D97-AF65-F5344CB8AC3E}">
        <p14:creationId xmlns:p14="http://schemas.microsoft.com/office/powerpoint/2010/main" val="1711690064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949996-DDD8-4521-B516-EAAD9BD7E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1F80D4-FBFD-453D-A8EC-70A03594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Keep cooling and heat-transfer surfaces clean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AAB40A-E29C-4747-8639-F665B4AB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98a6954eb348c8"/>
          <a:stretch xmlns:a="http://schemas.openxmlformats.org/drawingml/2006/main"/>
        </p:blipFill>
        <p:spPr>
          <a:xfrm xmlns:a="http://schemas.openxmlformats.org/drawingml/2006/main">
            <a:off x="2955567" y="1885950"/>
            <a:ext cx="2356566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4F3ED7-2D06-4968-A1F3-53730C71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9CC67B-7BDD-48A2-AF5F-7F3D0212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EE39AA-6B8B-477B-83E3-43E3CC9B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872F04-EC49-4964-A9F2-DD648F39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780D8-91ED-4A8A-85AD-18B401173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Exploded parts drawing • catalogue page 84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420364-EE73-4CBE-9FBA-7C8BB9AE3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5700DA-B584-49E4-85D8-E8C9F512B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BEFE80-0BFD-4C67-8AED-744A72B85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</p:spTree>
    <p:extLst>
      <p:ext uri="{BB962C8B-B14F-4D97-AF65-F5344CB8AC3E}">
        <p14:creationId xmlns:p14="http://schemas.microsoft.com/office/powerpoint/2010/main" val="1090751587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51C2C0-3AFC-483F-A28A-FB1A1197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A74FE7-24EF-45BF-B7D1-C589AE20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Inspect hoses, pipes, unions and valves for leakage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5C8513-982E-456A-AA43-FCE397FB8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Include inspect hoses, pipes, unions and valves for leakage in the controlled PPM checklist.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C86939-F7E2-4F7A-9952-917C89D05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9A5734-3858-4D64-BB62-7C68F386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B1A780-6E3B-4E7B-A898-23D757672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F1AB02-0283-43EE-A40F-5A40C02D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B5F771-D943-488B-8832-4A7DF614D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Preventive Maintenance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16A669-3DEE-400B-9BF8-571C896C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116</a:t>
            </a:r>
          </a:p>
        </p:txBody>
      </p:sp>
    </p:spTree>
    <p:extLst>
      <p:ext uri="{BB962C8B-B14F-4D97-AF65-F5344CB8AC3E}">
        <p14:creationId xmlns:p14="http://schemas.microsoft.com/office/powerpoint/2010/main" val="185145688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8BB621-A61B-4422-AB67-A3A79E48E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7C466B-B3F8-451A-8D4B-12FD4238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Clean tanks only through the approved maintenance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9AF6BF-1CFE-4FA3-A55D-CFA2604F4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F78F76-5702-4B47-82A0-309FA74E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256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Include clean tanks only through the approved maintenance sequence in the controlled PPM checklist.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0E75B7-5804-492E-AA9D-807C96AA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79D01A-734A-47B7-9897-02CDBA41A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Raise corrective work for deterioration; a signed checklist alone is not completion.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F6EBB9-F987-4C27-B080-89861D7C2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ACC772-1E86-471F-9559-544B0A21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Preventive Maintenance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488A58-D987-40B3-9571-D22359AB0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117</a:t>
            </a:r>
          </a:p>
        </p:txBody>
      </p:sp>
    </p:spTree>
    <p:extLst>
      <p:ext uri="{BB962C8B-B14F-4D97-AF65-F5344CB8AC3E}">
        <p14:creationId xmlns:p14="http://schemas.microsoft.com/office/powerpoint/2010/main" val="1789413440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C808BD-8B16-4AC5-8D2D-04894A95C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20AE53-C759-46C0-ACD7-B160BE3B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Maintenance records must show evidence and closure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1ADD2F-C4C3-4417-8410-0E96BD9A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15F0CA-4673-478D-88E4-D4015BD51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Include maintenance records must show evidence and closure in the controlled PPM checklist.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C24177-1575-46DD-9394-3AF6AF73F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227405-9BC7-4432-8EB9-F57FC42FB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C9293F-DE89-47BA-99E6-5DE0A6F2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BA4499-1791-4164-A2C3-00E73B4EE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A2C083-3E03-4157-9EB4-34B2146F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Preventive Maintenance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5C12DA-3992-4267-8FA3-6E4FB931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118</a:t>
            </a:r>
          </a:p>
        </p:txBody>
      </p:sp>
    </p:spTree>
    <p:extLst>
      <p:ext uri="{BB962C8B-B14F-4D97-AF65-F5344CB8AC3E}">
        <p14:creationId xmlns:p14="http://schemas.microsoft.com/office/powerpoint/2010/main" val="646411149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6AAA52-D6EF-4656-BB47-6742486AC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1EC77C-234C-4E12-A861-4AAC639F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E291B7-7FA1-47AE-AC3C-A2E36EAB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325754-5204-4085-92BB-DB412BE9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119</a:t>
            </a:r>
          </a:p>
        </p:txBody>
      </p:sp>
    </p:spTree>
    <p:extLst>
      <p:ext uri="{BB962C8B-B14F-4D97-AF65-F5344CB8AC3E}">
        <p14:creationId xmlns:p14="http://schemas.microsoft.com/office/powerpoint/2010/main" val="682216904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C9EA93-B1A5-4C5F-BD04-20CA1D199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4C1416-151A-433E-925A-1632442C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Start diagnosis with the first abnormal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94E615-FFFD-497F-88C3-CEB01B0A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948690-DDCC-4CC5-8366-717CC90B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365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start diagnosis with the first abnormal evidence to narrow the fault without unsafe trial-and-error.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525817-714D-4AA8-8881-EBA6BD9D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E5273D-36CF-430B-890B-5D21F51F5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Confirm the cause with repeatable evidence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Document the repair, functional test and lessons for future prevention.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28A65D-FFD5-42B1-8F2E-9320B85B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7D083A-C32C-4A90-8245-BE7A1CE4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Troubleshooting &amp; Spares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143F27-1F76-40C5-A3C8-FA8C15B23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120</a:t>
            </a:r>
          </a:p>
        </p:txBody>
      </p:sp>
    </p:spTree>
    <p:extLst>
      <p:ext uri="{BB962C8B-B14F-4D97-AF65-F5344CB8AC3E}">
        <p14:creationId xmlns:p14="http://schemas.microsoft.com/office/powerpoint/2010/main" val="467563563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DA88FC-39E5-42B2-8FC2-7E92D5CA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55D850-D527-41FD-898A-014AA1522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Do not reset repeatedly without finding the cause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92C4F7-F65E-4D94-8824-BC536F83B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867ED5-EECA-4EB1-AC31-CFAB5974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do not reset repeatedly without finding the cause to narrow the fault without unsafe trial-and-error.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5A45A0-B7EA-46F9-A29D-79CCFB1FD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F434D2-FEB2-4532-983A-70F7F3BD0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E68DC3-932C-4A0F-8594-9844B5F26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cause with repeatable evidence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Document the repair, functional test and lessons for future prevention.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D7D51F-639B-4BA2-B54A-416A9EA2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A69A9B-5FEE-4881-8B4A-8E76130D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Troubleshooting &amp; Spares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19D5DD-1AB4-49C9-9962-BC813DC1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121</a:t>
            </a:r>
          </a:p>
        </p:txBody>
      </p:sp>
    </p:spTree>
    <p:extLst>
      <p:ext uri="{BB962C8B-B14F-4D97-AF65-F5344CB8AC3E}">
        <p14:creationId xmlns:p14="http://schemas.microsoft.com/office/powerpoint/2010/main" val="329491521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60B0C8-2483-4C4E-89DB-8B277049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1D39E6-39E8-405D-9CF3-E34A1062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Separate process faults from component faults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BC50EB-ADCE-4629-B824-DADE8A99A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separate process faults from component faults to narrow the fault without unsafe trial-and-error.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cause with repeatable evidence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Document the repair, functional test and lessons for future prevention.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6003E6-5194-4AE3-8BA7-D9604FBA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A5F139-BFE4-4408-B5A8-58D5C903A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DB52C5-2FA8-4159-AE02-292F6CAE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71FC25-842E-421C-A26A-CCFFA5D7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C8BC3B-81D6-4604-BB7E-5C2432638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Troubleshooting &amp; Spares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090FFA-1BE5-4D62-B35E-5C7C54A83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122</a:t>
            </a:r>
          </a:p>
        </p:txBody>
      </p:sp>
    </p:spTree>
    <p:extLst>
      <p:ext uri="{BB962C8B-B14F-4D97-AF65-F5344CB8AC3E}">
        <p14:creationId xmlns:p14="http://schemas.microsoft.com/office/powerpoint/2010/main" val="1525824932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4B7B1E-6611-4FF1-BD39-FDBA6DEBE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DD35F5-F07D-4E8B-A323-C8731FF45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trends to confirm intermittent failures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61CE94-BE0F-4986-B4C8-F29AC143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B30332-481D-4FFC-BB48-FED41460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964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use trends to confirm intermittent failures to narrow the fault without unsafe trial-and-error.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B88F3C-9DCD-4E9A-857A-FF1B0C461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06EAB0-E2EE-4FF8-8EB8-3C3807BB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Confirm the cause with repeatable evidence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Document the repair, functional test and lessons for future prevention.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90968B-5074-4F32-BA4B-C323363D9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242F16-8055-46D5-B05F-BECFB26E1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Troubleshooting &amp; Spares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271B5B-3CC3-4788-AC9E-883B100A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123</a:t>
            </a:r>
          </a:p>
        </p:txBody>
      </p:sp>
    </p:spTree>
    <p:extLst>
      <p:ext uri="{BB962C8B-B14F-4D97-AF65-F5344CB8AC3E}">
        <p14:creationId xmlns:p14="http://schemas.microsoft.com/office/powerpoint/2010/main" val="290324912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58D08A-C8E6-4D0C-808C-F4B178B0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7A8B02-0DEF-42B9-92EE-9372B5F2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Verify repair effectiveness with a controlled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887033-8A90-4D15-BCF8-B3B57D6B8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DCBDA2-9EE1-484F-BA54-6C2D399E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verify repair effectiveness with a controlled test to narrow the fault without unsafe trial-and-error.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CE45FD-8DB0-4184-A0E6-DD38BD5F3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8A3101-3FEE-496B-BBBB-26D8C50B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5C7ACD-BBC4-4B85-8BD6-643F45E71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cause with repeatable evidence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Document the repair, functional test and lessons for future prevention.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D4F61C-C673-4B0C-928D-AA1966C96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A9E259-6AD4-48A5-880A-0837CAE89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Troubleshooting &amp; Spares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803F11-3C54-4930-8062-B8B46841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124</a:t>
            </a:r>
          </a:p>
        </p:txBody>
      </p:sp>
    </p:spTree>
    <p:extLst>
      <p:ext uri="{BB962C8B-B14F-4D97-AF65-F5344CB8AC3E}">
        <p14:creationId xmlns:p14="http://schemas.microsoft.com/office/powerpoint/2010/main" val="1462157112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4E36CD-76F5-41EF-A3AA-ABDF72B8B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5FD681-979B-40CF-B96A-41BBA5F9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Order spare parts using model, serial number and year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576259-5237-4F8D-A92D-F4BE467B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State BÖWE P30, machine serial number and manufacturing year.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installed options and modification status.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the OEM designation and part number; retain traceability after installation.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FAFECC-5AA2-4B98-86CF-62F47056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C18B13-4FE9-4ED9-811F-0805074E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AE589C-7677-4866-A7B1-F06B5EA3E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3EDF2C-BB6D-4481-85F5-397A37CEC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E7B3E3-6952-4F90-BD36-CF1ECC7AF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Troubleshooting &amp; Spares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0A95E1-2E74-499D-BE2F-13755335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125</a:t>
            </a:r>
          </a:p>
        </p:txBody>
      </p:sp>
    </p:spTree>
    <p:extLst>
      <p:ext uri="{BB962C8B-B14F-4D97-AF65-F5344CB8AC3E}">
        <p14:creationId xmlns:p14="http://schemas.microsoft.com/office/powerpoint/2010/main" val="2118425199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E22EB5-EE4B-4FE2-9815-9BDD41818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EBFA1E-A574-4E77-90DB-7FC14AAF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Configuration and modification status control compatibility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BB0B98-E5E4-4E58-832B-E0004EEB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060DB0-0478-48E4-8866-80FDBD378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248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configuration and modification status control compatibility to narrow the fault without unsafe trial-and-error.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03E77D-D39E-497E-8C29-5C0A92B8B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A8CE57-4F04-4EC4-A0F0-EF3375DBD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Confirm the cause with repeatable evidence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Document the repair, functional test and lessons for future prevention.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81062-A7B3-4F19-939C-7044A8A7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22FEB1-3268-4F0C-BD96-9AA010D55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Troubleshooting &amp; Spares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47EB4D-F1D6-4C2C-BD3D-21CF72CD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126</a:t>
            </a:r>
          </a:p>
        </p:txBody>
      </p:sp>
    </p:spTree>
    <p:extLst>
      <p:ext uri="{BB962C8B-B14F-4D97-AF65-F5344CB8AC3E}">
        <p14:creationId xmlns:p14="http://schemas.microsoft.com/office/powerpoint/2010/main" val="373881470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031097-FC03-441B-8A07-0C28D577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35047D-CCD8-4C15-99F4-F6DD7CD2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Competency is demonstrated by safe repeatable execution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D13E83-390B-4581-934D-AA13D8F2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7EBD97-326B-48A8-9A6E-45954B967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competency is demonstrated by safe repeatable execution to narrow the fault without unsafe trial-and-error.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D660CD-492C-4CE5-8530-E204230F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5C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0D5557-F7B8-43AF-8AD2-05B5F9E0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860398-8D7F-48A1-967D-F0F0957D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cause with repeatable evidence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Document the repair, functional test and lessons for future prevention.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754D8C-7733-4A0B-9475-98D136C5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A3EEAB-4731-4624-A8E3-EF178090A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Troubleshooting &amp; Spares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36A255-8D3A-43DA-9FC6-E5589F411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127</a:t>
            </a:r>
          </a:p>
        </p:txBody>
      </p:sp>
    </p:spTree>
    <p:extLst>
      <p:ext uri="{BB962C8B-B14F-4D97-AF65-F5344CB8AC3E}">
        <p14:creationId xmlns:p14="http://schemas.microsoft.com/office/powerpoint/2010/main" val="1597367405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79EA0C-45B7-4B64-B07B-087AD3A8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Competence is safe, repeatable 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761E08-34F6-4E22-8845-71C33CEEB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71625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Before independent work, the technician should demonstrate: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942961-5F8A-4F09-A33E-B32C94D6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52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44FEFE-0847-424D-9ED7-47CD5C70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33625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Correct machine and document identification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47C5C0-F938-4A4C-951D-201253894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622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376811-A965-441E-BCF0-6CFE9BC5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81325"/>
            <a:ext cx="52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27CA26-8A44-4D3C-BC0C-36EFF58AB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81325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Hazard recognition and verified isolation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108C5D-025E-4392-AC62-6DF348E40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099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23A0C5-4136-4D72-BAA3-45A70DEFA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29025"/>
            <a:ext cx="52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369140-C2B5-4FB8-8382-F13CCC8E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29025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Systematic inspection and evidence-based diagnosis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1CD6A9-12EE-455A-8456-BDAD9BD01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576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3AAB37-A277-4DCF-8627-C10736DA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76725"/>
            <a:ext cx="52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D86CF1-8B8F-4D07-BE65-BE4DAFA59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76725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OEM-compliant maintenance and parts control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645D07-528C-42E2-B7E4-2B239F434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9D27E0-0845-4387-8E86-B8CAFF11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24425"/>
            <a:ext cx="52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38269D-1F81-49B6-A272-156B6182E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24425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Controlled functional test and complete handover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D481BB-FF4E-44F0-ABAD-C10BD21DD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530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39EB3A-9D93-4E72-AAD4-40DC12D6F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517892-BBE3-4F89-8A6E-8639A7E5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P30  |  Competency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78A06-6439-48FD-8ACE-A468ED1E5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128</a:t>
            </a:r>
          </a:p>
        </p:txBody>
      </p:sp>
    </p:spTree>
    <p:extLst>
      <p:ext uri="{BB962C8B-B14F-4D97-AF65-F5344CB8AC3E}">
        <p14:creationId xmlns:p14="http://schemas.microsoft.com/office/powerpoint/2010/main" val="126370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2026-08-14T21:45:17.5350000Z</dcterms:created>
  <dcterms:modified xsi:type="dcterms:W3CDTF">2026-08-14T21:45:17.5350000Z</dcterms:modified>
</coreProperties>
</file>