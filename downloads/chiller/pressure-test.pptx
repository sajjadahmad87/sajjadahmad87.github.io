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a18b6215c040ad" /><Relationship Type="http://schemas.openxmlformats.org/officeDocument/2006/relationships/extended-properties" Target="/docProps/app.xml" Id="Reb297cd75139484c" /><Relationship Type="http://schemas.openxmlformats.org/officeDocument/2006/relationships/officeDocument" Target="/ppt/presentation.xml" Id="R505f1765ea7d45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ef226b57b4432"/>
  </p:sldMasterIdLst>
  <p:notesMasterIdLst>
    <p:notesMasterId xmlns:r="http://schemas.openxmlformats.org/officeDocument/2006/relationships" r:id="R2f5c136b1cd84d97"/>
  </p:notesMasterIdLst>
  <p:sldIdLst>
    <p:sldId xmlns:r="http://schemas.openxmlformats.org/officeDocument/2006/relationships" id="256" r:id="R201d0b7629504028"/>
    <p:sldId xmlns:r="http://schemas.openxmlformats.org/officeDocument/2006/relationships" id="257" r:id="R8d3e029b81e74cc4"/>
    <p:sldId xmlns:r="http://schemas.openxmlformats.org/officeDocument/2006/relationships" id="258" r:id="Ref5c7cdb3be24c95"/>
    <p:sldId xmlns:r="http://schemas.openxmlformats.org/officeDocument/2006/relationships" id="259" r:id="Rd2506343042c4fd4"/>
    <p:sldId xmlns:r="http://schemas.openxmlformats.org/officeDocument/2006/relationships" id="260" r:id="R9dad5ff0e3494bdf"/>
    <p:sldId xmlns:r="http://schemas.openxmlformats.org/officeDocument/2006/relationships" id="261" r:id="Rb2f41c6584a745b2"/>
    <p:sldId xmlns:r="http://schemas.openxmlformats.org/officeDocument/2006/relationships" id="262" r:id="R7d883babf45d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ea881acb142ab" /><Relationship Type="http://schemas.openxmlformats.org/officeDocument/2006/relationships/slideMaster" Target="/ppt/slideMasters/slideMaster1.xml" Id="Rd5bef226b57b4432" /><Relationship Type="http://schemas.openxmlformats.org/officeDocument/2006/relationships/notesMaster" Target="/ppt/notesMasters/notesMaster1.xml" Id="R2f5c136b1cd84d97" /><Relationship Type="http://schemas.openxmlformats.org/officeDocument/2006/relationships/presProps" Target="/ppt/presProps.xml" Id="R348c35495b1e4c93" /><Relationship Type="http://schemas.openxmlformats.org/officeDocument/2006/relationships/tableStyles" Target="/ppt/tableStyles.xml" Id="R9f4b9d9101d34918" /><Relationship Type="http://schemas.openxmlformats.org/officeDocument/2006/relationships/slide" Target="/ppt/slides/slide1.xml" Id="R201d0b7629504028" /><Relationship Type="http://schemas.openxmlformats.org/officeDocument/2006/relationships/slide" Target="/ppt/slides/slide2.xml" Id="R8d3e029b81e74cc4" /><Relationship Type="http://schemas.openxmlformats.org/officeDocument/2006/relationships/slide" Target="/ppt/slides/slide3.xml" Id="Ref5c7cdb3be24c95" /><Relationship Type="http://schemas.openxmlformats.org/officeDocument/2006/relationships/slide" Target="/ppt/slides/slide4.xml" Id="Rd2506343042c4fd4" /><Relationship Type="http://schemas.openxmlformats.org/officeDocument/2006/relationships/slide" Target="/ppt/slides/slide5.xml" Id="R9dad5ff0e3494bdf" /><Relationship Type="http://schemas.openxmlformats.org/officeDocument/2006/relationships/slide" Target="/ppt/slides/slide6.xml" Id="Rb2f41c6584a745b2" /><Relationship Type="http://schemas.openxmlformats.org/officeDocument/2006/relationships/slide" Target="/ppt/slides/slide7.xml" Id="R7d883babf45d4a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8f7305770f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467aff2fe43a8" /><Relationship Type="http://schemas.openxmlformats.org/officeDocument/2006/relationships/notesMaster" Target="/ppt/notesMasters/notesMaster1.xml" Id="Rc723ba7546e744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215e5209a04628" /><Relationship Type="http://schemas.openxmlformats.org/officeDocument/2006/relationships/notesMaster" Target="/ppt/notesMasters/notesMaster1.xml" Id="R154fdcae0bb741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66a12905b545c8" /><Relationship Type="http://schemas.openxmlformats.org/officeDocument/2006/relationships/notesMaster" Target="/ppt/notesMasters/notesMaster1.xml" Id="Rb22fdca4a8b94e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526a5f7014afc" /><Relationship Type="http://schemas.openxmlformats.org/officeDocument/2006/relationships/notesMaster" Target="/ppt/notesMasters/notesMaster1.xml" Id="Rdf66b4b6d29f47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b70b775069400e" /><Relationship Type="http://schemas.openxmlformats.org/officeDocument/2006/relationships/notesMaster" Target="/ppt/notesMasters/notesMaster1.xml" Id="R6cf9b79e5a44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3860f64a874ebf" /><Relationship Type="http://schemas.openxmlformats.org/officeDocument/2006/relationships/notesMaster" Target="/ppt/notesMasters/notesMaster1.xml" Id="R60846b3e093741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294a415fcf4448" /><Relationship Type="http://schemas.openxmlformats.org/officeDocument/2006/relationships/notesMaster" Target="/ppt/notesMasters/notesMaster1.xml" Id="R9fc947a249d0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Project chilled-water supply and return lines CH3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09273ae52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83af5f3e6c4462" /><Relationship Type="http://schemas.openxmlformats.org/officeDocument/2006/relationships/slideLayout" Target="/ppt/slideLayouts/slideLayout1.xml" Id="Rc9785ea759fd46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785ea759fd46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0a73f22b4384" /><Relationship Type="http://schemas.openxmlformats.org/officeDocument/2006/relationships/notesSlide" Target="/ppt/notesSlides/notesSlide1.xml" Id="R737ccdb8ca9644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2cbd57f27460a" /><Relationship Type="http://schemas.openxmlformats.org/officeDocument/2006/relationships/notesSlide" Target="/ppt/notesSlides/notesSlide2.xml" Id="R46eebf3da6e9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8c04ec8c74f04" /><Relationship Type="http://schemas.openxmlformats.org/officeDocument/2006/relationships/notesSlide" Target="/ppt/notesSlides/notesSlide3.xml" Id="Rb687a268bbbc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da3073fab495f" /><Relationship Type="http://schemas.openxmlformats.org/officeDocument/2006/relationships/notesSlide" Target="/ppt/notesSlides/notesSlide4.xml" Id="R4fb7ac4ebeb545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fb1e971584fff" /><Relationship Type="http://schemas.openxmlformats.org/officeDocument/2006/relationships/notesSlide" Target="/ppt/notesSlides/notesSlide5.xml" Id="R70d714d791664f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b7ccc03fc4e22" /><Relationship Type="http://schemas.openxmlformats.org/officeDocument/2006/relationships/notesSlide" Target="/ppt/notesSlides/notesSlide6.xml" Id="Ra0b33859116c42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56831bd23421a" /><Relationship Type="http://schemas.openxmlformats.org/officeDocument/2006/relationships/notesSlide" Target="/ppt/notesSlides/notesSlide7.xml" Id="R9988d55d2ccc44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38C05-6C41-4D52-BF42-F614D4E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3F97A-A6F1-4C0A-AC87-1FD704B7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Chilled-Water Pressure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8CD8E-E260-441A-8AFB-63690719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Supply and return piping integrity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5C706-93F3-4932-8203-DE89B4C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47489-0C40-4E80-A1AB-ECB92D9D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FDD22-F0BF-49CD-A977-F183180A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427394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82D20-C390-4C08-9762-D474351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332F3-DDA5-475A-9AAB-CE579372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0043F-C04D-41F6-B23F-BAD15AC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2B0CC-F4D7-4501-B4B7-51BEABC0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5566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EE1AD-022B-4AE6-BBC9-C84E6AF7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8844E-D303-4B53-9B50-2049FD23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Pressure remained at 10 bar for both CH3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B172D-EBC2-44C0-8519-19E1B490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51363-B32C-48A6-BFB0-7C50EC1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59BCD-28A3-4A98-86E6-CA765F1A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pressure, 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DD4B7-3007-44CD-9D09-CF43956F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9FD42-7BDE-4D43-AEB1-29519B10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312AE-F46A-429F-82BB-83AB4208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pressure, 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AA71A-2B61-4C28-92EB-B03EF19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4C6B0-BB97-4B8C-93D2-BC443A4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21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B79A2-891A-40A4-81B9-9CEE4C09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test duration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FCDE5-1084-4F3A-B55B-67FC0D66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DFCFA-5359-486A-A3AF-AB349B75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C6894-9938-4641-A0AD-25B2DB1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0098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34A11-1C43-4A33-A803-FE3641BD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4B2D5-D2E2-40C6-B638-03C08E9F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report records no pressure decay across the test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2A9A-073B-448F-BCBC-99BE3D5A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Supply chilled-water line CH3 was tested. • Return chilled-water line CH3 was tested.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6FA65-C3D7-4532-AA85-66CAFDF2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DFED5-50B1-416B-B359-562ED62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Initial readings were taken 17 April at 5 PM. • Final readings were taken 18 April at 2 PM.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26F6C-8EAD-4269-A89E-93D986E8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B3CBE-FDB4-45F6-9968-0AC072F4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5C74B-AA08-473D-88D8-657FD36D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36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D30D4-565D-46A5-B3BE-08F79B2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451E5-1394-44F9-A5A9-2E41DEB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1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Closeout should confirm the complete pressure-test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74573-42DB-4EDB-BD3E-5330760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isolated valves, blanking points and tested pipe sections. • Verify gauge range, calibration and elevation correction where applicable.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6F40E-1FF7-4F85-A039-3C60D0F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DA293-093C-4C53-AA5B-4792C450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leak inspection results at joints, valves and equipment connections. • Confirm safe depressurization and reinstatement after acceptance.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45F34-BDFA-47B8-B41F-3D7B166D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F4838-8CE6-490F-A6AC-780662A1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47E05-71AF-4B87-9C22-7BB777DF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43135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50A5B-63DE-44A3-98B1-EC280967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5079E-D643-47B6-B6A1-75044B02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Pressure-test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1F7A2-52F9-447A-AB32-CE21BA22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BD31B-1E55-4F36-AC63-D7233069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E8BA0-F576-4185-946F-F80E3DD3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chilled-water supply and return lines CH3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EBB2A-89F6-4878-B8D5-E924C1A9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D7B39-7AC8-4263-BE84-B19393D4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00CD0-34E2-4BDF-9A04-5E7A7CF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88076-D1B7-4DAD-B532-2E23EAF5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0661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93B5D-FACE-4EE3-AA73-8127049A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B5DDC-0AD9-4D6B-82B3-C97EABF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E03CF-C4A6-4390-8088-4212ED5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5BDD1-4ED8-4602-BAF3-6BE79F1B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F7346-7C48-4FBB-B8F0-702E6C4A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BBD1C-F8C2-42AE-8E75-2A711B97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88853-D5D4-4562-96ED-74C7629C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EC32F-3C9A-45C6-A3A0-9336C52D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1055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2026-08-15T02:49:47.8810000Z</dcterms:created>
  <dcterms:modified xsi:type="dcterms:W3CDTF">2026-08-15T02:49:47.8810000Z</dcterms:modified>
</coreProperties>
</file>