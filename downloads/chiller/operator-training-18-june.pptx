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fd1333d18c4c68" /><Relationship Type="http://schemas.openxmlformats.org/officeDocument/2006/relationships/extended-properties" Target="/docProps/app.xml" Id="R7c6890b32fa44798" /><Relationship Type="http://schemas.openxmlformats.org/officeDocument/2006/relationships/officeDocument" Target="/ppt/presentation.xml" Id="R598a84e630f84e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cf919f5af54596"/>
  </p:sldMasterIdLst>
  <p:notesMasterIdLst>
    <p:notesMasterId xmlns:r="http://schemas.openxmlformats.org/officeDocument/2006/relationships" r:id="R77c992f358854a32"/>
  </p:notesMasterIdLst>
  <p:sldIdLst>
    <p:sldId xmlns:r="http://schemas.openxmlformats.org/officeDocument/2006/relationships" id="256" r:id="Rf156a38e800f4161"/>
    <p:sldId xmlns:r="http://schemas.openxmlformats.org/officeDocument/2006/relationships" id="257" r:id="Re42ceba0b2054e1b"/>
    <p:sldId xmlns:r="http://schemas.openxmlformats.org/officeDocument/2006/relationships" id="258" r:id="R636a941c27b7468d"/>
    <p:sldId xmlns:r="http://schemas.openxmlformats.org/officeDocument/2006/relationships" id="259" r:id="R1fba6de2e6af4c88"/>
    <p:sldId xmlns:r="http://schemas.openxmlformats.org/officeDocument/2006/relationships" id="260" r:id="R91325e319c0d496c"/>
    <p:sldId xmlns:r="http://schemas.openxmlformats.org/officeDocument/2006/relationships" id="261" r:id="R2d257cd349a04b3c"/>
    <p:sldId xmlns:r="http://schemas.openxmlformats.org/officeDocument/2006/relationships" id="262" r:id="Rfb8e1cf018064c24"/>
    <p:sldId xmlns:r="http://schemas.openxmlformats.org/officeDocument/2006/relationships" id="263" r:id="R2335941b92494ba1"/>
    <p:sldId xmlns:r="http://schemas.openxmlformats.org/officeDocument/2006/relationships" id="264" r:id="R7ae9d03e4a7e446a"/>
    <p:sldId xmlns:r="http://schemas.openxmlformats.org/officeDocument/2006/relationships" id="265" r:id="Rd308134b9a1746a2"/>
    <p:sldId xmlns:r="http://schemas.openxmlformats.org/officeDocument/2006/relationships" id="266" r:id="R41ad7c3b458c483b"/>
    <p:sldId xmlns:r="http://schemas.openxmlformats.org/officeDocument/2006/relationships" id="267" r:id="Rddccffe1f11e4a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51d96a448c4d31" /><Relationship Type="http://schemas.openxmlformats.org/officeDocument/2006/relationships/slideMaster" Target="/ppt/slideMasters/slideMaster1.xml" Id="R65cf919f5af54596" /><Relationship Type="http://schemas.openxmlformats.org/officeDocument/2006/relationships/notesMaster" Target="/ppt/notesMasters/notesMaster1.xml" Id="R77c992f358854a32" /><Relationship Type="http://schemas.openxmlformats.org/officeDocument/2006/relationships/presProps" Target="/ppt/presProps.xml" Id="Rbb28da883dd64724" /><Relationship Type="http://schemas.openxmlformats.org/officeDocument/2006/relationships/tableStyles" Target="/ppt/tableStyles.xml" Id="R15d0d2831c73406b" /><Relationship Type="http://schemas.openxmlformats.org/officeDocument/2006/relationships/slide" Target="/ppt/slides/slide1.xml" Id="Rf156a38e800f4161" /><Relationship Type="http://schemas.openxmlformats.org/officeDocument/2006/relationships/slide" Target="/ppt/slides/slide2.xml" Id="Re42ceba0b2054e1b" /><Relationship Type="http://schemas.openxmlformats.org/officeDocument/2006/relationships/slide" Target="/ppt/slides/slide3.xml" Id="R636a941c27b7468d" /><Relationship Type="http://schemas.openxmlformats.org/officeDocument/2006/relationships/slide" Target="/ppt/slides/slide4.xml" Id="R1fba6de2e6af4c88" /><Relationship Type="http://schemas.openxmlformats.org/officeDocument/2006/relationships/slide" Target="/ppt/slides/slide5.xml" Id="R91325e319c0d496c" /><Relationship Type="http://schemas.openxmlformats.org/officeDocument/2006/relationships/slide" Target="/ppt/slides/slide6.xml" Id="R2d257cd349a04b3c" /><Relationship Type="http://schemas.openxmlformats.org/officeDocument/2006/relationships/slide" Target="/ppt/slides/slide7.xml" Id="Rfb8e1cf018064c24" /><Relationship Type="http://schemas.openxmlformats.org/officeDocument/2006/relationships/slide" Target="/ppt/slides/slide8.xml" Id="R2335941b92494ba1" /><Relationship Type="http://schemas.openxmlformats.org/officeDocument/2006/relationships/slide" Target="/ppt/slides/slide9.xml" Id="R7ae9d03e4a7e446a" /><Relationship Type="http://schemas.openxmlformats.org/officeDocument/2006/relationships/slide" Target="/ppt/slides/slide10.xml" Id="Rd308134b9a1746a2" /><Relationship Type="http://schemas.openxmlformats.org/officeDocument/2006/relationships/slide" Target="/ppt/slides/slide11.xml" Id="R41ad7c3b458c483b" /><Relationship Type="http://schemas.openxmlformats.org/officeDocument/2006/relationships/slide" Target="/ppt/slides/slide12.xml" Id="Rddccffe1f11e4a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856b73ee9548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5553a3dc28474b" /><Relationship Type="http://schemas.openxmlformats.org/officeDocument/2006/relationships/notesMaster" Target="/ppt/notesMasters/notesMaster1.xml" Id="Re8793ca8ddb846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22f3da41a64fd2" /><Relationship Type="http://schemas.openxmlformats.org/officeDocument/2006/relationships/notesMaster" Target="/ppt/notesMasters/notesMaster1.xml" Id="R49aed45016b346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01b0a8a1214164" /><Relationship Type="http://schemas.openxmlformats.org/officeDocument/2006/relationships/notesMaster" Target="/ppt/notesMasters/notesMaster1.xml" Id="Rec32c2d3f0f94e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b4eee03c4c4555" /><Relationship Type="http://schemas.openxmlformats.org/officeDocument/2006/relationships/notesMaster" Target="/ppt/notesMasters/notesMaster1.xml" Id="R5eba997ed01447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27fe397bf3404d" /><Relationship Type="http://schemas.openxmlformats.org/officeDocument/2006/relationships/notesMaster" Target="/ppt/notesMasters/notesMaster1.xml" Id="R2555dbf3d04347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a882a8562c46c8" /><Relationship Type="http://schemas.openxmlformats.org/officeDocument/2006/relationships/notesMaster" Target="/ppt/notesMasters/notesMaster1.xml" Id="R7667f282eeec4f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bea690c514a4787" /><Relationship Type="http://schemas.openxmlformats.org/officeDocument/2006/relationships/notesMaster" Target="/ppt/notesMasters/notesMaster1.xml" Id="R7ee6f8b42c0b4d8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84f17b56554123" /><Relationship Type="http://schemas.openxmlformats.org/officeDocument/2006/relationships/notesMaster" Target="/ppt/notesMasters/notesMaster1.xml" Id="R94f08edcfe7046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5fbb4aa98d4a9b" /><Relationship Type="http://schemas.openxmlformats.org/officeDocument/2006/relationships/notesMaster" Target="/ppt/notesMasters/notesMaster1.xml" Id="R7199032be985498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fecf67b2074467" /><Relationship Type="http://schemas.openxmlformats.org/officeDocument/2006/relationships/notesMaster" Target="/ppt/notesMasters/notesMaster1.xml" Id="R5188d3b3e722458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f7dc0f88c440b8" /><Relationship Type="http://schemas.openxmlformats.org/officeDocument/2006/relationships/notesMaster" Target="/ppt/notesMasters/notesMaster1.xml" Id="R0518bb73e9134a8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7524189bda4007" /><Relationship Type="http://schemas.openxmlformats.org/officeDocument/2006/relationships/notesMaster" Target="/ppt/notesMasters/notesMaster1.xml" Id="R39067a95863844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51e0863d514d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67b4af161d497a" /><Relationship Type="http://schemas.openxmlformats.org/officeDocument/2006/relationships/slideLayout" Target="/ppt/slideLayouts/slideLayout1.xml" Id="R9b10b7ee3c6244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10b7ee3c6244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647332520465c" /><Relationship Type="http://schemas.openxmlformats.org/officeDocument/2006/relationships/notesSlide" Target="/ppt/notesSlides/notesSlide1.xml" Id="R8a2dcc17da8743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adf814c314f64" /><Relationship Type="http://schemas.openxmlformats.org/officeDocument/2006/relationships/notesSlide" Target="/ppt/notesSlides/notesSlide2.xml" Id="R3083f40ffb7c46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d0a1392f4d8a" /><Relationship Type="http://schemas.openxmlformats.org/officeDocument/2006/relationships/notesSlide" Target="/ppt/notesSlides/notesSlide3.xml" Id="R31e008a30a6d470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2b797e28341bc" /><Relationship Type="http://schemas.openxmlformats.org/officeDocument/2006/relationships/notesSlide" Target="/ppt/notesSlides/notesSlide4.xml" Id="R671e0c9a976f44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11d500dfe426e" /><Relationship Type="http://schemas.openxmlformats.org/officeDocument/2006/relationships/notesSlide" Target="/ppt/notesSlides/notesSlide5.xml" Id="R8e66ab811d5f43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b2da1123f48f4" /><Relationship Type="http://schemas.openxmlformats.org/officeDocument/2006/relationships/notesSlide" Target="/ppt/notesSlides/notesSlide6.xml" Id="R660cd9f6c45548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31656e51e4541" /><Relationship Type="http://schemas.openxmlformats.org/officeDocument/2006/relationships/notesSlide" Target="/ppt/notesSlides/notesSlide7.xml" Id="R97d9e857dc2a43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2662142bb4792" /><Relationship Type="http://schemas.openxmlformats.org/officeDocument/2006/relationships/notesSlide" Target="/ppt/notesSlides/notesSlide8.xml" Id="R55cc6280bb48417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71ee3a48b4eae" /><Relationship Type="http://schemas.openxmlformats.org/officeDocument/2006/relationships/notesSlide" Target="/ppt/notesSlides/notesSlide9.xml" Id="R3f986341c19343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44a98a7eae48a5" /><Relationship Type="http://schemas.openxmlformats.org/officeDocument/2006/relationships/notesSlide" Target="/ppt/notesSlides/notesSlide10.xml" Id="Rb6e331fb2c3547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0b6e15231444a" /><Relationship Type="http://schemas.openxmlformats.org/officeDocument/2006/relationships/notesSlide" Target="/ppt/notesSlides/notesSlide11.xml" Id="R62e01ec9043545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ffeda63f345e5" /><Relationship Type="http://schemas.openxmlformats.org/officeDocument/2006/relationships/notesSlide" Target="/ppt/notesSlides/notesSlide12.xml" Id="Ra87e8359610b4b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9695E-F7D7-4E05-9714-730DC715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TRAINING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2C349-CF5F-46AA-9BF3-8FE5C74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RTAG285 Operator Training — 18 June 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C19CA-DB9E-4AF1-A700-A8B561DE4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Field training and inspection service record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55DAD-7874-4315-BA36-1543530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50B17-F188-4584-9AC4-2B97E7AD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EA22-E61D-4FF3-9A0F-B8C9B748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580496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3DCA5-C133-466E-986B-5478ABB2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TRAINING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AC7E0-3AD2-42F7-A004-AEE8403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E14EC-6271-4BAC-8684-A3968173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0129A-7D49-44B2-9E73-44D7A6C2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17134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1B0F12-7BB3-4238-A9A0-4AEEC41D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B78B06-C885-4009-A250-99BE4406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2038E-968D-4FE2-9485-3AA45B21C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8C4FF-0639-4D28-82C8-E4E5C49F3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CH-03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C1205-0A99-45AB-A82D-084C9EC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Trained equipment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B1FC2-2A4A-45A7-9094-B58F9BE0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137C0B-79F2-4AFA-AC25-DB3577F4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Running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1939F-BEDE-4439-966C-8B355DAC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Arrival and leaving status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EAF5A-855A-44D0-AA2E-DDAD3B674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7AEC61-8B46-4B30-999C-1061C3DA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78A12-7335-4CA6-B0F8-F5FE17B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Report pages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9AB4E-5C7E-480D-B5E6-6A1BE82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E9E7F-1E2B-4EDB-834F-1C682361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39F9C7-F007-47FD-90CF-E65583AD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134301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DAE95-D49E-4B5A-BC84-3676CCF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32E35-8AF0-4992-A3E3-93144629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E12AE-3660-4648-9F4E-38AC0CE1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Training covered the operational field context for Chiller 03. • Verify attendee names and competency sign-off in the original.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FEE6FF-7E64-44B4-B8A8-A6F4E39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175FB-F69F-4F5A-BEC2-23C3C8F2C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Include alarms, normal checks and emergency response in refresher training. • Retain the record with the project handover file.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91BD6-12CB-46CD-B95D-CBD72063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B7240-DA7F-4280-A4FB-99839612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29E4A2-A058-4BC8-A5A9-E5A1E77E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347518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C8C158-0CB5-49CC-A451-7DB4D75C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19D34-4C44-4BCD-A779-06BBD97E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26344-B97F-4AFA-B4C5-BB4B4B17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4560A-0D7B-480A-A8E7-3B7AB74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9CA55-9726-4610-9A5B-8C58E46E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035EF-D6AE-4BFD-BF3A-50916802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072D1-9032-4A1B-B4DB-C53D888F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A78FB-3F3C-47B9-B127-B2C9FD65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6349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52A6B-5C86-4B92-83C9-438D2DC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F77AC0-CF90-453B-84BC-A1FB040D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C4452-9B2D-4BCC-BF33-3560A5F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C47EC-FC75-4F0D-B56E-28D73C78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F32EB-B1CA-418E-9713-A4E0C004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C9901-7F97-4B60-A5D5-B9BBE000D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6419B-E6ED-4B29-A671-399A0F82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156B4-C4BC-4D6D-AC38-6E594462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2902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00F97-7D79-4765-8669-92FBC3F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73FBC-0BAB-4EE2-8042-B8D326D9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A0D16-133D-4E69-B6DD-E7F2A38F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7FC11-CBDD-4A5E-B115-641FB6B9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0B970-97E4-452D-94D0-3B090CFCF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7452F-CC05-4E90-A9C2-A74DD4C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AECB3-2BA4-4630-8600-78D2921BD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4215D2-3A59-4EF0-B341-424B0CD3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BC39FC-E647-4320-A652-E824AE23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0004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CAAD4-D8F6-4570-ACF3-B3286037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6F333-77D1-4CB3-BC2F-D14F2156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3643-1A29-433B-84E9-7D5B0EC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E9216-61C9-4067-A75A-BF2E28C3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1AF01-4CEA-4C8B-99B6-10B970B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24C92-6170-409B-98FD-B25D8148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8B191-8225-4E40-BA2B-284331FF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6116E2-89D5-4C63-85CB-675523C1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AF69E-76C5-4B6E-AF00-36E9EC91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82788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C5C4B-D435-4EF7-9947-C1F022AD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53A68-0BD2-4985-82EC-24DC8A9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A3D8D6-E84B-4333-8F1A-26798CC7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9A45C0-6C78-4E91-ABBF-8C2A115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E57EA-4E03-4822-B719-EC654513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D4D4A-4D9A-4700-A564-384C0D3D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8D706-0AA0-4E3A-9515-7ABCA83F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1CB5E-C6F8-488D-9E33-B39CC12B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67A662-3201-4C34-A2C8-026FC282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012153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FD4AD8-6F21-4C77-B8FC-FE38AE27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1270A-CF8F-45F4-A5AF-3E2C666C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B720D-E98E-4FE4-ACB4-B62FC598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3C588-F2B2-4498-ABFB-A89A3E9C1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A2861-0495-4C72-BF68-540D9E0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F350C-BB7C-405C-B896-896C600E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AD7D7-CD75-4ABD-9998-AE57A52A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25EA6-7E46-42F4-9DE0-67290DE7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74D0B-1080-4657-9FFC-1BB2D2B2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21713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6377D-9898-4735-8EB3-2D7528A6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970DA-EC84-4103-ADF1-216144165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32B5B6-4B47-4C77-B6A3-92E66188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2FF64-DB75-4136-9FAF-D75AC613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DEA004-1085-4BDE-8090-41AB32E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D309F-9F9D-4EC3-A473-3FA62CA8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94B93-3CAB-49D7-989B-55851DC3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F6039-77F9-4D6F-8833-CD7D3FE3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9C7C19-B4B9-44B3-B4B2-4257869A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698139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7D3A7D-D635-48AD-841B-D95D1C36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86F9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86F9B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74E63-F6D4-4431-AE53-6133C578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40D6DD-4E21-4A4E-B31F-256DF943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48E1F-665F-4E40-8D58-7957202C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6F9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925A2-A85B-4037-83D8-1B1111E4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C0AB23-BB84-441E-894D-A31A412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63FB1-4C89-456C-A416-95366D19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Training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B2594-DB3E-46B8-BCF8-B28EDE9D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5047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2026-08-15T02:49:55.1180000Z</dcterms:created>
  <dcterms:modified xsi:type="dcterms:W3CDTF">2026-08-15T02:49:55.1180000Z</dcterms:modified>
</coreProperties>
</file>