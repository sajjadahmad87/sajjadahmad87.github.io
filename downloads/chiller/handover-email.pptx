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ac1fff76254b20" /><Relationship Type="http://schemas.openxmlformats.org/officeDocument/2006/relationships/extended-properties" Target="/docProps/app.xml" Id="Re093f33599f34785" /><Relationship Type="http://schemas.openxmlformats.org/officeDocument/2006/relationships/officeDocument" Target="/ppt/presentation.xml" Id="R50b5af65e81a4b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94e7ebf3d64061"/>
  </p:sldMasterIdLst>
  <p:notesMasterIdLst>
    <p:notesMasterId xmlns:r="http://schemas.openxmlformats.org/officeDocument/2006/relationships" r:id="R182ddf44bb27490b"/>
  </p:notesMasterIdLst>
  <p:sldIdLst>
    <p:sldId xmlns:r="http://schemas.openxmlformats.org/officeDocument/2006/relationships" id="256" r:id="Rcaeeda6fc94d4e26"/>
    <p:sldId xmlns:r="http://schemas.openxmlformats.org/officeDocument/2006/relationships" id="257" r:id="Rdfbfcbef1bcd469a"/>
    <p:sldId xmlns:r="http://schemas.openxmlformats.org/officeDocument/2006/relationships" id="258" r:id="R567b449a3a554a54"/>
    <p:sldId xmlns:r="http://schemas.openxmlformats.org/officeDocument/2006/relationships" id="259" r:id="Rf409b8f67a444e41"/>
    <p:sldId xmlns:r="http://schemas.openxmlformats.org/officeDocument/2006/relationships" id="260" r:id="R1eef184b22a14c8e"/>
    <p:sldId xmlns:r="http://schemas.openxmlformats.org/officeDocument/2006/relationships" id="261" r:id="R24c1d89542f34b80"/>
    <p:sldId xmlns:r="http://schemas.openxmlformats.org/officeDocument/2006/relationships" id="262" r:id="Rab934018b1134977"/>
    <p:sldId xmlns:r="http://schemas.openxmlformats.org/officeDocument/2006/relationships" id="263" r:id="R05cebc8469284f65"/>
    <p:sldId xmlns:r="http://schemas.openxmlformats.org/officeDocument/2006/relationships" id="264" r:id="Rbbc46246e30240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6ccbb1e7914f2e" /><Relationship Type="http://schemas.openxmlformats.org/officeDocument/2006/relationships/slideMaster" Target="/ppt/slideMasters/slideMaster1.xml" Id="Ra594e7ebf3d64061" /><Relationship Type="http://schemas.openxmlformats.org/officeDocument/2006/relationships/notesMaster" Target="/ppt/notesMasters/notesMaster1.xml" Id="R182ddf44bb27490b" /><Relationship Type="http://schemas.openxmlformats.org/officeDocument/2006/relationships/presProps" Target="/ppt/presProps.xml" Id="R5ef73a7eb36645d5" /><Relationship Type="http://schemas.openxmlformats.org/officeDocument/2006/relationships/tableStyles" Target="/ppt/tableStyles.xml" Id="Rfbc5bb15b60d470d" /><Relationship Type="http://schemas.openxmlformats.org/officeDocument/2006/relationships/slide" Target="/ppt/slides/slide1.xml" Id="Rcaeeda6fc94d4e26" /><Relationship Type="http://schemas.openxmlformats.org/officeDocument/2006/relationships/slide" Target="/ppt/slides/slide2.xml" Id="Rdfbfcbef1bcd469a" /><Relationship Type="http://schemas.openxmlformats.org/officeDocument/2006/relationships/slide" Target="/ppt/slides/slide3.xml" Id="R567b449a3a554a54" /><Relationship Type="http://schemas.openxmlformats.org/officeDocument/2006/relationships/slide" Target="/ppt/slides/slide4.xml" Id="Rf409b8f67a444e41" /><Relationship Type="http://schemas.openxmlformats.org/officeDocument/2006/relationships/slide" Target="/ppt/slides/slide5.xml" Id="R1eef184b22a14c8e" /><Relationship Type="http://schemas.openxmlformats.org/officeDocument/2006/relationships/slide" Target="/ppt/slides/slide6.xml" Id="R24c1d89542f34b80" /><Relationship Type="http://schemas.openxmlformats.org/officeDocument/2006/relationships/slide" Target="/ppt/slides/slide7.xml" Id="Rab934018b1134977" /><Relationship Type="http://schemas.openxmlformats.org/officeDocument/2006/relationships/slide" Target="/ppt/slides/slide8.xml" Id="R05cebc8469284f65" /><Relationship Type="http://schemas.openxmlformats.org/officeDocument/2006/relationships/slide" Target="/ppt/slides/slide9.xml" Id="Rbbc46246e30240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f79f2ecb254c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7c51b5a68046da" /><Relationship Type="http://schemas.openxmlformats.org/officeDocument/2006/relationships/notesMaster" Target="/ppt/notesMasters/notesMaster1.xml" Id="R6990d59fb50e46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f788d7d79847c5" /><Relationship Type="http://schemas.openxmlformats.org/officeDocument/2006/relationships/notesMaster" Target="/ppt/notesMasters/notesMaster1.xml" Id="Rb43cc0d9794b4b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4a1e568101415b" /><Relationship Type="http://schemas.openxmlformats.org/officeDocument/2006/relationships/notesMaster" Target="/ppt/notesMasters/notesMaster1.xml" Id="Rb8a43162350641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3ecb9e18364728" /><Relationship Type="http://schemas.openxmlformats.org/officeDocument/2006/relationships/notesMaster" Target="/ppt/notesMasters/notesMaster1.xml" Id="R4f024cf4fe6e4a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2fee3ec9384645" /><Relationship Type="http://schemas.openxmlformats.org/officeDocument/2006/relationships/notesMaster" Target="/ppt/notesMasters/notesMaster1.xml" Id="Ra1fcd93bad3748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2fcfcbb53149e4" /><Relationship Type="http://schemas.openxmlformats.org/officeDocument/2006/relationships/notesMaster" Target="/ppt/notesMasters/notesMaster1.xml" Id="Rc3e3131dfd8c47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900cb206ef4dca" /><Relationship Type="http://schemas.openxmlformats.org/officeDocument/2006/relationships/notesMaster" Target="/ppt/notesMasters/notesMaster1.xml" Id="Rcbb5de50247e48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75c2b87a5a4eb2" /><Relationship Type="http://schemas.openxmlformats.org/officeDocument/2006/relationships/notesMaster" Target="/ppt/notesMasters/notesMaster1.xml" Id="Reeb60526b3a24b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caaf9a42a04d4c" /><Relationship Type="http://schemas.openxmlformats.org/officeDocument/2006/relationships/notesMaster" Target="/ppt/notesMasters/notesMaster1.xml" Id="R2e9037cac7b647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9d28c15614f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8465d021884ef9" /><Relationship Type="http://schemas.openxmlformats.org/officeDocument/2006/relationships/slideLayout" Target="/ppt/slideLayouts/slideLayout1.xml" Id="R01bbdc8908be40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bbdc8908be40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9b55fb5164c3a" /><Relationship Type="http://schemas.openxmlformats.org/officeDocument/2006/relationships/notesSlide" Target="/ppt/notesSlides/notesSlide1.xml" Id="R30b1b4151e9647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688a690a5406e" /><Relationship Type="http://schemas.openxmlformats.org/officeDocument/2006/relationships/notesSlide" Target="/ppt/notesSlides/notesSlide2.xml" Id="Rf5010e3951e44a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8ab10fb3c4dcb" /><Relationship Type="http://schemas.openxmlformats.org/officeDocument/2006/relationships/notesSlide" Target="/ppt/notesSlides/notesSlide3.xml" Id="R74e723a751864d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620b048e14ffd" /><Relationship Type="http://schemas.openxmlformats.org/officeDocument/2006/relationships/notesSlide" Target="/ppt/notesSlides/notesSlide4.xml" Id="Rc9d018b5be1048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409f0bba34467" /><Relationship Type="http://schemas.openxmlformats.org/officeDocument/2006/relationships/notesSlide" Target="/ppt/notesSlides/notesSlide5.xml" Id="R84cd03fc6b8545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c318242c74e39" /><Relationship Type="http://schemas.openxmlformats.org/officeDocument/2006/relationships/notesSlide" Target="/ppt/notesSlides/notesSlide6.xml" Id="R4227581e285c43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8c9150fdc407f" /><Relationship Type="http://schemas.openxmlformats.org/officeDocument/2006/relationships/notesSlide" Target="/ppt/notesSlides/notesSlide7.xml" Id="R25425ff43fa145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fcdddf94b4a86" /><Relationship Type="http://schemas.openxmlformats.org/officeDocument/2006/relationships/notesSlide" Target="/ppt/notesSlides/notesSlide8.xml" Id="R4dbeadbf91574e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9230ad2694418" /><Relationship Type="http://schemas.openxmlformats.org/officeDocument/2006/relationships/notesSlide" Target="/ppt/notesSlides/notesSlide9.xml" Id="Rf89ee463c50140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E7459-D8CE-4262-9B3A-46C01C91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568D3-B9E0-4BA6-B752-AEB603C7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Chiller Handover Correspondence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BB9B9-3268-4322-AEFB-5FEB9D99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Document closure, training, fan issue and spare-parts follow-up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DCD2B-7C3C-419F-8022-183AC525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4F72A-0CBD-4322-92B8-0CBB90D4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63AB0-D77A-4EB7-A398-BC092380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2127085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F84EE-3C07-4A5F-8422-550E7B3C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D8ACB-EFB8-41A8-9EBD-4C9193D1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A86A7-B522-4388-87FC-73DFA4BB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711EA-53DA-4841-9B72-7A2BE507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611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4BCE3-1387-45C6-BE1F-C0ED9AD0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F359C-26F4-43F4-9F30-7AF4EEA1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52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email chain shows repeated closure activity through 4 August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711E8-A364-42DE-A677-E482DA84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8FD09-2489-45EF-9458-1070DC28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4 Aug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DD1B6-D9E8-46F6-91D8-42B2267C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Spare-parts document confirmed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EF14E-08A2-4E77-8DC4-C576C913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C3D2C-E20C-4AB4-BFF0-DA50E682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15 days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6B246-BDAF-40A1-8A29-C381FC04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Reported fan lead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B3D19-9A1B-473E-9737-444C33ED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AA521-1566-4A49-94E0-53F9301C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8A098-763B-49FB-AC61-B8367DCD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Multiple closure reminders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D0A0F-D0C2-43DE-A218-B6275388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830D3-C5D7-45BB-B033-8822F684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4F37A-1A18-41A3-B8F1-E9E53CB6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0027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33C08-9681-44B1-8586-B36CF148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613CB-5E81-4504-AF3B-51B71DFA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closure depended on more than physical installation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C73B9-287A-405D-9430-1A879325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Training for remaining technicians was repeatedly requested. • Hard and soft copies of handover documents were requested.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CA28D-E140-47C2-AE47-69411F28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5E032-50FC-4BB4-BC66-298AA2CB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Warranty certificates, SOP and spare-parts information were identified as required. • Full cleaning and maintenance were linked to handover closure.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61216-4D17-46ED-AF3E-547B91F2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CD00D-68D8-4DD8-9B94-4EE3CD1B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F6853-552D-4759-8975-97CEEED7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41203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A5FD7-A57A-4D41-ADC9-37C303EE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6CB8A-20A7-4130-9995-A284BCDD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Performance and alarm concerns delayed clean handover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BCE45-F176-4429-BA5A-5344031D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Trane chiller was reported at 30% while an existing chiller was at 100% load. • An active alarm was reported again in July.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3C712-1365-4B2C-88FA-51B6819F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36D81-BBF5-4C91-8029-37566D4B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Urgent attendance and corrective action were requested. • A cooling-fan supply lead time affected the handover timeline.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3297B-3C95-41D5-B452-6286B048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CCA02-92AB-4A7A-B346-4231762A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BB16C-44B7-44A0-96F7-E632DF82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7354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F7B73-E960-4993-AFB7-0F44A743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6FB44-3371-4223-97E8-9857CC21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Temporary file-transfer links created document-control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9FB58-8631-4AE7-AB01-99A5E68F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Shared download links expired after three days. • IT restrictions prevented reliable download of some packages.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03164-FECA-4EB5-9558-3BAFF312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DBB6A-7E3E-4C31-B4AA-C687E7A0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Repeated resharing was required. • The final website library should use stable filenames and controlled updates.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90E32-1EAF-4ADE-9251-568EA952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81639-1965-495D-B6BC-D6063B75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1059C-42D5-4932-A697-AAEAA7F8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32167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F99D4-9BC5-4A81-8FE9-652589C1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77AF6-BC42-43C1-AB04-2E73D926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identification was a specific handover requirement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71E60-0A3D-4877-85DF-1ADA26AE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initial shared information did not include sufficient part numbers. • A drawing showing the location of each part number was requested.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73CD4-F1E0-44DD-AAB6-219943EA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90736-1D9C-4C65-BE1B-7F044F7D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This was considered essential for future ordering and identification. • The remaining spare-parts document was confirmed on 4 August 2025.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7A5AB-3EAE-4EE0-83AB-11899948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6A51E-AB9A-4673-95D3-E7907EF0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D3B2A-B6D3-4AF8-903F-F6310F2D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18761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31110-59EC-45F9-A103-CD8860DF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463DA-6786-485B-A923-2D7A0972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correspondence supports a formal closure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66686-5780-4F7C-B3F8-82D20DF5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Training completion and attendance records • Final O&amp;M manuals, SOPs and warranty certificates • Spare-parts list with physical location drawings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DA418-4CEE-4770-AF2D-596B6D55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B4F0F-CF44-4310-BF91-29F00F0E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Alarm/fan defect closure and performance verification • Signed handover and controlled-document register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79574-A649-42C8-81C3-9B4D6CE5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6A7D2-34C8-4A17-ADE8-4A857EAD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EFB1B-AC6D-4B2D-890D-84E1831D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41126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21C73-902C-4CE8-A452-A47575F2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822BA-6C48-4049-8EA7-A065A7B9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E178D-93B9-4D04-845D-74505DDE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3EB91-27A6-4726-AB45-D89A684C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4CEA5-968D-48D4-B534-7A31E24B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40C09-929B-4595-A3BC-7AE3A8F8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07E33-F4B1-4F3E-BE17-0A59DC9E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D33E5-170C-4FD3-B180-CE9B8FB8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73451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2026-08-15T02:49:53.7630000Z</dcterms:created>
  <dcterms:modified xsi:type="dcterms:W3CDTF">2026-08-15T02:49:53.7630000Z</dcterms:modified>
</coreProperties>
</file>