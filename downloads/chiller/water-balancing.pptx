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f9f348614f47ac" /><Relationship Type="http://schemas.openxmlformats.org/officeDocument/2006/relationships/extended-properties" Target="/docProps/app.xml" Id="Rfbecd183e193447a" /><Relationship Type="http://schemas.openxmlformats.org/officeDocument/2006/relationships/officeDocument" Target="/ppt/presentation.xml" Id="Ra8acd36a38c74a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29dab66485405f"/>
  </p:sldMasterIdLst>
  <p:notesMasterIdLst>
    <p:notesMasterId xmlns:r="http://schemas.openxmlformats.org/officeDocument/2006/relationships" r:id="R78ab7f7b3de74ebb"/>
  </p:notesMasterIdLst>
  <p:sldIdLst>
    <p:sldId xmlns:r="http://schemas.openxmlformats.org/officeDocument/2006/relationships" id="256" r:id="R533894b6b63e4c1e"/>
    <p:sldId xmlns:r="http://schemas.openxmlformats.org/officeDocument/2006/relationships" id="257" r:id="R5ad2832e0a63457f"/>
    <p:sldId xmlns:r="http://schemas.openxmlformats.org/officeDocument/2006/relationships" id="258" r:id="Rfa0967b5ffc54791"/>
    <p:sldId xmlns:r="http://schemas.openxmlformats.org/officeDocument/2006/relationships" id="259" r:id="Rd0b6922ec94c46aa"/>
    <p:sldId xmlns:r="http://schemas.openxmlformats.org/officeDocument/2006/relationships" id="260" r:id="Rf48cee70eb0f4eb6"/>
    <p:sldId xmlns:r="http://schemas.openxmlformats.org/officeDocument/2006/relationships" id="261" r:id="R46ee4f70b6d24cb5"/>
    <p:sldId xmlns:r="http://schemas.openxmlformats.org/officeDocument/2006/relationships" id="262" r:id="R7ad540c5b81a4d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215ee0628e4c50" /><Relationship Type="http://schemas.openxmlformats.org/officeDocument/2006/relationships/slideMaster" Target="/ppt/slideMasters/slideMaster1.xml" Id="R3529dab66485405f" /><Relationship Type="http://schemas.openxmlformats.org/officeDocument/2006/relationships/notesMaster" Target="/ppt/notesMasters/notesMaster1.xml" Id="R78ab7f7b3de74ebb" /><Relationship Type="http://schemas.openxmlformats.org/officeDocument/2006/relationships/presProps" Target="/ppt/presProps.xml" Id="R51b98a34f0074ad2" /><Relationship Type="http://schemas.openxmlformats.org/officeDocument/2006/relationships/tableStyles" Target="/ppt/tableStyles.xml" Id="Rf45787c495454c27" /><Relationship Type="http://schemas.openxmlformats.org/officeDocument/2006/relationships/slide" Target="/ppt/slides/slide1.xml" Id="R533894b6b63e4c1e" /><Relationship Type="http://schemas.openxmlformats.org/officeDocument/2006/relationships/slide" Target="/ppt/slides/slide2.xml" Id="R5ad2832e0a63457f" /><Relationship Type="http://schemas.openxmlformats.org/officeDocument/2006/relationships/slide" Target="/ppt/slides/slide3.xml" Id="Rfa0967b5ffc54791" /><Relationship Type="http://schemas.openxmlformats.org/officeDocument/2006/relationships/slide" Target="/ppt/slides/slide4.xml" Id="Rd0b6922ec94c46aa" /><Relationship Type="http://schemas.openxmlformats.org/officeDocument/2006/relationships/slide" Target="/ppt/slides/slide5.xml" Id="Rf48cee70eb0f4eb6" /><Relationship Type="http://schemas.openxmlformats.org/officeDocument/2006/relationships/slide" Target="/ppt/slides/slide6.xml" Id="R46ee4f70b6d24cb5" /><Relationship Type="http://schemas.openxmlformats.org/officeDocument/2006/relationships/slide" Target="/ppt/slides/slide7.xml" Id="R7ad540c5b81a4d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939d910b0749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6a013c500942c7" /><Relationship Type="http://schemas.openxmlformats.org/officeDocument/2006/relationships/notesMaster" Target="/ppt/notesMasters/notesMaster1.xml" Id="Rce97a27638cb4b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f83cf150414080" /><Relationship Type="http://schemas.openxmlformats.org/officeDocument/2006/relationships/notesMaster" Target="/ppt/notesMasters/notesMaster1.xml" Id="R34018ec4bae742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0c8041f33e45ec" /><Relationship Type="http://schemas.openxmlformats.org/officeDocument/2006/relationships/notesMaster" Target="/ppt/notesMasters/notesMaster1.xml" Id="Ra567980b640245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aeca1e5c934d65" /><Relationship Type="http://schemas.openxmlformats.org/officeDocument/2006/relationships/notesMaster" Target="/ppt/notesMasters/notesMaster1.xml" Id="R69def60cf1a348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d6ae7aa4c9415d" /><Relationship Type="http://schemas.openxmlformats.org/officeDocument/2006/relationships/notesMaster" Target="/ppt/notesMasters/notesMaster1.xml" Id="Ra85425703eb048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554fa8e46446cd" /><Relationship Type="http://schemas.openxmlformats.org/officeDocument/2006/relationships/notesMaster" Target="/ppt/notesMasters/notesMaster1.xml" Id="R9c1fd1e25cb34d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cc21aee79f4034" /><Relationship Type="http://schemas.openxmlformats.org/officeDocument/2006/relationships/notesMaster" Target="/ppt/notesMasters/notesMaster1.xml" Id="R61a46eaf27464c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Chiller 03 - 101% of design flow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6ae3aade0a46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69754bbadd4394" /><Relationship Type="http://schemas.openxmlformats.org/officeDocument/2006/relationships/slideLayout" Target="/ppt/slideLayouts/slideLayout1.xml" Id="R3896249832c845e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96249832c845e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900013e8e841ad" /><Relationship Type="http://schemas.openxmlformats.org/officeDocument/2006/relationships/notesSlide" Target="/ppt/notesSlides/notesSlide1.xml" Id="R5210b9402a174a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cdd946ad54e34" /><Relationship Type="http://schemas.openxmlformats.org/officeDocument/2006/relationships/notesSlide" Target="/ppt/notesSlides/notesSlide2.xml" Id="Ra451180f51c349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30f32d08f4555" /><Relationship Type="http://schemas.openxmlformats.org/officeDocument/2006/relationships/notesSlide" Target="/ppt/notesSlides/notesSlide3.xml" Id="R689df086a5344a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56f2c4ea54af9" /><Relationship Type="http://schemas.openxmlformats.org/officeDocument/2006/relationships/notesSlide" Target="/ppt/notesSlides/notesSlide4.xml" Id="Rc73259dd0ae34a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91b01a20f4aa6" /><Relationship Type="http://schemas.openxmlformats.org/officeDocument/2006/relationships/notesSlide" Target="/ppt/notesSlides/notesSlide5.xml" Id="Rd1eb2a06078d4c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971d45ab574355" /><Relationship Type="http://schemas.openxmlformats.org/officeDocument/2006/relationships/notesSlide" Target="/ppt/notesSlides/notesSlide6.xml" Id="R646c046fc1f4439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5344f56e4448a6" /><Relationship Type="http://schemas.openxmlformats.org/officeDocument/2006/relationships/notesSlide" Target="/ppt/notesSlides/notesSlide7.xml" Id="R30230b4d137f4f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4BD4E-691E-4C0B-B66F-CD03C895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7A0F7-D612-4F3B-A0FE-14108B5D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Chilled-Water Balancing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7B732-D7A6-4B38-A33B-316F11FB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Chiller 03 flow 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1ACBBF-4B33-4E93-80A9-CB75A3A1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82175-0B90-4031-8E9D-1186E063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139AF-8C7C-46EA-B13F-696894C9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087496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6C95C-5624-4FDC-9247-5B80D2CF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3F8C8-7EAE-4A4B-9D89-9111D429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C66CF-797B-4D0F-8370-24EE75F3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DAF40D-1DFC-4111-B8FA-094AF76B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29562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1C568C-A1E4-4301-9E73-B9DC9C43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5E2E8-7293-437D-A3FF-C166C4A4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Measured flow achieved 101% of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11063-FBAE-43D3-A956-5932335A5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F1750-8E50-456E-9CD6-716DB412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36.03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5FFFC-05AB-4182-AF47-2B0D2542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Design flow, L/s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62571-465C-407A-B0CF-37AE352A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F1703-35B2-4A5B-8696-6996DDF56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36.62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AFFEB-2030-4037-B6E2-06AEA9739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Actual flow, L/s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01D89A-EF1E-41DB-998C-2A91E804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2F165C-F1F6-432B-87AA-29876C5B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12.03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1F880E-4DA0-4B1C-A502-3610E202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Measured differential pressure, kPa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97E30-67CC-44DD-B8BF-F4E8E974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5AD701-2DE1-4B7A-8FDF-3F484A12A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BC619-EC5B-485F-93A9-6A252E5E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14154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BAF10-F7E7-4122-9BED-63B65A05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BC69B-7E78-4FFE-83C7-C6EC11FB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balancing valve was recorded fully open during testing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417FCA-1476-4ABE-AA42-BDAB2728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Chiller 03 used a Crane DM931, 150 mm double-regulating valve. • The report records a design Kv value of 380.0.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2C4D0-C4CB-415E-8DDD-B20D2DF1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AAE8E-9936-4E5E-B058-D3DCF250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reading was taken using a hydronic meter on 7 May 2025. • The stated operating condition was two pumps running with two chillers open.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6D946-22BF-4A57-A2FC-18B960CB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C9AF8F-52B0-4282-A32E-D48E3485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9A06CE-569E-4913-BAC9-E30FAB18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868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E66D1-545A-42BD-A649-D07003F8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26364-062A-4741-9398-8ECFA47F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296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operating condition must be reproduced when comparing future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AEC6B-BCA4-4B77-943C-24705427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pump combination and chiller valve positions. • Verify strainers, air removal and differential-pressure sensor accuracy.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08CB4-CEEA-42FF-BE4D-C024F455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DF4DC-D90D-4696-A07B-A6252CA1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Compare flow against current load, chilled-water temperature difference and pump speed. • Rebalance after material piping, valve or pump changes.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259D12-5236-4C34-B937-48CA6E6A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006C9-C8AE-4758-B7B0-CBC6F8DA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69B6B-547D-4659-A84B-3853A976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420828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E4DBCB-78D7-4B17-A141-0E737E38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DB3AE-A86E-4924-9160-C8F51D8DD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Balancing-valve test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7E8FF-6711-4AFB-AB25-BC00C79B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55BA3-C591-40EF-84E4-925D15EC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190B8-8F96-43C6-BEE3-25B749F2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Chiller 03 - 101% of design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275EB-D8E1-4106-9DF5-B1C5097C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2234C-CA47-400F-9A51-D5496F92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00E3C-BDF7-435C-8EE7-B77CD8FE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76ECD-3582-4F83-95A5-9E70FC65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078459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A19BA-4F45-434B-8FDB-C907762B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374B4-1FCA-4F22-A237-1974598E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600E0-6B67-4CA0-BFDC-AE18D35E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01D7E-771D-443C-BD8E-55DF443C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C02D2-6903-4784-8516-D5C884CE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7D8EB-D269-4FE2-A65B-F497A716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3CC1B2-28C8-4FF5-A65A-5B45161E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A5E7A-0976-41DB-909A-514415E2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34470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2026-08-15T02:49:48.3610000Z</dcterms:created>
  <dcterms:modified xsi:type="dcterms:W3CDTF">2026-08-15T02:49:48.3610000Z</dcterms:modified>
</coreProperties>
</file>