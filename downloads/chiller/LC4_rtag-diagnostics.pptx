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d01cc371c504b4a" /><Relationship Type="http://schemas.openxmlformats.org/officeDocument/2006/relationships/extended-properties" Target="/docProps/app.xml" Id="R02df5e120fdd4e1a" /><Relationship Type="http://schemas.openxmlformats.org/officeDocument/2006/relationships/officeDocument" Target="/ppt/presentation.xml" Id="R10aff3d31f8a4b1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6e53ac37c054820"/>
  </p:sldMasterIdLst>
  <p:notesMasterIdLst>
    <p:notesMasterId xmlns:r="http://schemas.openxmlformats.org/officeDocument/2006/relationships" r:id="Rf7dc80b8e7874948"/>
  </p:notesMasterIdLst>
  <p:sldIdLst>
    <p:sldId xmlns:r="http://schemas.openxmlformats.org/officeDocument/2006/relationships" id="256" r:id="Re3f68e13e6ce453c"/>
    <p:sldId xmlns:r="http://schemas.openxmlformats.org/officeDocument/2006/relationships" id="257" r:id="R632ce0e5c3ff457a"/>
    <p:sldId xmlns:r="http://schemas.openxmlformats.org/officeDocument/2006/relationships" id="258" r:id="R63d9a4ac8b12440f"/>
    <p:sldId xmlns:r="http://schemas.openxmlformats.org/officeDocument/2006/relationships" id="259" r:id="Rf39971d4dd4e4fdc"/>
    <p:sldId xmlns:r="http://schemas.openxmlformats.org/officeDocument/2006/relationships" id="260" r:id="R636d25b2782d4d89"/>
    <p:sldId xmlns:r="http://schemas.openxmlformats.org/officeDocument/2006/relationships" id="261" r:id="R8e0e7eb7fbf24070"/>
    <p:sldId xmlns:r="http://schemas.openxmlformats.org/officeDocument/2006/relationships" id="262" r:id="R67ebfe4fd540446f"/>
    <p:sldId xmlns:r="http://schemas.openxmlformats.org/officeDocument/2006/relationships" id="263" r:id="R37957189dcaf41a4"/>
    <p:sldId xmlns:r="http://schemas.openxmlformats.org/officeDocument/2006/relationships" id="264" r:id="R39f71c6b315a46b4"/>
    <p:sldId xmlns:r="http://schemas.openxmlformats.org/officeDocument/2006/relationships" id="265" r:id="Rfa1a16fefb2d4c77"/>
    <p:sldId xmlns:r="http://schemas.openxmlformats.org/officeDocument/2006/relationships" id="266" r:id="R143660ebd0454402"/>
    <p:sldId xmlns:r="http://schemas.openxmlformats.org/officeDocument/2006/relationships" id="267" r:id="Re632fdc72f1f4121"/>
    <p:sldId xmlns:r="http://schemas.openxmlformats.org/officeDocument/2006/relationships" id="268" r:id="R9fc0fb0bd0bd4f39"/>
    <p:sldId xmlns:r="http://schemas.openxmlformats.org/officeDocument/2006/relationships" id="269" r:id="R035f67a9acdd4ce6"/>
    <p:sldId xmlns:r="http://schemas.openxmlformats.org/officeDocument/2006/relationships" id="270" r:id="R24b87b158e734450"/>
    <p:sldId xmlns:r="http://schemas.openxmlformats.org/officeDocument/2006/relationships" id="271" r:id="Re40a137b65474d7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3a33ef0a7fb40bb" /><Relationship Type="http://schemas.openxmlformats.org/officeDocument/2006/relationships/slideMaster" Target="/ppt/slideMasters/slideMaster1.xml" Id="R16e53ac37c054820" /><Relationship Type="http://schemas.openxmlformats.org/officeDocument/2006/relationships/notesMaster" Target="/ppt/notesMasters/notesMaster1.xml" Id="Rf7dc80b8e7874948" /><Relationship Type="http://schemas.openxmlformats.org/officeDocument/2006/relationships/presProps" Target="/ppt/presProps.xml" Id="R7090f442e292474a" /><Relationship Type="http://schemas.openxmlformats.org/officeDocument/2006/relationships/tableStyles" Target="/ppt/tableStyles.xml" Id="R6342806407504202" /><Relationship Type="http://schemas.openxmlformats.org/officeDocument/2006/relationships/slide" Target="/ppt/slides/slide1.xml" Id="Re3f68e13e6ce453c" /><Relationship Type="http://schemas.openxmlformats.org/officeDocument/2006/relationships/slide" Target="/ppt/slides/slide2.xml" Id="R632ce0e5c3ff457a" /><Relationship Type="http://schemas.openxmlformats.org/officeDocument/2006/relationships/slide" Target="/ppt/slides/slide3.xml" Id="R63d9a4ac8b12440f" /><Relationship Type="http://schemas.openxmlformats.org/officeDocument/2006/relationships/slide" Target="/ppt/slides/slide4.xml" Id="Rf39971d4dd4e4fdc" /><Relationship Type="http://schemas.openxmlformats.org/officeDocument/2006/relationships/slide" Target="/ppt/slides/slide5.xml" Id="R636d25b2782d4d89" /><Relationship Type="http://schemas.openxmlformats.org/officeDocument/2006/relationships/slide" Target="/ppt/slides/slide6.xml" Id="R8e0e7eb7fbf24070" /><Relationship Type="http://schemas.openxmlformats.org/officeDocument/2006/relationships/slide" Target="/ppt/slides/slide7.xml" Id="R67ebfe4fd540446f" /><Relationship Type="http://schemas.openxmlformats.org/officeDocument/2006/relationships/slide" Target="/ppt/slides/slide8.xml" Id="R37957189dcaf41a4" /><Relationship Type="http://schemas.openxmlformats.org/officeDocument/2006/relationships/slide" Target="/ppt/slides/slide9.xml" Id="R39f71c6b315a46b4" /><Relationship Type="http://schemas.openxmlformats.org/officeDocument/2006/relationships/slide" Target="/ppt/slides/slide10.xml" Id="Rfa1a16fefb2d4c77" /><Relationship Type="http://schemas.openxmlformats.org/officeDocument/2006/relationships/slide" Target="/ppt/slides/slide11.xml" Id="R143660ebd0454402" /><Relationship Type="http://schemas.openxmlformats.org/officeDocument/2006/relationships/slide" Target="/ppt/slides/slide12.xml" Id="Re632fdc72f1f4121" /><Relationship Type="http://schemas.openxmlformats.org/officeDocument/2006/relationships/slide" Target="/ppt/slides/slide13.xml" Id="R9fc0fb0bd0bd4f39" /><Relationship Type="http://schemas.openxmlformats.org/officeDocument/2006/relationships/slide" Target="/ppt/slides/slide14.xml" Id="R035f67a9acdd4ce6" /><Relationship Type="http://schemas.openxmlformats.org/officeDocument/2006/relationships/slide" Target="/ppt/slides/slide15.xml" Id="R24b87b158e734450" /><Relationship Type="http://schemas.openxmlformats.org/officeDocument/2006/relationships/slide" Target="/ppt/slides/slide16.xml" Id="Re40a137b65474d7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7958bb821604c9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db11f310886411e" /><Relationship Type="http://schemas.openxmlformats.org/officeDocument/2006/relationships/notesMaster" Target="/ppt/notesMasters/notesMaster1.xml" Id="Re79d67591d404af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a26f993524c4cda" /><Relationship Type="http://schemas.openxmlformats.org/officeDocument/2006/relationships/notesMaster" Target="/ppt/notesMasters/notesMaster1.xml" Id="Ra2f29f24acce491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5ebc58822fb40b4" /><Relationship Type="http://schemas.openxmlformats.org/officeDocument/2006/relationships/notesMaster" Target="/ppt/notesMasters/notesMaster1.xml" Id="R277a8db29a00444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715cbafd0a242dd" /><Relationship Type="http://schemas.openxmlformats.org/officeDocument/2006/relationships/notesMaster" Target="/ppt/notesMasters/notesMaster1.xml" Id="R78bed3bea35c424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f21863ff4684508" /><Relationship Type="http://schemas.openxmlformats.org/officeDocument/2006/relationships/notesMaster" Target="/ppt/notesMasters/notesMaster1.xml" Id="R8bd9562d0018498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1fbff24fc664a95" /><Relationship Type="http://schemas.openxmlformats.org/officeDocument/2006/relationships/notesMaster" Target="/ppt/notesMasters/notesMaster1.xml" Id="Re8cddfb9bb0f4d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3ad5316c42042d0" /><Relationship Type="http://schemas.openxmlformats.org/officeDocument/2006/relationships/notesMaster" Target="/ppt/notesMasters/notesMaster1.xml" Id="R749c8f9e769d45c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8f90c1e196d46ea" /><Relationship Type="http://schemas.openxmlformats.org/officeDocument/2006/relationships/notesMaster" Target="/ppt/notesMasters/notesMaster1.xml" Id="R53f341a093c4401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f1162ea3e8d4e5e" /><Relationship Type="http://schemas.openxmlformats.org/officeDocument/2006/relationships/notesMaster" Target="/ppt/notesMasters/notesMaster1.xml" Id="R9597e7fa1d8d4bf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7b9b3af768e4668" /><Relationship Type="http://schemas.openxmlformats.org/officeDocument/2006/relationships/notesMaster" Target="/ppt/notesMasters/notesMaster1.xml" Id="R440477dd7c09488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968bda68bb84a98" /><Relationship Type="http://schemas.openxmlformats.org/officeDocument/2006/relationships/notesMaster" Target="/ppt/notesMasters/notesMaster1.xml" Id="R931be832a07548c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2d8a58b28514632" /><Relationship Type="http://schemas.openxmlformats.org/officeDocument/2006/relationships/notesMaster" Target="/ppt/notesMasters/notesMaster1.xml" Id="Rd675370ea1d2463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ac7c936e2b441ec" /><Relationship Type="http://schemas.openxmlformats.org/officeDocument/2006/relationships/notesMaster" Target="/ppt/notesMasters/notesMaster1.xml" Id="Rb99b7aabe3c4498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14d192e5a3a4a80" /><Relationship Type="http://schemas.openxmlformats.org/officeDocument/2006/relationships/notesMaster" Target="/ppt/notesMasters/notesMaster1.xml" Id="R1ae7a1e1aa6a4f1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124ec02bc904e80" /><Relationship Type="http://schemas.openxmlformats.org/officeDocument/2006/relationships/notesMaster" Target="/ppt/notesMasters/notesMaster1.xml" Id="R251a4fb2b84e477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94dbecb21ed4ebc" /><Relationship Type="http://schemas.openxmlformats.org/officeDocument/2006/relationships/notesMaster" Target="/ppt/notesMasters/notesMaster1.xml" Id="R37738a50b0c64ee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RTAG_Diagnostic.pdf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RTAG_Diagnostic.pdf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RTAG_Diagnostic.pdf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RTAG_Diagnostic.pdf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RTAG_Diagnostic.pdf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RTAG_Diagnostic.pdf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RTAG_Diagnostic.pdf</a:t>
            </a:r>
          </a:p>
          <a:p xmlns:a="http://schemas.openxmlformats.org/drawingml/2006/main">
            <a:r>
              <a:t>- Evidence reference: Source page 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RTAG_Diagnostic.pdf</a:t>
            </a:r>
          </a:p>
          <a:p xmlns:a="http://schemas.openxmlformats.org/drawingml/2006/main">
            <a:r>
              <a:t>- Evidence reference: Source page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RTAG_Diagnostic.pdf</a:t>
            </a:r>
          </a:p>
          <a:p xmlns:a="http://schemas.openxmlformats.org/drawingml/2006/main">
            <a:r>
              <a:t>- Evidence reference: Source page 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RTAG_Diagnostic.pdf</a:t>
            </a:r>
          </a:p>
          <a:p xmlns:a="http://schemas.openxmlformats.org/drawingml/2006/main">
            <a:r>
              <a:t>- Evidence reference: Source page 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RTAG_Diagnostic.pdf</a:t>
            </a:r>
          </a:p>
          <a:p xmlns:a="http://schemas.openxmlformats.org/drawingml/2006/main">
            <a:r>
              <a:t>- Evidence reference: Source page 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RTAG_Diagnostic.pdf</a:t>
            </a:r>
          </a:p>
          <a:p xmlns:a="http://schemas.openxmlformats.org/drawingml/2006/main">
            <a:r>
              <a:t>- Evidence reference: Source page 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RTAG_Diagnostic.pdf</a:t>
            </a:r>
          </a:p>
          <a:p xmlns:a="http://schemas.openxmlformats.org/drawingml/2006/main">
            <a:r>
              <a:t>- Evidence reference: Source page 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RTAG_Diagnostic.pdf</a:t>
            </a:r>
          </a:p>
          <a:p xmlns:a="http://schemas.openxmlformats.org/drawingml/2006/main">
            <a:r>
              <a:t>- Evidence reference: Source page 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RTAG_Diagnostic.pdf</a:t>
            </a:r>
          </a:p>
          <a:p xmlns:a="http://schemas.openxmlformats.org/drawingml/2006/main">
            <a:r>
              <a:t>- Evidence reference: Source page 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source: RTAG_Diagnostic.pdf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 only. Verify against the controlled project record, current OEM documentation, approved PTW/LOTO, risk assessment and site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0e4958da1a444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bc74f16aa1f4590" /><Relationship Type="http://schemas.openxmlformats.org/officeDocument/2006/relationships/slideLayout" Target="/ppt/slideLayouts/slideLayout1.xml" Id="R9175cc5f0ada43c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75cc5f0ada43c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128d70fc1b42a0" /><Relationship Type="http://schemas.openxmlformats.org/officeDocument/2006/relationships/image" Target="/ppt/media/image.jpeg" Id="R0abd231c59424002" /><Relationship Type="http://schemas.openxmlformats.org/officeDocument/2006/relationships/notesSlide" Target="/ppt/notesSlides/notesSlide1.xml" Id="Rcf82d57440054c1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dd24cc5b124cc9" /><Relationship Type="http://schemas.openxmlformats.org/officeDocument/2006/relationships/notesSlide" Target="/ppt/notesSlides/notesSlide2.xml" Id="Re31d2a77160849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3dad91788e41da" /><Relationship Type="http://schemas.openxmlformats.org/officeDocument/2006/relationships/notesSlide" Target="/ppt/notesSlides/notesSlide3.xml" Id="Rfe4646976d154e0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8dda8b9bdb44d7" /><Relationship Type="http://schemas.openxmlformats.org/officeDocument/2006/relationships/notesSlide" Target="/ppt/notesSlides/notesSlide4.xml" Id="Rfe99e8008c7547b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f9c71d26af4422" /><Relationship Type="http://schemas.openxmlformats.org/officeDocument/2006/relationships/notesSlide" Target="/ppt/notesSlides/notesSlide5.xml" Id="Rdf7642c5ddf240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04c1d40f2d47d6" /><Relationship Type="http://schemas.openxmlformats.org/officeDocument/2006/relationships/notesSlide" Target="/ppt/notesSlides/notesSlide6.xml" Id="R054c2bb5ad3148b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d5d6cd31b34401" /><Relationship Type="http://schemas.openxmlformats.org/officeDocument/2006/relationships/image" Target="/ppt/media/image2.jpeg" Id="R0681357d7bc04447" /><Relationship Type="http://schemas.openxmlformats.org/officeDocument/2006/relationships/notesSlide" Target="/ppt/notesSlides/notesSlide7.xml" Id="R6422576c77ce486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78ffd22c5342f9" /><Relationship Type="http://schemas.openxmlformats.org/officeDocument/2006/relationships/image" Target="/ppt/media/image3.jpeg" Id="R538b923d716645e0" /><Relationship Type="http://schemas.openxmlformats.org/officeDocument/2006/relationships/notesSlide" Target="/ppt/notesSlides/notesSlide8.xml" Id="Rff0a16c9097645a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ba1be77ee24bc4" /><Relationship Type="http://schemas.openxmlformats.org/officeDocument/2006/relationships/image" Target="/ppt/media/image4.jpeg" Id="R7845531b7d5348f3" /><Relationship Type="http://schemas.openxmlformats.org/officeDocument/2006/relationships/notesSlide" Target="/ppt/notesSlides/notesSlide9.xml" Id="Rded721bdec3b483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7d2e2d87d94177" /><Relationship Type="http://schemas.openxmlformats.org/officeDocument/2006/relationships/image" Target="/ppt/media/image5.jpeg" Id="R476ce873100e4b0b" /><Relationship Type="http://schemas.openxmlformats.org/officeDocument/2006/relationships/notesSlide" Target="/ppt/notesSlides/notesSlide10.xml" Id="Rb78cdbfdf04546f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b6d19883bd4b55" /><Relationship Type="http://schemas.openxmlformats.org/officeDocument/2006/relationships/image" Target="/ppt/media/image6.jpeg" Id="Rd1abf445df854016" /><Relationship Type="http://schemas.openxmlformats.org/officeDocument/2006/relationships/notesSlide" Target="/ppt/notesSlides/notesSlide11.xml" Id="R91f5886753904df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fd6a215a1b4240" /><Relationship Type="http://schemas.openxmlformats.org/officeDocument/2006/relationships/image" Target="/ppt/media/image7.jpeg" Id="R0474461e301749cf" /><Relationship Type="http://schemas.openxmlformats.org/officeDocument/2006/relationships/notesSlide" Target="/ppt/notesSlides/notesSlide12.xml" Id="R0da11d3a525443d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77fe64a5e14bd8" /><Relationship Type="http://schemas.openxmlformats.org/officeDocument/2006/relationships/image" Target="/ppt/media/image8.jpeg" Id="R0c4ad3dfff3f412d" /><Relationship Type="http://schemas.openxmlformats.org/officeDocument/2006/relationships/notesSlide" Target="/ppt/notesSlides/notesSlide13.xml" Id="R74aaa0474ff84ed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456adf2e9e4a11" /><Relationship Type="http://schemas.openxmlformats.org/officeDocument/2006/relationships/image" Target="/ppt/media/image9.jpeg" Id="R4ec071d4699f43a4" /><Relationship Type="http://schemas.openxmlformats.org/officeDocument/2006/relationships/notesSlide" Target="/ppt/notesSlides/notesSlide14.xml" Id="Rf554541d5caa425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4997085acf460d" /><Relationship Type="http://schemas.openxmlformats.org/officeDocument/2006/relationships/image" Target="/ppt/media/image10.jpeg" Id="Rce883401f1864590" /><Relationship Type="http://schemas.openxmlformats.org/officeDocument/2006/relationships/notesSlide" Target="/ppt/notesSlides/notesSlide15.xml" Id="Red60e0d34a9d482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79efb4e7dd44f1" /><Relationship Type="http://schemas.openxmlformats.org/officeDocument/2006/relationships/notesSlide" Target="/ppt/notesSlides/notesSlide16.xml" Id="Raa6dd500d1da47b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601477-FFD9-4F10-841B-0CE05835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SEQUENCE &amp; DIAGNOSTICS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0E01D0-9D22-473D-A304-2E3C01907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04900"/>
            <a:ext cx="552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RTAG Diagnostics Guide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652E38-1D2B-4222-8A33-6F3303B1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5524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Diagnostic targets, reset levels and cause-based troubleshooting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9FB29-FBE7-4A37-A634-E0E87F923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24500" cy="560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bd231c59424002"/>
          <a:stretch xmlns:a="http://schemas.openxmlformats.org/drawingml/2006/main"/>
        </p:blipFill>
        <p:spPr>
          <a:xfrm xmlns:a="http://schemas.openxmlformats.org/drawingml/2006/main">
            <a:off x="7012998" y="590550"/>
            <a:ext cx="4033405" cy="52197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56869D-906A-4041-B9A1-3AB38F4A1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SAJJAD ENGINEERING ACADEMY</a:t>
            </a:r>
          </a:p>
        </p:txBody>
      </p:sp>
    </p:spTree>
    <p:extLst>
      <p:ext uri="{BB962C8B-B14F-4D97-AF65-F5344CB8AC3E}">
        <p14:creationId xmlns:p14="http://schemas.microsoft.com/office/powerpoint/2010/main" val="19344428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F1B496-D236-449A-BDAC-09426980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SEQUENCE &amp; DIAGNOSTICS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9333E0-53D2-4E38-B55D-363371B71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Source to practice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996F08-DC2A-4273-BC59-4ED492C6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9E2E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9E2EC"/>
                </a:solidFill>
                <a:latin typeface="Arial"/>
                <a:ea typeface="Arial"/>
                <a:cs typeface="Arial"/>
              </a:rPr>
              <a:t>Evidence, interpretation and technician application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14903A-5754-4328-ABD9-90824A03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552450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2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086058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02D9E4-9FD0-4602-AA61-AA42E8900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KEY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0D2D55-8539-49DB-851C-9275A93D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controlled technical reference for safe maintenance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F470DF-01F1-49D1-AC16-8E70B0BC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0"/>
            <a:ext cx="35718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0F86DC-A675-40E2-B1A5-10C79755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304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507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Local/Remote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897516-75B2-4A9E-881D-ED9639D5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67200"/>
            <a:ext cx="304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Diagnostic reset levels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83D61D-E222-41E5-8AF5-34507583D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71750"/>
            <a:ext cx="35718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DC72A4-483C-4652-8FB9-7984D7A69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048000"/>
            <a:ext cx="304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384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Cause → Effect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A1C6E7-42B6-40B4-856C-7C4ACAAB3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4267200"/>
            <a:ext cx="304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Troubleshooting method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FC46ED-801C-4CFF-9C04-18282DCBD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71750"/>
            <a:ext cx="35718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8ECAE6-AF2A-4E0A-A777-3BACB8646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48000"/>
            <a:ext cx="304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C51895-8DAA-47F0-BEF1-681A7AC8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267200"/>
            <a:ext cx="304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23D72E-2863-4763-9FFA-3B92EE678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FA6437-0344-4EDE-95D7-43DB979FA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C0AC21-37A3-4DF9-B6AA-42D34F87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921677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DBAED7-A207-4620-B3D5-AF5F091AB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TECHNICAL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EF47C6-EB41-4E25-A469-20F3AEE59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Use the manual as a machine-specific working reference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84A29B-1997-442F-A7A3-344C6680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Record diagnostic name, source and affected target.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Respect reset priority and investigate before clearing.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C7BC86-495A-4C9A-BEB0-FA24A0DB1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B5C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77907D-6F07-4231-BE7E-21AA1EB72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52768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Check both control-system and application causes.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Prove recovery and monitor for recurrence.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DEB027-1B06-4380-A7D2-F7333F0D9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FAD907-091C-4765-9203-0EE5618B8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936A89-EF04-47A1-A685-5FC4D9DE5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924715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39EFC1-29D5-48A9-A15A-576BED2C3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TECHNICAL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50F4E7-24DE-4D33-A485-EA3BFF07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Apply a consistent safe-work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E6A8E5-5CF0-4A70-AFEF-E9C8A3905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Confirm machine identity, model and document revision.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Isolate all energy sources and prove a safe state before access.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71B323-7DDC-419F-8121-3B51CA2D1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B5C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569FB7-93AF-4092-B028-23F4474B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52768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Inspect, measure and diagnose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Function-test safeguards and record the completed work.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E52EB0-ABD4-465E-8189-491E0EC4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C4963D-4747-49DC-A4C2-B3D139B96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5ECEE8-89C9-46FF-9C79-C801F55C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79448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834676-06F4-401C-BC22-4C0A23E71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TECHNICAL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8EC933-4042-42DA-9166-34D731640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Parts and settings require configuration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B1266C-9823-4C95-8789-D30E09FFC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Record original settings and connections before adjustment.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Use exact part numbers or approved supersessions.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218C6B-91E8-4B94-A203-20205403C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B5C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C7401E-E40B-440F-846D-1946E5213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52768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Preserve firmware, program and parameter backups where applicable.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Update the maintenance history after each intervention.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D0C578-5939-4CF0-B610-DAFF2D3F5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FA9D85-0372-4E77-ADA8-FA5505AD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3C6E97-75B7-4095-9434-860E6017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0007869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0696F7-F1B4-45DC-8A12-8F5459C3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9E21BC-5E17-4245-A5D0-FA54017B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5BE93D-420A-4A12-8C4B-E18F21D05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81357d7bc04447"/>
          <a:stretch xmlns:a="http://schemas.openxmlformats.org/drawingml/2006/main"/>
        </p:blipFill>
        <p:spPr>
          <a:xfrm xmlns:a="http://schemas.openxmlformats.org/drawingml/2006/main">
            <a:off x="2693410" y="1714500"/>
            <a:ext cx="3223780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94903F-60EC-4325-A058-4995248E3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2AD50E-167A-4A5B-97BC-1F00DA962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32EA8E-A825-4398-822E-D58DE4F7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55654E-FB6E-48DC-AF65-4D36FB32A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E674D7-498A-4805-BF52-6CD8D6233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870938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242BB3-6007-4353-917F-5536909A9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715B52-E32A-4485-ACB6-52FAC67CE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8F33CA-5E06-4646-9455-C4533BFE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8b923d716645e0"/>
          <a:stretch xmlns:a="http://schemas.openxmlformats.org/drawingml/2006/main"/>
        </p:blipFill>
        <p:spPr>
          <a:xfrm xmlns:a="http://schemas.openxmlformats.org/drawingml/2006/main">
            <a:off x="2693410" y="1714500"/>
            <a:ext cx="3223780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D856E8-05E0-4D7F-B6DD-826F975F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A3E193-4533-4F65-9603-8DDFA7BF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3A2848-FC6F-4BDA-9E9E-F1BA1198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99DE4D-5E8E-406F-AC03-03C0EF98D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DD5010-100F-49BF-A8FD-C8E69D13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554240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58CC3B-7682-4488-9D9E-E14FF4572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D57E35-3028-49D7-8543-0783E825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FB22DB-033A-4BB0-829C-78057BAA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45531b7d5348f3"/>
          <a:stretch xmlns:a="http://schemas.openxmlformats.org/drawingml/2006/main"/>
        </p:blipFill>
        <p:spPr>
          <a:xfrm xmlns:a="http://schemas.openxmlformats.org/drawingml/2006/main">
            <a:off x="2693410" y="1714500"/>
            <a:ext cx="3223780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312005-C252-44E4-8653-0C2D64F5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3FE939-90E4-408C-848B-A53D7CC60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F303FD-193A-4272-8E19-426E999D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B0041D-0713-445F-96A6-F5FEC1156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E497BD-93C1-4E9A-8E40-B8002D7A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41333228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A896C7-E427-4EF0-BC5C-8EC27B3A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71ED75-29E1-4E92-A64A-CBCC0DA08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2C69CC-6D5D-4956-89F7-6D25763D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6ce873100e4b0b"/>
          <a:stretch xmlns:a="http://schemas.openxmlformats.org/drawingml/2006/main"/>
        </p:blipFill>
        <p:spPr>
          <a:xfrm xmlns:a="http://schemas.openxmlformats.org/drawingml/2006/main">
            <a:off x="2693410" y="1714500"/>
            <a:ext cx="3223780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0ECCF4-1210-4305-8A7D-0FD10B3FE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9E7C6F-D8DB-46F1-960D-D07AE0EB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A6F3C3-C816-476B-AB51-011C13FF3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A056A5-A85B-4031-96C5-A33E69DF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9042B3-612B-4065-A605-BC5AE108A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852803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264788-2080-4B53-9418-052EB91EC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FFCE4C-C875-470A-BB72-E1A3B2CA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25AAEA-40DC-40F6-A608-15314F5A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abf445df854016"/>
          <a:stretch xmlns:a="http://schemas.openxmlformats.org/drawingml/2006/main"/>
        </p:blipFill>
        <p:spPr>
          <a:xfrm xmlns:a="http://schemas.openxmlformats.org/drawingml/2006/main">
            <a:off x="2693410" y="1714500"/>
            <a:ext cx="3223780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E51B4C-3096-4AA1-BFB4-9CECC6E65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1090A4-B393-4C23-8073-5529FEC3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9465B7-929E-410D-BE19-FD1ECEA19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83174E-41F4-4575-8934-32632A198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C232D7-D46A-480A-A6CC-8DA37D73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0144188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FE1B92-69DF-4D31-A475-D62144A4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FCF1A4-641F-4246-BCC1-91DEFC61E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E8E95A-CC20-4A0A-824C-4DE6C86F3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74461e301749cf"/>
          <a:stretch xmlns:a="http://schemas.openxmlformats.org/drawingml/2006/main"/>
        </p:blipFill>
        <p:spPr>
          <a:xfrm xmlns:a="http://schemas.openxmlformats.org/drawingml/2006/main">
            <a:off x="2693410" y="1714500"/>
            <a:ext cx="3223780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EB8751-D6D5-4F41-8D3C-D31A1F53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4CE554-04E3-4F8B-A7BD-02543C7B3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7E63A4-6963-401A-8620-7F74A6A87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DFB0D6-19B4-4E55-9A52-0ADAE1D6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C69612-9BF5-4C9B-80E0-59E42EB1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6202876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CA1408-B7C0-4304-A7FD-8820DC80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783293-3B8C-4BE2-9721-A6B60E51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9BA16D-DFB7-4167-B177-210D636F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4ad3dfff3f412d"/>
          <a:stretch xmlns:a="http://schemas.openxmlformats.org/drawingml/2006/main"/>
        </p:blipFill>
        <p:spPr>
          <a:xfrm xmlns:a="http://schemas.openxmlformats.org/drawingml/2006/main">
            <a:off x="2693410" y="1714500"/>
            <a:ext cx="3223780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6CFE36-62D8-49B8-B6E3-6B5EE3848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EF16-4E7D-48DF-9490-751F1B00F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BFE2B6-9E0B-4F40-8A2C-69CA76FC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15D861-1EBB-4894-A26F-2722E4512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13C887-B3CE-4618-A9F4-B40E754D1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2540027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131AE2-822B-4CC9-B11E-BD8B105F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A08C94-7CE1-432C-B3CB-A7240270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CCB30E-B522-4F66-98BF-791687C63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c071d4699f43a4"/>
          <a:stretch xmlns:a="http://schemas.openxmlformats.org/drawingml/2006/main"/>
        </p:blipFill>
        <p:spPr>
          <a:xfrm xmlns:a="http://schemas.openxmlformats.org/drawingml/2006/main">
            <a:off x="2693410" y="1714500"/>
            <a:ext cx="3223780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4F2A77-2F90-4124-AA1C-D46DF1EFC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78B8C8-CF65-44DA-BF65-F961972B9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8F4697-916E-452A-AF3A-8313ECB5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539225-52A3-4CD9-9BCA-C5FBA53D0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11EADE-A90D-40B5-A508-2BA5737AA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5724848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A86CA5-C98B-4A73-AFFD-30E217A4E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SOURCE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566798-8E6D-49F6-AE92-65BFEED9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1391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Manual evidence 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3571F9-351B-4857-B08A-744F3A61B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8105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883401f1864590"/>
          <a:stretch xmlns:a="http://schemas.openxmlformats.org/drawingml/2006/main"/>
        </p:blipFill>
        <p:spPr>
          <a:xfrm xmlns:a="http://schemas.openxmlformats.org/drawingml/2006/main">
            <a:off x="2693410" y="1714500"/>
            <a:ext cx="3223780" cy="41719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FD87C9-AD86-43CA-A1A2-1AF3096E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981200"/>
            <a:ext cx="285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 page 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0EE05E-F493-487E-A81F-97BBA649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5762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Use the original report for signatures, detailed readings, revision status and formal acceptance.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D036EC-A8AC-4B40-8010-730383755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2656B6-A0A4-4DA4-93E6-D275EFCED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F28E4E-2EE6-4AFA-909B-DCC65222A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71273429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3BBE1C-11D0-4465-9292-11B6A7F88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5C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B5CD6"/>
                </a:solidFill>
                <a:latin typeface="Arial"/>
                <a:ea typeface="Arial"/>
                <a:cs typeface="Arial"/>
              </a:rPr>
              <a:t>COMPETENCY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18E937-451C-4205-8B26-B53ED0A7E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What technicians must retain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DE60FA-9E86-44A7-8930-B14E54A8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Identify the correct controlled source before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Verify readings, configuration and acceptance criteria.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8EA443-823B-4295-AFA0-F63176232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B5C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8A9CB9-3A62-4A52-8E23-ACFB0EE24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00250"/>
            <a:ext cx="52768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Preserve evidence and escalate unresolved deviations.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Complete safe isolation, functional testing and handover records.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21C73D-08B1-469C-AEE7-51E7EA0C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27A049-D784-42AB-BDE4-B32D970A5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LC4 AIR-COOLED CHILLER  |  Sequence &amp; Diagnostics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39F962-CD4F-48B9-88AF-C04C5A822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579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A60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A6068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6766631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2026-08-15T02:15:57.2050000Z</dcterms:created>
  <dcterms:modified xsi:type="dcterms:W3CDTF">2026-08-15T02:15:57.2050000Z</dcterms:modified>
</coreProperties>
</file>