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e46788fe1e41c1" /><Relationship Type="http://schemas.openxmlformats.org/officeDocument/2006/relationships/extended-properties" Target="/docProps/app.xml" Id="Rfee1c8dc09404a6f" /><Relationship Type="http://schemas.openxmlformats.org/officeDocument/2006/relationships/officeDocument" Target="/ppt/presentation.xml" Id="Redb42471b06949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0333f7c5404ee0"/>
  </p:sldMasterIdLst>
  <p:notesMasterIdLst>
    <p:notesMasterId xmlns:r="http://schemas.openxmlformats.org/officeDocument/2006/relationships" r:id="R170faa20ec654bbb"/>
  </p:notesMasterIdLst>
  <p:sldIdLst>
    <p:sldId xmlns:r="http://schemas.openxmlformats.org/officeDocument/2006/relationships" id="256" r:id="R421db488e17a4788"/>
    <p:sldId xmlns:r="http://schemas.openxmlformats.org/officeDocument/2006/relationships" id="257" r:id="R5a1d593784d643bf"/>
    <p:sldId xmlns:r="http://schemas.openxmlformats.org/officeDocument/2006/relationships" id="258" r:id="R17cb568b2d884c90"/>
    <p:sldId xmlns:r="http://schemas.openxmlformats.org/officeDocument/2006/relationships" id="259" r:id="R9b11be1581134d9c"/>
    <p:sldId xmlns:r="http://schemas.openxmlformats.org/officeDocument/2006/relationships" id="260" r:id="Rb1a85c511e3f48ff"/>
    <p:sldId xmlns:r="http://schemas.openxmlformats.org/officeDocument/2006/relationships" id="261" r:id="R6ab607f13a4745ad"/>
    <p:sldId xmlns:r="http://schemas.openxmlformats.org/officeDocument/2006/relationships" id="262" r:id="Rddfb47260ca94d98"/>
    <p:sldId xmlns:r="http://schemas.openxmlformats.org/officeDocument/2006/relationships" id="263" r:id="R223a781a3c23445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f3706c6b10400a" /><Relationship Type="http://schemas.openxmlformats.org/officeDocument/2006/relationships/slideMaster" Target="/ppt/slideMasters/slideMaster1.xml" Id="R630333f7c5404ee0" /><Relationship Type="http://schemas.openxmlformats.org/officeDocument/2006/relationships/notesMaster" Target="/ppt/notesMasters/notesMaster1.xml" Id="R170faa20ec654bbb" /><Relationship Type="http://schemas.openxmlformats.org/officeDocument/2006/relationships/presProps" Target="/ppt/presProps.xml" Id="R5dfa51dfed764d5d" /><Relationship Type="http://schemas.openxmlformats.org/officeDocument/2006/relationships/tableStyles" Target="/ppt/tableStyles.xml" Id="R4af7766af2624968" /><Relationship Type="http://schemas.openxmlformats.org/officeDocument/2006/relationships/slide" Target="/ppt/slides/slide1.xml" Id="R421db488e17a4788" /><Relationship Type="http://schemas.openxmlformats.org/officeDocument/2006/relationships/slide" Target="/ppt/slides/slide2.xml" Id="R5a1d593784d643bf" /><Relationship Type="http://schemas.openxmlformats.org/officeDocument/2006/relationships/slide" Target="/ppt/slides/slide3.xml" Id="R17cb568b2d884c90" /><Relationship Type="http://schemas.openxmlformats.org/officeDocument/2006/relationships/slide" Target="/ppt/slides/slide4.xml" Id="R9b11be1581134d9c" /><Relationship Type="http://schemas.openxmlformats.org/officeDocument/2006/relationships/slide" Target="/ppt/slides/slide5.xml" Id="Rb1a85c511e3f48ff" /><Relationship Type="http://schemas.openxmlformats.org/officeDocument/2006/relationships/slide" Target="/ppt/slides/slide6.xml" Id="R6ab607f13a4745ad" /><Relationship Type="http://schemas.openxmlformats.org/officeDocument/2006/relationships/slide" Target="/ppt/slides/slide7.xml" Id="Rddfb47260ca94d98" /><Relationship Type="http://schemas.openxmlformats.org/officeDocument/2006/relationships/slide" Target="/ppt/slides/slide8.xml" Id="R223a781a3c23445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e6137cbc45f44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b96e0d0a2d4d87" /><Relationship Type="http://schemas.openxmlformats.org/officeDocument/2006/relationships/notesMaster" Target="/ppt/notesMasters/notesMaster1.xml" Id="Rbf5336edf4364c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537b61693074aa5" /><Relationship Type="http://schemas.openxmlformats.org/officeDocument/2006/relationships/notesMaster" Target="/ppt/notesMasters/notesMaster1.xml" Id="R4b305208c427409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b78bf8d1f34bf0" /><Relationship Type="http://schemas.openxmlformats.org/officeDocument/2006/relationships/notesMaster" Target="/ppt/notesMasters/notesMaster1.xml" Id="R1686714f6f85497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512976a14254343" /><Relationship Type="http://schemas.openxmlformats.org/officeDocument/2006/relationships/notesMaster" Target="/ppt/notesMasters/notesMaster1.xml" Id="R8b892351dc9a45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6c52eb075314272" /><Relationship Type="http://schemas.openxmlformats.org/officeDocument/2006/relationships/notesMaster" Target="/ppt/notesMasters/notesMaster1.xml" Id="R747ecb7e4e2e4b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151829f53af41ba" /><Relationship Type="http://schemas.openxmlformats.org/officeDocument/2006/relationships/notesMaster" Target="/ppt/notesMasters/notesMaster1.xml" Id="Rb132e83a42794cf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c07d5e81ab942cf" /><Relationship Type="http://schemas.openxmlformats.org/officeDocument/2006/relationships/notesMaster" Target="/ppt/notesMasters/notesMaster1.xml" Id="R2a84d5e5c63b4ad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5e18d61cd464284" /><Relationship Type="http://schemas.openxmlformats.org/officeDocument/2006/relationships/notesMaster" Target="/ppt/notesMasters/notesMaster1.xml" Id="R111742f7342944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68c550597f4c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dd7c9a3edb43a1" /><Relationship Type="http://schemas.openxmlformats.org/officeDocument/2006/relationships/slideLayout" Target="/ppt/slideLayouts/slideLayout1.xml" Id="Rf31a7c305e444c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1a7c305e444c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44f182a0a04f93" /><Relationship Type="http://schemas.openxmlformats.org/officeDocument/2006/relationships/notesSlide" Target="/ppt/notesSlides/notesSlide1.xml" Id="R38514a25c46e461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ff822e7d2e4273" /><Relationship Type="http://schemas.openxmlformats.org/officeDocument/2006/relationships/notesSlide" Target="/ppt/notesSlides/notesSlide2.xml" Id="Rd80d9920542e4d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d8769ad75e4a1d" /><Relationship Type="http://schemas.openxmlformats.org/officeDocument/2006/relationships/notesSlide" Target="/ppt/notesSlides/notesSlide3.xml" Id="Rc756f4d0a92d4a5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6195006fb5461d" /><Relationship Type="http://schemas.openxmlformats.org/officeDocument/2006/relationships/notesSlide" Target="/ppt/notesSlides/notesSlide4.xml" Id="Rfa269b4c6cfd44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c89d8efd834874" /><Relationship Type="http://schemas.openxmlformats.org/officeDocument/2006/relationships/notesSlide" Target="/ppt/notesSlides/notesSlide5.xml" Id="R7b31ae6641254ba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e7e5818d174970" /><Relationship Type="http://schemas.openxmlformats.org/officeDocument/2006/relationships/notesSlide" Target="/ppt/notesSlides/notesSlide6.xml" Id="Ra9fa8f453a7d4d0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770440708341fa" /><Relationship Type="http://schemas.openxmlformats.org/officeDocument/2006/relationships/notesSlide" Target="/ppt/notesSlides/notesSlide7.xml" Id="R3896c63bf38b4e5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d0001eb7b640a0" /><Relationship Type="http://schemas.openxmlformats.org/officeDocument/2006/relationships/notesSlide" Target="/ppt/notesSlides/notesSlide8.xml" Id="Rc52e8be45334435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13ED34-6D34-4B1C-B7D7-2D2C92C4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COMPLETION CERTIFICATES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DBBB6B-BA67-4D78-9E1D-7F182AC0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Project Chiller Completion Certificate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4DF147-56B6-4B19-A4C3-D4E2E51E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Final completion, possession and warranty record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296563-994A-465B-A23E-75D7D64F1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493AF7-9E26-4DAD-9FDD-2D058120C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4343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TECHNICAL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0207F2-224E-4417-839A-6441BBDBE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TECHNICAL TRAINING RESOURCE</a:t>
            </a:r>
          </a:p>
        </p:txBody>
      </p:sp>
    </p:spTree>
    <p:extLst>
      <p:ext uri="{BB962C8B-B14F-4D97-AF65-F5344CB8AC3E}">
        <p14:creationId xmlns:p14="http://schemas.microsoft.com/office/powerpoint/2010/main" val="7622580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779F83-51FA-493A-BBAC-B66663881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COMPLETION CERTIFICATES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40A27C-35D9-440B-A9E5-11428DF9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50D50B-549F-4FAC-BDA8-486D31CC6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204647-2333-490D-826A-78AE2B192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396216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B6E0D5-8118-43BD-BFAD-09A7F642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12B630-7A5D-490C-B10E-3973E57E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controlled technical reference for safe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133F21-82E3-4E5A-A4A9-FE33A325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758FA1-654E-42FF-97F9-8C6404BBB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30 Apr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091A05-76E7-4EAB-A805-1A7AD3661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Final completion date in certificate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17622A-8AE2-4044-B7DE-60AA9736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E00BE0-ADD1-4E18-9185-7BD282CC1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60 mo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C969A3-5FC2-4445-94E4-ED2269D4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Chiller manufacturer warranty stated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722C8B-F4F5-46C2-82AE-430C2486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ADEF47-FE5F-4965-B056-13CD9E40B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12 mo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A86A91-84A5-4300-8D20-4FEFFC8A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ATS panel warranty stated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352777-752C-4BBB-9007-FC28AFB70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C92E88-0B95-423D-8031-8E95F7AA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Completion Certificates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CF9E2B-2E18-4355-9A62-465F7F182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363556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9707E2-0B19-4477-985F-D46FF8D3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0D61A5-50E0-4690-8AB8-34D02744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the manual as a machine-specific working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86D2FA-0133-445B-B2D9-33DEFCBE9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authorized customer acceptance and signature status. • Tie warranty start to the recorded commissioning/startup date.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4DAF97-7B81-4C3B-824C-069B276D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7F8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66F779-02EC-4C21-8BA9-08272DC67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Retain the O&amp;M, testing and training package referenced by the certificate. • Resolve any conflict with later project-closure dates.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187C74-BBD2-42BE-9A07-1FE4F413C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827656-AB91-47D6-B3E2-01A8A624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Completion Certificates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A25068-AECD-4FA4-B02A-DBBF6C877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521746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362A89-C4FB-4452-8E32-698846A0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2CB6A1-433B-46F6-A23B-88C475ECF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Apply a consistent safe-work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A05F92-A6AD-478D-8AE3-2CA695566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machine identity, model and document revision. • Isolate all energy sources and prove a safe state before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832EB7-C428-4C20-B645-87EA6A457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7F8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2CEDD1-DD63-481D-BED9-45D0DC28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Inspect, measure and diagnose before replacing components. • Function-test safeguards and record the completed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4E6647-6C7C-4630-96B8-5F0778E3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179944-EB6C-43C7-8A2E-7E9A3EF1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Completion Certificates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E0EB4B-B260-47E4-B9CD-56645D2F8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063566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D91AA3-0D10-4E67-AF8F-80A861ED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B4AA79-1B0C-4F7E-BCEB-B2076C30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and settings require configuration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F4941B-B975-4856-96B5-B5FCB6F06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original settings and connections before adjustment. • Use exact part numbers or approved supersessions.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F39307-F7E9-46D3-A08B-EE466B70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7F8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B88AA6-B79A-4404-9AD1-FB544417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firmware, program and parameter backups where applicable. • Update the maintenance history after each intervention.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EDEEEC-DE21-4650-A433-809F67A51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DDC062-8D52-4F7B-AEC2-7AF9489D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Completion Certificates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B10971-BD5D-49D9-998D-03AD68A7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881878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387EA3-A025-49EA-9648-5ACCA535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4B76B6-5BF7-4A54-BA58-FC1D257F5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BABECF-020C-44D7-BC55-D0905EDF7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32502C-842A-4660-9AF6-76BA6447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346321-EE37-46B2-BA1B-479336B7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55B9EA-12B4-4F3C-9B33-32234CAC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E0EE19-9CA1-4830-889F-B2D198BC8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E01186-BA93-4709-8C34-059C4F910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Completion Certificates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3D7165-1870-4716-B979-6EF35EA02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81975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F74CB7-5A34-4E2A-9434-1EB49E7D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955FA8-132B-4AAE-8B06-D78167DA0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858608-EC17-4326-90D0-670AD91DC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 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9E51C1-7FFE-4024-B37F-8D3A465EB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7F8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EFD03A-D505-480D-8196-6A916187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 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CCC961-C78C-49B5-9E2B-04DE14B12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58D353-E66F-4C6C-8EB9-6BA2EE525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Completion Certificates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88BE60-3AC7-4ACC-A876-5E98C967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384316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2026-08-15T02:49:54.4100000Z</dcterms:created>
  <dcterms:modified xsi:type="dcterms:W3CDTF">2026-08-15T02:49:54.4100000Z</dcterms:modified>
</coreProperties>
</file>