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0cafc67aa64c4b" /><Relationship Type="http://schemas.openxmlformats.org/officeDocument/2006/relationships/extended-properties" Target="/docProps/app.xml" Id="Rc42133d06cb04c6b" /><Relationship Type="http://schemas.openxmlformats.org/officeDocument/2006/relationships/officeDocument" Target="/ppt/presentation.xml" Id="R147150b8c38941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e0597d3e2d40d1"/>
  </p:sldMasterIdLst>
  <p:notesMasterIdLst>
    <p:notesMasterId xmlns:r="http://schemas.openxmlformats.org/officeDocument/2006/relationships" r:id="R93e827bd9a10483e"/>
  </p:notesMasterIdLst>
  <p:sldIdLst>
    <p:sldId xmlns:r="http://schemas.openxmlformats.org/officeDocument/2006/relationships" id="256" r:id="R91dc8880159141fd"/>
    <p:sldId xmlns:r="http://schemas.openxmlformats.org/officeDocument/2006/relationships" id="257" r:id="Rc16e4857dd2d40c1"/>
    <p:sldId xmlns:r="http://schemas.openxmlformats.org/officeDocument/2006/relationships" id="258" r:id="R2233db89c1704b9d"/>
    <p:sldId xmlns:r="http://schemas.openxmlformats.org/officeDocument/2006/relationships" id="259" r:id="R256352d9a1cb4139"/>
    <p:sldId xmlns:r="http://schemas.openxmlformats.org/officeDocument/2006/relationships" id="260" r:id="R70ba1f7a7b044dbf"/>
    <p:sldId xmlns:r="http://schemas.openxmlformats.org/officeDocument/2006/relationships" id="261" r:id="R44a56d3a1b334761"/>
    <p:sldId xmlns:r="http://schemas.openxmlformats.org/officeDocument/2006/relationships" id="262" r:id="Rfa023dbb138d481c"/>
    <p:sldId xmlns:r="http://schemas.openxmlformats.org/officeDocument/2006/relationships" id="263" r:id="R1ec59dc1967d49ad"/>
    <p:sldId xmlns:r="http://schemas.openxmlformats.org/officeDocument/2006/relationships" id="264" r:id="R3c9e4b62e97441c7"/>
    <p:sldId xmlns:r="http://schemas.openxmlformats.org/officeDocument/2006/relationships" id="265" r:id="R0ab594b4f5234cad"/>
    <p:sldId xmlns:r="http://schemas.openxmlformats.org/officeDocument/2006/relationships" id="266" r:id="Re823a93fcc6b4218"/>
    <p:sldId xmlns:r="http://schemas.openxmlformats.org/officeDocument/2006/relationships" id="267" r:id="Rc46449f24f194d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8fa7c004194031" /><Relationship Type="http://schemas.openxmlformats.org/officeDocument/2006/relationships/slideMaster" Target="/ppt/slideMasters/slideMaster1.xml" Id="Rdce0597d3e2d40d1" /><Relationship Type="http://schemas.openxmlformats.org/officeDocument/2006/relationships/notesMaster" Target="/ppt/notesMasters/notesMaster1.xml" Id="R93e827bd9a10483e" /><Relationship Type="http://schemas.openxmlformats.org/officeDocument/2006/relationships/presProps" Target="/ppt/presProps.xml" Id="R3f87906591824d6b" /><Relationship Type="http://schemas.openxmlformats.org/officeDocument/2006/relationships/tableStyles" Target="/ppt/tableStyles.xml" Id="R881d868d30fc4359" /><Relationship Type="http://schemas.openxmlformats.org/officeDocument/2006/relationships/slide" Target="/ppt/slides/slide1.xml" Id="R91dc8880159141fd" /><Relationship Type="http://schemas.openxmlformats.org/officeDocument/2006/relationships/slide" Target="/ppt/slides/slide2.xml" Id="Rc16e4857dd2d40c1" /><Relationship Type="http://schemas.openxmlformats.org/officeDocument/2006/relationships/slide" Target="/ppt/slides/slide3.xml" Id="R2233db89c1704b9d" /><Relationship Type="http://schemas.openxmlformats.org/officeDocument/2006/relationships/slide" Target="/ppt/slides/slide4.xml" Id="R256352d9a1cb4139" /><Relationship Type="http://schemas.openxmlformats.org/officeDocument/2006/relationships/slide" Target="/ppt/slides/slide5.xml" Id="R70ba1f7a7b044dbf" /><Relationship Type="http://schemas.openxmlformats.org/officeDocument/2006/relationships/slide" Target="/ppt/slides/slide6.xml" Id="R44a56d3a1b334761" /><Relationship Type="http://schemas.openxmlformats.org/officeDocument/2006/relationships/slide" Target="/ppt/slides/slide7.xml" Id="Rfa023dbb138d481c" /><Relationship Type="http://schemas.openxmlformats.org/officeDocument/2006/relationships/slide" Target="/ppt/slides/slide8.xml" Id="R1ec59dc1967d49ad" /><Relationship Type="http://schemas.openxmlformats.org/officeDocument/2006/relationships/slide" Target="/ppt/slides/slide9.xml" Id="R3c9e4b62e97441c7" /><Relationship Type="http://schemas.openxmlformats.org/officeDocument/2006/relationships/slide" Target="/ppt/slides/slide10.xml" Id="R0ab594b4f5234cad" /><Relationship Type="http://schemas.openxmlformats.org/officeDocument/2006/relationships/slide" Target="/ppt/slides/slide11.xml" Id="Re823a93fcc6b4218" /><Relationship Type="http://schemas.openxmlformats.org/officeDocument/2006/relationships/slide" Target="/ppt/slides/slide12.xml" Id="Rc46449f24f194d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86e5aabe8244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ac49d02db1434e" /><Relationship Type="http://schemas.openxmlformats.org/officeDocument/2006/relationships/notesMaster" Target="/ppt/notesMasters/notesMaster1.xml" Id="R9ac74281e1c842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243dfb97b0478b" /><Relationship Type="http://schemas.openxmlformats.org/officeDocument/2006/relationships/notesMaster" Target="/ppt/notesMasters/notesMaster1.xml" Id="Rf40f90533a4242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7f1f9c3195436d" /><Relationship Type="http://schemas.openxmlformats.org/officeDocument/2006/relationships/notesMaster" Target="/ppt/notesMasters/notesMaster1.xml" Id="R0bd1f433126141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1ed4177bcf4443" /><Relationship Type="http://schemas.openxmlformats.org/officeDocument/2006/relationships/notesMaster" Target="/ppt/notesMasters/notesMaster1.xml" Id="R9581146990e94b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28984765e740d9" /><Relationship Type="http://schemas.openxmlformats.org/officeDocument/2006/relationships/notesMaster" Target="/ppt/notesMasters/notesMaster1.xml" Id="R4f02f3d1438446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77c326a5a44991" /><Relationship Type="http://schemas.openxmlformats.org/officeDocument/2006/relationships/notesMaster" Target="/ppt/notesMasters/notesMaster1.xml" Id="Re4ee457ef02545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bb55cc6f844231" /><Relationship Type="http://schemas.openxmlformats.org/officeDocument/2006/relationships/notesMaster" Target="/ppt/notesMasters/notesMaster1.xml" Id="R15ce6c196e7b4a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ecc57f22264049" /><Relationship Type="http://schemas.openxmlformats.org/officeDocument/2006/relationships/notesMaster" Target="/ppt/notesMasters/notesMaster1.xml" Id="R63f9a105e4c047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ea5acf9430488e" /><Relationship Type="http://schemas.openxmlformats.org/officeDocument/2006/relationships/notesMaster" Target="/ppt/notesMasters/notesMaster1.xml" Id="R736ff9e05a5f48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44e10e7588439b" /><Relationship Type="http://schemas.openxmlformats.org/officeDocument/2006/relationships/notesMaster" Target="/ppt/notesMasters/notesMaster1.xml" Id="R27f0749081424a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ba266388c841a2" /><Relationship Type="http://schemas.openxmlformats.org/officeDocument/2006/relationships/notesMaster" Target="/ppt/notesMasters/notesMaster1.xml" Id="Rfe6fa31809464c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4d6bb892064041" /><Relationship Type="http://schemas.openxmlformats.org/officeDocument/2006/relationships/notesMaster" Target="/ppt/notesMasters/notesMaster1.xml" Id="Rb0f732ef2ac547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10 LINENCRAFT G24K04508 Ganesh Prabhu 09072025 UADUB - CALL JRRY V143.pdf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10 LINENCRAFT G24K04508 Ganesh Prabhu 09072025 UADUB - CALL JRRY V143.pdf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10 LINENCRAFT G24K04508 Ganesh Prabhu 09072025 UADUB - CALL JRRY V143.pdf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10 LINENCRAFT G24K04508 Ganesh Prabhu 09072025 UADUB - CALL JRRY V143.pdf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10 LINENCRAFT G24K04508 Ganesh Prabhu 09072025 UADUB - CALL JRRY V143.pdf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10 LINENCRAFT G24K04508 Ganesh Prabhu 09072025 UADUB - CALL JRRY V143.pdf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10 LINENCRAFT G24K04508 Ganesh Prabhu 09072025 UADUB - CALL JRRY V143.pdf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10 LINENCRAFT G24K04508 Ganesh Prabhu 09072025 UADUB - CALL JRRY V143.pdf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10 LINENCRAFT G24K04508 Ganesh Prabhu 09072025 UADUB - CALL JRRY V143.pdf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10 LINENCRAFT G24K04508 Ganesh Prabhu 09072025 UADUB - CALL JRRY V143.pdf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10 LINENCRAFT G24K04508 Ganesh Prabhu 09072025 UADUB - CALL JRRY V143.pdf</a:t>
            </a:r>
          </a:p>
          <a:p xmlns:a="http://schemas.openxmlformats.org/drawingml/2006/main">
            <a:r>
              <a:t>- Evidence reference: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DUB143026806 10 LINENCRAFT G24K04508 Ganesh Prabhu 09072025 UADUB - CALL JRRY V143.pdf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51955fcfb46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f6803d69764eb2" /><Relationship Type="http://schemas.openxmlformats.org/officeDocument/2006/relationships/slideLayout" Target="/ppt/slideLayouts/slideLayout1.xml" Id="R292762443fce48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2762443fce48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2a358bfb342a0" /><Relationship Type="http://schemas.openxmlformats.org/officeDocument/2006/relationships/image" Target="/ppt/media/image.jpeg" Id="R5bb5503208054d2b" /><Relationship Type="http://schemas.openxmlformats.org/officeDocument/2006/relationships/notesSlide" Target="/ppt/notesSlides/notesSlide1.xml" Id="R9553767be25148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bf7c75635484d" /><Relationship Type="http://schemas.openxmlformats.org/officeDocument/2006/relationships/notesSlide" Target="/ppt/notesSlides/notesSlide2.xml" Id="Ree9eb8231ced47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5b6ebb2c14af1" /><Relationship Type="http://schemas.openxmlformats.org/officeDocument/2006/relationships/notesSlide" Target="/ppt/notesSlides/notesSlide3.xml" Id="R3a1fd50ce1f548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f18535da742ba" /><Relationship Type="http://schemas.openxmlformats.org/officeDocument/2006/relationships/notesSlide" Target="/ppt/notesSlides/notesSlide4.xml" Id="R35362bafdba24d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8fe30e8004ecf" /><Relationship Type="http://schemas.openxmlformats.org/officeDocument/2006/relationships/notesSlide" Target="/ppt/notesSlides/notesSlide5.xml" Id="R3ab79b63833041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933d7b85243d5" /><Relationship Type="http://schemas.openxmlformats.org/officeDocument/2006/relationships/notesSlide" Target="/ppt/notesSlides/notesSlide6.xml" Id="R50a909e2219549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bc2c2a93c4c66" /><Relationship Type="http://schemas.openxmlformats.org/officeDocument/2006/relationships/image" Target="/ppt/media/image2.jpeg" Id="Rc2c781a4dbb24649" /><Relationship Type="http://schemas.openxmlformats.org/officeDocument/2006/relationships/notesSlide" Target="/ppt/notesSlides/notesSlide7.xml" Id="Rea70e587afef48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a623aae3c491a" /><Relationship Type="http://schemas.openxmlformats.org/officeDocument/2006/relationships/image" Target="/ppt/media/image3.jpeg" Id="R4de6f51bcd2c4b78" /><Relationship Type="http://schemas.openxmlformats.org/officeDocument/2006/relationships/notesSlide" Target="/ppt/notesSlides/notesSlide8.xml" Id="Re08bec842dff46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2fbb31be34f9f" /><Relationship Type="http://schemas.openxmlformats.org/officeDocument/2006/relationships/image" Target="/ppt/media/image4.jpeg" Id="R411628f50886452e" /><Relationship Type="http://schemas.openxmlformats.org/officeDocument/2006/relationships/notesSlide" Target="/ppt/notesSlides/notesSlide9.xml" Id="Ra038c508bc2f4c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4ce0221864b72" /><Relationship Type="http://schemas.openxmlformats.org/officeDocument/2006/relationships/image" Target="/ppt/media/image5.jpeg" Id="R7086041713324a18" /><Relationship Type="http://schemas.openxmlformats.org/officeDocument/2006/relationships/notesSlide" Target="/ppt/notesSlides/notesSlide10.xml" Id="R22894b5a58b142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db6951afb4304" /><Relationship Type="http://schemas.openxmlformats.org/officeDocument/2006/relationships/image" Target="/ppt/media/image6.jpeg" Id="Rbf123f87abef4a38" /><Relationship Type="http://schemas.openxmlformats.org/officeDocument/2006/relationships/notesSlide" Target="/ppt/notesSlides/notesSlide11.xml" Id="R52a49bb603844a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4118cdcfd4bc8" /><Relationship Type="http://schemas.openxmlformats.org/officeDocument/2006/relationships/notesSlide" Target="/ppt/notesSlides/notesSlide12.xml" Id="R1c8a523d426440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CF191-496F-4591-969A-7A4557DF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SERVICE REPORTS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80592-814A-462F-A512-17CAC115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 Service Call — 09 July 2025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204AE-02D8-47C7-8E8E-2FD5488C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Operational response and field service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391F9-EDF2-49B0-B515-F53AC3F6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5503208054d2b"/>
          <a:stretch xmlns:a="http://schemas.openxmlformats.org/drawingml/2006/main"/>
        </p:blipFill>
        <p:spPr>
          <a:xfrm xmlns:a="http://schemas.openxmlformats.org/drawingml/2006/main">
            <a:off x="7012998" y="590550"/>
            <a:ext cx="4033405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0F9D1-FF9B-4271-A6D2-93D33CEC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SAJJAD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1783897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8A39D-07FC-482C-9B4B-944EBD3D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SERVICE REPORTS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50565-11FB-43D1-B5D1-2727CB1C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1120D-CAF4-49D5-A26F-F066835A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3DBB0-4949-4A56-A0B4-BC0E7B02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471313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1FAD3-8FA1-43B8-8D4C-48EFBFE0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78D66-08F5-4710-9F22-FDBB74E9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4767A-5903-4A11-8575-C7511B5C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D0B34-FFCB-435A-8FC5-CAA610C9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RTAG285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2EC5B-0DCD-404D-A408-5750D57B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Chiller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D764E-700C-4350-A357-74E51EC5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9A492-732E-4E1A-BD5A-DF39C3B0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G24K04508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46CDF-BCB1-411B-956A-47DE91B9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Serial number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7DEAD-817B-4E1B-B138-9B768E62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F0F9B-8AF2-4EE9-9348-A79EBED5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CB6ED-F7A6-4D1F-B112-007F3C76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Report 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B42AA-4259-40A7-8D7D-2D255E62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622E8-EA02-4103-B3AC-ADA61E4E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Service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9E3C3-3184-4080-A60D-018CC62B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436983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1E707-9CF6-4D3F-A445-10C1F837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2AB9E-A89E-4BE6-B90C-8A6CBA0E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26F74-BA12-40C9-A2B9-266DD513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Capture arrival and departure status before closing the call.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Retain measurements, alarm evidence and corrective actions.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2826B-20DE-4484-AB53-E2D5B5CE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24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B5AC4-2069-434B-AF5C-0F666A2C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the repair under representative 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Escalate unresolved conditions into a tracked action list.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2B666-F523-4D80-8351-B4D862EA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8F512-12E3-4110-BDF3-DD2B52D0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Service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CCB85-84C2-4E87-A39E-C14C9313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290224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B98B6-92B8-467F-81EC-E4D291AA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5CDAF-2ED7-4541-A6B5-E7EC0C48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FAF57-0896-4D74-A681-FB1BF4A0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8C085-6346-45D1-A3D5-370228DC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24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F4B07-A4BE-43BD-8B4E-297DF86C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9DF04-2F1C-4EFE-9BE1-FE9DD480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70916-E607-475D-9CA6-297FE6A8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Service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8CD39-0CB0-45E6-B14D-7E886D2E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729276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B85F6-1F78-4C5D-B71E-0CFA353D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641D3-A930-40DE-B6C2-B490ABD8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8BF14-B27C-469E-85D2-1067465F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924D3-4136-4232-B385-16487795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24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2D38C-ADD8-4712-BB47-EB2385E8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20782-64AC-4F8E-BF12-46CC280F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931C9-35ED-4350-9607-8CD0A733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Service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A0E8A-B636-49BC-BCFB-FFF66CF3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33137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F8A5A-A5DD-4EAD-91C9-59501D49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35044-63DC-4D5A-9C24-BA9EECC9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19735-BA14-43AD-9BB3-6B5BB458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781a4dbb24649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47B8C-6D58-4ED7-A1F0-0FD12E15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8B4E9-AA07-4E6D-8E5D-28FA7AF0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7D687-29AE-4AAF-BF71-97E75A65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93D70-51F9-4DF1-8619-D2F80BA3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Service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3BC4E-F70E-45C2-BA22-871EE080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737858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93AC8-8BFE-409D-8991-DF9FF183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2D97F-A594-4525-8F76-A2013BE3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43620-E373-46C9-A6A2-F103B6B1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6f51bcd2c4b78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0C989-E78D-4F4B-A67B-B82875C5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3D56D-20FB-44A5-AC3D-4F19BACA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DD60D-E4CB-4898-8AAF-A3925392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63571-88E3-4CA5-AFCE-112C4CE4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Service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3F799-AFB4-4197-8E6C-D9964B99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737267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DC781-75BD-4D82-B963-BB45C23C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F6A78-3AD3-45BD-9743-5C9596A1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6D64F-663B-49F1-B56C-C7E738FA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628f50886452e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DF4B4-7439-455E-B74E-200ADEFB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9DC7B-CEF7-4AFA-9970-19CAEF7C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FCA81-D7A5-4F44-94F5-A16B2B64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8AD9C-F282-4F8C-872A-66F56A3D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Service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86DAB-96A0-4C64-87CE-DC861881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18642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2A0D4-3E46-4F1D-BE56-1068D578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47D9F-4AA6-45B9-A7BD-91A1F672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C2EDC-3061-403D-AD33-B6160DC0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6041713324a18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1B488-926E-4949-934A-E577DA71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24FB7-8569-4FB1-B872-642B8A85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313C9-3B72-46F0-84A0-928E9E86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BB304-0F1E-4A7F-B357-5AB660D0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Service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00A17-167A-445A-9D8D-309295EB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619213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D7006-DC6E-44E9-A64F-85624599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E0864-6B9C-46B1-B4D3-DDC0F666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A66F5-D749-490A-A7C9-9947B5CC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23f87abef4a38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CDD41-03CD-4D95-834F-F51D397C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5D314-DFD1-41BE-910D-EB73EF49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7A761-F949-4261-BADC-7BD11C4F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F32DE-B88D-432C-842A-0EFCCB67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Service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B01D3-90A4-4FFF-9EBA-423667F2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476461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659E4-F88D-4124-B6E7-BDB70083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4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24B35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957B1-FF38-4B54-8911-5EBCFE24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F70EA-E4F4-46E3-85DF-FCB46C68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1D35D-7CFD-47A1-A37E-0C405AEC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24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EEC96-256F-475E-B162-31571854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D8AFD-6234-4C3E-A7A7-F9116034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72F89-BAF0-482C-9789-29A08BDB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Service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31B30-128A-433F-B0DA-31B3705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19736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2026-08-15T02:15:55.3400000Z</dcterms:created>
  <dcterms:modified xsi:type="dcterms:W3CDTF">2026-08-15T02:15:55.3400000Z</dcterms:modified>
</coreProperties>
</file>