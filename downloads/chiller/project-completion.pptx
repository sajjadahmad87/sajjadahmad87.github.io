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70e934d3ae4218" /><Relationship Type="http://schemas.openxmlformats.org/officeDocument/2006/relationships/extended-properties" Target="/docProps/app.xml" Id="R47ffe4455b6842ae" /><Relationship Type="http://schemas.openxmlformats.org/officeDocument/2006/relationships/officeDocument" Target="/ppt/presentation.xml" Id="Rb9896b82ee40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6c9b01cc74edc"/>
  </p:sldMasterIdLst>
  <p:notesMasterIdLst>
    <p:notesMasterId xmlns:r="http://schemas.openxmlformats.org/officeDocument/2006/relationships" r:id="R02a85ca5771f43f3"/>
  </p:notesMasterIdLst>
  <p:sldIdLst>
    <p:sldId xmlns:r="http://schemas.openxmlformats.org/officeDocument/2006/relationships" id="256" r:id="R38008237921144ed"/>
    <p:sldId xmlns:r="http://schemas.openxmlformats.org/officeDocument/2006/relationships" id="257" r:id="Rf12909bf366f463e"/>
    <p:sldId xmlns:r="http://schemas.openxmlformats.org/officeDocument/2006/relationships" id="258" r:id="Rd675677c0365407c"/>
    <p:sldId xmlns:r="http://schemas.openxmlformats.org/officeDocument/2006/relationships" id="259" r:id="Rb60a3c226ab54433"/>
    <p:sldId xmlns:r="http://schemas.openxmlformats.org/officeDocument/2006/relationships" id="260" r:id="R28841795f1194706"/>
    <p:sldId xmlns:r="http://schemas.openxmlformats.org/officeDocument/2006/relationships" id="261" r:id="R7b436e532a79479a"/>
    <p:sldId xmlns:r="http://schemas.openxmlformats.org/officeDocument/2006/relationships" id="262" r:id="R71af195735ca4e7b"/>
    <p:sldId xmlns:r="http://schemas.openxmlformats.org/officeDocument/2006/relationships" id="263" r:id="Re54756111f0c40fd"/>
    <p:sldId xmlns:r="http://schemas.openxmlformats.org/officeDocument/2006/relationships" id="264" r:id="R7ab90872b91f4ef5"/>
    <p:sldId xmlns:r="http://schemas.openxmlformats.org/officeDocument/2006/relationships" id="265" r:id="R4efb68e4bb47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c2b6c75f14c93" /><Relationship Type="http://schemas.openxmlformats.org/officeDocument/2006/relationships/slideMaster" Target="/ppt/slideMasters/slideMaster1.xml" Id="R7ea6c9b01cc74edc" /><Relationship Type="http://schemas.openxmlformats.org/officeDocument/2006/relationships/notesMaster" Target="/ppt/notesMasters/notesMaster1.xml" Id="R02a85ca5771f43f3" /><Relationship Type="http://schemas.openxmlformats.org/officeDocument/2006/relationships/presProps" Target="/ppt/presProps.xml" Id="R343d6b26aac64668" /><Relationship Type="http://schemas.openxmlformats.org/officeDocument/2006/relationships/tableStyles" Target="/ppt/tableStyles.xml" Id="R9f2a3bf12350403a" /><Relationship Type="http://schemas.openxmlformats.org/officeDocument/2006/relationships/slide" Target="/ppt/slides/slide1.xml" Id="R38008237921144ed" /><Relationship Type="http://schemas.openxmlformats.org/officeDocument/2006/relationships/slide" Target="/ppt/slides/slide2.xml" Id="Rf12909bf366f463e" /><Relationship Type="http://schemas.openxmlformats.org/officeDocument/2006/relationships/slide" Target="/ppt/slides/slide3.xml" Id="Rd675677c0365407c" /><Relationship Type="http://schemas.openxmlformats.org/officeDocument/2006/relationships/slide" Target="/ppt/slides/slide4.xml" Id="Rb60a3c226ab54433" /><Relationship Type="http://schemas.openxmlformats.org/officeDocument/2006/relationships/slide" Target="/ppt/slides/slide5.xml" Id="R28841795f1194706" /><Relationship Type="http://schemas.openxmlformats.org/officeDocument/2006/relationships/slide" Target="/ppt/slides/slide6.xml" Id="R7b436e532a79479a" /><Relationship Type="http://schemas.openxmlformats.org/officeDocument/2006/relationships/slide" Target="/ppt/slides/slide7.xml" Id="R71af195735ca4e7b" /><Relationship Type="http://schemas.openxmlformats.org/officeDocument/2006/relationships/slide" Target="/ppt/slides/slide8.xml" Id="Re54756111f0c40fd" /><Relationship Type="http://schemas.openxmlformats.org/officeDocument/2006/relationships/slide" Target="/ppt/slides/slide9.xml" Id="R7ab90872b91f4ef5" /><Relationship Type="http://schemas.openxmlformats.org/officeDocument/2006/relationships/slide" Target="/ppt/slides/slide10.xml" Id="R4efb68e4bb47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b4b83718647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d4821bdb594002" /><Relationship Type="http://schemas.openxmlformats.org/officeDocument/2006/relationships/notesMaster" Target="/ppt/notesMasters/notesMaster1.xml" Id="Rf9050d452215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2c8152e344227" /><Relationship Type="http://schemas.openxmlformats.org/officeDocument/2006/relationships/notesMaster" Target="/ppt/notesMasters/notesMaster1.xml" Id="R4da551f83442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322dcc2f14d88" /><Relationship Type="http://schemas.openxmlformats.org/officeDocument/2006/relationships/notesMaster" Target="/ppt/notesMasters/notesMaster1.xml" Id="R62fffd424dcf47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89a8c0ea8440e" /><Relationship Type="http://schemas.openxmlformats.org/officeDocument/2006/relationships/notesMaster" Target="/ppt/notesMasters/notesMaster1.xml" Id="R7764e92e109f4f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e8db9c87f494d" /><Relationship Type="http://schemas.openxmlformats.org/officeDocument/2006/relationships/notesMaster" Target="/ppt/notesMasters/notesMaster1.xml" Id="R44ba9777180c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2f69844964c66" /><Relationship Type="http://schemas.openxmlformats.org/officeDocument/2006/relationships/notesMaster" Target="/ppt/notesMasters/notesMaster1.xml" Id="R682ea394a711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7ca60220ec4b8b" /><Relationship Type="http://schemas.openxmlformats.org/officeDocument/2006/relationships/notesMaster" Target="/ppt/notesMasters/notesMaster1.xml" Id="R55e0cbb870404a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552703488e447c" /><Relationship Type="http://schemas.openxmlformats.org/officeDocument/2006/relationships/notesMaster" Target="/ppt/notesMasters/notesMaster1.xml" Id="Rbd56462e195f4e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194dee87d4037" /><Relationship Type="http://schemas.openxmlformats.org/officeDocument/2006/relationships/notesMaster" Target="/ppt/notesMasters/notesMaster1.xml" Id="Rfb94527a5b5c44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450bc1f3784801" /><Relationship Type="http://schemas.openxmlformats.org/officeDocument/2006/relationships/notesMaster" Target="/ppt/notesMasters/notesMaster1.xml" Id="R2b968c308d30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Embedded project-completion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Embedded project-completion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f89357bb84d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3b9ce95abd4444" /><Relationship Type="http://schemas.openxmlformats.org/officeDocument/2006/relationships/slideLayout" Target="/ppt/slideLayouts/slideLayout1.xml" Id="Re67ff3410e3a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ff3410e3a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cd0802d60486b" /><Relationship Type="http://schemas.openxmlformats.org/officeDocument/2006/relationships/notesSlide" Target="/ppt/notesSlides/notesSlide1.xml" Id="R9a325432100d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701411a84b79" /><Relationship Type="http://schemas.openxmlformats.org/officeDocument/2006/relationships/notesSlide" Target="/ppt/notesSlides/notesSlide2.xml" Id="Read7ad581093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905ba3cdf4283" /><Relationship Type="http://schemas.openxmlformats.org/officeDocument/2006/relationships/notesSlide" Target="/ppt/notesSlides/notesSlide3.xml" Id="Rc527afa3648346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0a7077f954b03" /><Relationship Type="http://schemas.openxmlformats.org/officeDocument/2006/relationships/notesSlide" Target="/ppt/notesSlides/notesSlide4.xml" Id="R5605dd5489ef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9f3d712f4425f" /><Relationship Type="http://schemas.openxmlformats.org/officeDocument/2006/relationships/notesSlide" Target="/ppt/notesSlides/notesSlide5.xml" Id="R87eab5bb9a4246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32691fe04eba" /><Relationship Type="http://schemas.openxmlformats.org/officeDocument/2006/relationships/notesSlide" Target="/ppt/notesSlides/notesSlide6.xml" Id="R6147d052a596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1e22d2e744975" /><Relationship Type="http://schemas.openxmlformats.org/officeDocument/2006/relationships/notesSlide" Target="/ppt/notesSlides/notesSlide7.xml" Id="Ra4ec7ad6acfd42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710e789ee49d4" /><Relationship Type="http://schemas.openxmlformats.org/officeDocument/2006/relationships/image" Target="/ppt/media/image.jpeg" Id="R319bc8a9c6924300" /><Relationship Type="http://schemas.openxmlformats.org/officeDocument/2006/relationships/notesSlide" Target="/ppt/notesSlides/notesSlide8.xml" Id="Rca0ecfeca9ca4f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cfca35cc342d1" /><Relationship Type="http://schemas.openxmlformats.org/officeDocument/2006/relationships/image" Target="/ppt/media/image2.jpeg" Id="R5483ac10298540d7" /><Relationship Type="http://schemas.openxmlformats.org/officeDocument/2006/relationships/notesSlide" Target="/ppt/notesSlides/notesSlide9.xml" Id="R14acb2a6cb7b4c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5cf896c084633" /><Relationship Type="http://schemas.openxmlformats.org/officeDocument/2006/relationships/notesSlide" Target="/ppt/notesSlides/notesSlide10.xml" Id="R41a99859df2e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96FE4-74E5-4E71-BEB0-7E05AA8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BE6CD-1528-46D2-BE51-F4AA2F2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Project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C1FFB-84E0-4EB6-A56E-3010C84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Delivery, testing, redundancy and handover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2726E-54EF-49A4-81E0-37F130E9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53E6-8836-46AB-9EC6-88E51FA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AC72F-4A7D-4DDB-BCF1-0FC9FD2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55988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04193-82A9-4629-96A3-E72FF6C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683D7-FB2B-42E8-8858-D10448B8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DF76A-71A8-4D59-9480-B9D3BFBF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86317-EC46-4E7D-92D3-99504CD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4782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180F0-B886-48D7-89B6-58A6354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F986F-4ABA-4075-96EA-DD06A49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progressed from March to August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2CF24-B7CA-49C8-A046-8DA93C01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164F6-D876-4068-8917-76BE72D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24 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57D74-9FD7-4FA7-B096-32D8C1F1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project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9D6D1-67CB-496E-92B8-375FE500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034B-8C6E-4A9B-B24C-B7C3600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4 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8E8CC-BE34-4059-A16B-CED85A9F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1D527-B72C-4612-AE9D-253E752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73ABB-9627-49B3-A03D-F5C6AA0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CH-03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10D83-8593-4C3F-8274-C8FBC31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Trane chiller arrangement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2A99D-76B2-47CE-9AB4-5996E094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0E70-93DD-42FE-9DF5-28D1B8B8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8E3F7-D021-4168-8DA2-5F6395E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0365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533E9-1015-44C2-A176-EB0135D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5CF29-765E-4705-91FC-6DF9DFB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added capacity and operational redundancy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7FE3-0454-4DCF-9D2B-CD29CA23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Existing Carrier chillers were operating near full summer load. • There was no flexibility for preventive or corrective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1228A-B0D3-43E8-B9C8-7D3163C9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BC7CB-6EFF-4940-99E4-24FA645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third chiller and changeover arrangement improved backup capability. • Available power permits only two chillers to operate at one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4041F-82B0-4CE1-83CE-DD3A793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28B19-2C3C-4CBE-A4F2-B1FCDAD6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18CE2-F3A0-4D14-84D3-9BE485F1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3786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AE1EB-90DA-493F-81BB-D3C2618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5ECF0-B462-48AD-A73C-5A2EC49B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schedule combined civil, mechanical and electrical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1D5F7-7349-4C1B-9D2E-352BC02F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Foundation and chiller delivery began in March 2025. • Cable tray, piping supports, headers and valve package followed in April.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F760E-0C89-4D78-A9A1-4AEC728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4C40-987E-40E8-A403-A2ECFCCA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Pressure testing, flushing, insulation and MTS work were completed before commissioning. • Testing and commissioning were recorded on 29 April with handover planned for 30 April.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72908-3139-4079-A104-8AC0AC9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9722-F445-4DA8-A12E-543C560D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F90A9-0CB3-4463-AC23-75BFA4AC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824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E8F46-93B4-441E-9330-E719373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4004F-4FD3-4206-8575-B673BF79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Handover must reconcile the later completion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B7AC-2363-4902-95DC-58546A5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records project completion as 4 August 2025. • The detailed schedule records a 30 April handover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02CB0-9792-4029-A836-49DCED3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F186-0920-4B9E-9C23-CCE5BA4B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evidence of post-commissioning snags, training and document closure. • Confirm the final acceptance date used for warranty commencement.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6D19D-0360-4DC2-A778-D5066199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B902B-CD1C-4E91-A066-D2B2A65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95B2E-24B2-4168-8A48-19DBFFDE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4889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44DA2-37A3-48CE-8483-38322DF4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35273-AAFF-4C2E-824F-DE86B79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operational benefit is maintenance flexibility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A2F5-C1B0-49A7-BE78-EA5F9B30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standby arrangement reduces cooling-loss exposure during breakdowns. • Planned chiller PPM can proceed without shutting all cooling 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F0F3F-2ED0-4ECD-B83C-BC3A5A6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90B57-3218-4E92-BC27-18F6F25A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Working-area temperature control should become more consistent. • Dry-cleaning equipment receives improved cooling-system resilience.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DFF4-E93B-4C6E-B860-CE62FFC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08AA-D98C-4083-9322-F6710509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89D8D-01C1-459C-8849-2DD308D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4392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A2A8C-F336-4019-97CE-2DE5EC6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CDFB2-6F53-4F92-B1BE-CCBB42F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Installed chiller project evidence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bc8a9c6924300"/>
          <a:srcRect xmlns:a="http://schemas.openxmlformats.org/drawingml/2006/main" l="10233" t="0" r="10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764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FF53E-6BAE-4BDB-A735-B68C816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equipment identification and access clearances. • Inspect pipework, supports, insulation and service access. • Retain photograph with date and location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89E70-7258-48F3-8C84-0C3ADA6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34B8B-5943-4244-A616-09D6A11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10A4-113A-4F4B-BBAC-DEDEF45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3738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CE8FC-5FBD-4002-B680-C25133A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BFCD9-B5D8-4FF0-ABFD-FBD9446A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Completion photograph and site condition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3ac10298540d7"/>
          <a:srcRect xmlns:a="http://schemas.openxmlformats.org/drawingml/2006/main" l="10233" t="0" r="10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764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06695-6545-4641-83E0-455884DA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photographs to support snag closure. • Compare completed installation with approved drawings. • Record any later modification through change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61E53-B5A6-41EC-AD09-61E50FC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A54A7-7202-4C51-9741-DFEE99C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E3419-27A1-4266-846C-5A07326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9200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504D8-1AE9-44DD-8B1C-3BAA381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59BB-60D2-4363-B18B-A08377D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BB4B3-C34B-4F1E-97CD-AED28661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93FDB-AD22-4209-AC11-C6989E8F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C332-740E-484D-BC0A-6A50D7A6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D179C-2691-4E8A-943F-F005382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8B974-867F-457B-9E11-9B1C844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F63F1-2116-4014-B631-A8E0794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9446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2026-08-15T02:55:55.2350000Z</dcterms:created>
  <dcterms:modified xsi:type="dcterms:W3CDTF">2026-08-15T02:55:55.2350000Z</dcterms:modified>
</coreProperties>
</file>