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e155fa3554879" /><Relationship Type="http://schemas.openxmlformats.org/officeDocument/2006/relationships/extended-properties" Target="/docProps/app.xml" Id="R0428790562db4d51" /><Relationship Type="http://schemas.openxmlformats.org/officeDocument/2006/relationships/officeDocument" Target="/ppt/presentation.xml" Id="Rf12af19c8423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4f84a871e14480"/>
  </p:sldMasterIdLst>
  <p:notesMasterIdLst>
    <p:notesMasterId xmlns:r="http://schemas.openxmlformats.org/officeDocument/2006/relationships" r:id="R3f853e661e904ae8"/>
  </p:notesMasterIdLst>
  <p:sldIdLst>
    <p:sldId xmlns:r="http://schemas.openxmlformats.org/officeDocument/2006/relationships" id="256" r:id="Re40b6926cd91423b"/>
    <p:sldId xmlns:r="http://schemas.openxmlformats.org/officeDocument/2006/relationships" id="257" r:id="R9695c93606734b57"/>
    <p:sldId xmlns:r="http://schemas.openxmlformats.org/officeDocument/2006/relationships" id="258" r:id="Rcc01ff38c39f477a"/>
    <p:sldId xmlns:r="http://schemas.openxmlformats.org/officeDocument/2006/relationships" id="259" r:id="R6bb89c2cdc61445f"/>
    <p:sldId xmlns:r="http://schemas.openxmlformats.org/officeDocument/2006/relationships" id="260" r:id="R6496ec732ca74076"/>
    <p:sldId xmlns:r="http://schemas.openxmlformats.org/officeDocument/2006/relationships" id="261" r:id="Red70c23399eb409b"/>
    <p:sldId xmlns:r="http://schemas.openxmlformats.org/officeDocument/2006/relationships" id="262" r:id="R60cb12d850f84cf0"/>
    <p:sldId xmlns:r="http://schemas.openxmlformats.org/officeDocument/2006/relationships" id="263" r:id="R2a248520292c47d7"/>
    <p:sldId xmlns:r="http://schemas.openxmlformats.org/officeDocument/2006/relationships" id="264" r:id="Rafb939f1410f43a9"/>
    <p:sldId xmlns:r="http://schemas.openxmlformats.org/officeDocument/2006/relationships" id="265" r:id="R4b9a8e67701f4821"/>
    <p:sldId xmlns:r="http://schemas.openxmlformats.org/officeDocument/2006/relationships" id="266" r:id="R9175eacc0d564275"/>
    <p:sldId xmlns:r="http://schemas.openxmlformats.org/officeDocument/2006/relationships" id="267" r:id="R2d1ee94a231e4995"/>
    <p:sldId xmlns:r="http://schemas.openxmlformats.org/officeDocument/2006/relationships" id="268" r:id="R9394ec45dd2d4c3e"/>
    <p:sldId xmlns:r="http://schemas.openxmlformats.org/officeDocument/2006/relationships" id="269" r:id="Rfd681eb31a864d0f"/>
    <p:sldId xmlns:r="http://schemas.openxmlformats.org/officeDocument/2006/relationships" id="270" r:id="Rb5d374ae22634b09"/>
    <p:sldId xmlns:r="http://schemas.openxmlformats.org/officeDocument/2006/relationships" id="271" r:id="R966ed75d85dd47c8"/>
    <p:sldId xmlns:r="http://schemas.openxmlformats.org/officeDocument/2006/relationships" id="272" r:id="Rc881f9ed145545f7"/>
    <p:sldId xmlns:r="http://schemas.openxmlformats.org/officeDocument/2006/relationships" id="273" r:id="Rcf0c197e17c940a3"/>
    <p:sldId xmlns:r="http://schemas.openxmlformats.org/officeDocument/2006/relationships" id="274" r:id="Rf9e0f9a6878d4fcf"/>
    <p:sldId xmlns:r="http://schemas.openxmlformats.org/officeDocument/2006/relationships" id="275" r:id="R8150501770624e62"/>
    <p:sldId xmlns:r="http://schemas.openxmlformats.org/officeDocument/2006/relationships" id="276" r:id="R71e449e3ed0545d9"/>
    <p:sldId xmlns:r="http://schemas.openxmlformats.org/officeDocument/2006/relationships" id="277" r:id="R2348a3af95ce4a5f"/>
    <p:sldId xmlns:r="http://schemas.openxmlformats.org/officeDocument/2006/relationships" id="278" r:id="Rd01969c424264c05"/>
    <p:sldId xmlns:r="http://schemas.openxmlformats.org/officeDocument/2006/relationships" id="279" r:id="Rc4e891df879841ab"/>
    <p:sldId xmlns:r="http://schemas.openxmlformats.org/officeDocument/2006/relationships" id="280" r:id="R0982210ce41648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722347341a4e50" /><Relationship Type="http://schemas.openxmlformats.org/officeDocument/2006/relationships/slideMaster" Target="/ppt/slideMasters/slideMaster1.xml" Id="Rd24f84a871e14480" /><Relationship Type="http://schemas.openxmlformats.org/officeDocument/2006/relationships/notesMaster" Target="/ppt/notesMasters/notesMaster1.xml" Id="R3f853e661e904ae8" /><Relationship Type="http://schemas.openxmlformats.org/officeDocument/2006/relationships/presProps" Target="/ppt/presProps.xml" Id="R71c410e397574caf" /><Relationship Type="http://schemas.openxmlformats.org/officeDocument/2006/relationships/tableStyles" Target="/ppt/tableStyles.xml" Id="Rb237c024b0d04cc1" /><Relationship Type="http://schemas.openxmlformats.org/officeDocument/2006/relationships/slide" Target="/ppt/slides/slide1.xml" Id="Re40b6926cd91423b" /><Relationship Type="http://schemas.openxmlformats.org/officeDocument/2006/relationships/slide" Target="/ppt/slides/slide2.xml" Id="R9695c93606734b57" /><Relationship Type="http://schemas.openxmlformats.org/officeDocument/2006/relationships/slide" Target="/ppt/slides/slide3.xml" Id="Rcc01ff38c39f477a" /><Relationship Type="http://schemas.openxmlformats.org/officeDocument/2006/relationships/slide" Target="/ppt/slides/slide4.xml" Id="R6bb89c2cdc61445f" /><Relationship Type="http://schemas.openxmlformats.org/officeDocument/2006/relationships/slide" Target="/ppt/slides/slide5.xml" Id="R6496ec732ca74076" /><Relationship Type="http://schemas.openxmlformats.org/officeDocument/2006/relationships/slide" Target="/ppt/slides/slide6.xml" Id="Red70c23399eb409b" /><Relationship Type="http://schemas.openxmlformats.org/officeDocument/2006/relationships/slide" Target="/ppt/slides/slide7.xml" Id="R60cb12d850f84cf0" /><Relationship Type="http://schemas.openxmlformats.org/officeDocument/2006/relationships/slide" Target="/ppt/slides/slide8.xml" Id="R2a248520292c47d7" /><Relationship Type="http://schemas.openxmlformats.org/officeDocument/2006/relationships/slide" Target="/ppt/slides/slide9.xml" Id="Rafb939f1410f43a9" /><Relationship Type="http://schemas.openxmlformats.org/officeDocument/2006/relationships/slide" Target="/ppt/slides/slide10.xml" Id="R4b9a8e67701f4821" /><Relationship Type="http://schemas.openxmlformats.org/officeDocument/2006/relationships/slide" Target="/ppt/slides/slide11.xml" Id="R9175eacc0d564275" /><Relationship Type="http://schemas.openxmlformats.org/officeDocument/2006/relationships/slide" Target="/ppt/slides/slide12.xml" Id="R2d1ee94a231e4995" /><Relationship Type="http://schemas.openxmlformats.org/officeDocument/2006/relationships/slide" Target="/ppt/slides/slide13.xml" Id="R9394ec45dd2d4c3e" /><Relationship Type="http://schemas.openxmlformats.org/officeDocument/2006/relationships/slide" Target="/ppt/slides/slide14.xml" Id="Rfd681eb31a864d0f" /><Relationship Type="http://schemas.openxmlformats.org/officeDocument/2006/relationships/slide" Target="/ppt/slides/slide15.xml" Id="Rb5d374ae22634b09" /><Relationship Type="http://schemas.openxmlformats.org/officeDocument/2006/relationships/slide" Target="/ppt/slides/slide16.xml" Id="R966ed75d85dd47c8" /><Relationship Type="http://schemas.openxmlformats.org/officeDocument/2006/relationships/slide" Target="/ppt/slides/slide17.xml" Id="Rc881f9ed145545f7" /><Relationship Type="http://schemas.openxmlformats.org/officeDocument/2006/relationships/slide" Target="/ppt/slides/slide18.xml" Id="Rcf0c197e17c940a3" /><Relationship Type="http://schemas.openxmlformats.org/officeDocument/2006/relationships/slide" Target="/ppt/slides/slide19.xml" Id="Rf9e0f9a6878d4fcf" /><Relationship Type="http://schemas.openxmlformats.org/officeDocument/2006/relationships/slide" Target="/ppt/slides/slide20.xml" Id="R8150501770624e62" /><Relationship Type="http://schemas.openxmlformats.org/officeDocument/2006/relationships/slide" Target="/ppt/slides/slide21.xml" Id="R71e449e3ed0545d9" /><Relationship Type="http://schemas.openxmlformats.org/officeDocument/2006/relationships/slide" Target="/ppt/slides/slide22.xml" Id="R2348a3af95ce4a5f" /><Relationship Type="http://schemas.openxmlformats.org/officeDocument/2006/relationships/slide" Target="/ppt/slides/slide23.xml" Id="Rd01969c424264c05" /><Relationship Type="http://schemas.openxmlformats.org/officeDocument/2006/relationships/slide" Target="/ppt/slides/slide24.xml" Id="Rc4e891df879841ab" /><Relationship Type="http://schemas.openxmlformats.org/officeDocument/2006/relationships/slide" Target="/ppt/slides/slide25.xml" Id="R0982210ce416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2174d25aa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2891393364f68" /><Relationship Type="http://schemas.openxmlformats.org/officeDocument/2006/relationships/notesMaster" Target="/ppt/notesMasters/notesMaster1.xml" Id="Ra8f4754246ec4a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19c73382849ff" /><Relationship Type="http://schemas.openxmlformats.org/officeDocument/2006/relationships/notesMaster" Target="/ppt/notesMasters/notesMaster1.xml" Id="Rdaf2402ffaa543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3b7587b7914685" /><Relationship Type="http://schemas.openxmlformats.org/officeDocument/2006/relationships/notesMaster" Target="/ppt/notesMasters/notesMaster1.xml" Id="Rcc1312ea00cd41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48286ae83e4c3c" /><Relationship Type="http://schemas.openxmlformats.org/officeDocument/2006/relationships/notesMaster" Target="/ppt/notesMasters/notesMaster1.xml" Id="R4ddf825dac0b41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361d8559f449f" /><Relationship Type="http://schemas.openxmlformats.org/officeDocument/2006/relationships/notesMaster" Target="/ppt/notesMasters/notesMaster1.xml" Id="Rdb3e67d7de574c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e2912c6464464a" /><Relationship Type="http://schemas.openxmlformats.org/officeDocument/2006/relationships/notesMaster" Target="/ppt/notesMasters/notesMaster1.xml" Id="R68981b668b65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e2169c9b4244e6" /><Relationship Type="http://schemas.openxmlformats.org/officeDocument/2006/relationships/notesMaster" Target="/ppt/notesMasters/notesMaster1.xml" Id="Re25c7d91a7214c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41481455f649ae" /><Relationship Type="http://schemas.openxmlformats.org/officeDocument/2006/relationships/notesMaster" Target="/ppt/notesMasters/notesMaster1.xml" Id="Rfb2e79b2781f41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1bc141668c4cf5" /><Relationship Type="http://schemas.openxmlformats.org/officeDocument/2006/relationships/notesMaster" Target="/ppt/notesMasters/notesMaster1.xml" Id="R6fa80031268641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9f261d74d24c3e" /><Relationship Type="http://schemas.openxmlformats.org/officeDocument/2006/relationships/notesMaster" Target="/ppt/notesMasters/notesMaster1.xml" Id="Rd15dd093783441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85566e38f84f64" /><Relationship Type="http://schemas.openxmlformats.org/officeDocument/2006/relationships/notesMaster" Target="/ppt/notesMasters/notesMaster1.xml" Id="R1ed7697bf6a64c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cf4b45f9cc4551" /><Relationship Type="http://schemas.openxmlformats.org/officeDocument/2006/relationships/notesMaster" Target="/ppt/notesMasters/notesMaster1.xml" Id="Rec7d2005f01b45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000a6063d1491f" /><Relationship Type="http://schemas.openxmlformats.org/officeDocument/2006/relationships/notesMaster" Target="/ppt/notesMasters/notesMaster1.xml" Id="R89e5bc4e171d4e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00d7dcdfd84e40" /><Relationship Type="http://schemas.openxmlformats.org/officeDocument/2006/relationships/notesMaster" Target="/ppt/notesMasters/notesMaster1.xml" Id="R08cdbc6437b746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b6a7e27f034564" /><Relationship Type="http://schemas.openxmlformats.org/officeDocument/2006/relationships/notesMaster" Target="/ppt/notesMasters/notesMaster1.xml" Id="Ree8de810db914b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89d6f691634c4b" /><Relationship Type="http://schemas.openxmlformats.org/officeDocument/2006/relationships/notesMaster" Target="/ppt/notesMasters/notesMaster1.xml" Id="R2ae6a6abd6874d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55a853d7c141de" /><Relationship Type="http://schemas.openxmlformats.org/officeDocument/2006/relationships/notesMaster" Target="/ppt/notesMasters/notesMaster1.xml" Id="R0deaa4204bc74d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49dd5000d5404f" /><Relationship Type="http://schemas.openxmlformats.org/officeDocument/2006/relationships/notesMaster" Target="/ppt/notesMasters/notesMaster1.xml" Id="Rb55e3f88352344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ba312a557d4d8b" /><Relationship Type="http://schemas.openxmlformats.org/officeDocument/2006/relationships/notesMaster" Target="/ppt/notesMasters/notesMaster1.xml" Id="Rbc0aa29a37e247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2a0cea660a41a6" /><Relationship Type="http://schemas.openxmlformats.org/officeDocument/2006/relationships/notesMaster" Target="/ppt/notesMasters/notesMaster1.xml" Id="R1279b01b709a44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84bdb9c01947b6" /><Relationship Type="http://schemas.openxmlformats.org/officeDocument/2006/relationships/notesMaster" Target="/ppt/notesMasters/notesMaster1.xml" Id="Re2e09ce862114f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c948ffc27d40c0" /><Relationship Type="http://schemas.openxmlformats.org/officeDocument/2006/relationships/notesMaster" Target="/ppt/notesMasters/notesMaster1.xml" Id="R2cb1f13a283a4c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3afeac5aa504c1a" /><Relationship Type="http://schemas.openxmlformats.org/officeDocument/2006/relationships/notesMaster" Target="/ppt/notesMasters/notesMaster1.xml" Id="R80a3ba9b76064c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bfa9c0d17140ac" /><Relationship Type="http://schemas.openxmlformats.org/officeDocument/2006/relationships/notesMaster" Target="/ppt/notesMasters/notesMaster1.xml" Id="R550aa9b0416547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5904a2ecfb4726" /><Relationship Type="http://schemas.openxmlformats.org/officeDocument/2006/relationships/notesMaster" Target="/ppt/notesMasters/notesMaster1.xml" Id="Rf334a72b66a5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170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190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210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230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 IOM - source page 243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987e6c37341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fcd2be62844917" /><Relationship Type="http://schemas.openxmlformats.org/officeDocument/2006/relationships/slideLayout" Target="/ppt/slideLayouts/slideLayout1.xml" Id="R50587418757541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87418757541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1c286febc4b0a" /><Relationship Type="http://schemas.openxmlformats.org/officeDocument/2006/relationships/image" Target="/ppt/media/image.jpeg" Id="Rc0c184af43b44d50" /><Relationship Type="http://schemas.openxmlformats.org/officeDocument/2006/relationships/notesSlide" Target="/ppt/notesSlides/notesSlide1.xml" Id="R7e0065015e14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13a561cdb4071" /><Relationship Type="http://schemas.openxmlformats.org/officeDocument/2006/relationships/notesSlide" Target="/ppt/notesSlides/notesSlide2.xml" Id="R928a1330b13946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cd89a34e44e79" /><Relationship Type="http://schemas.openxmlformats.org/officeDocument/2006/relationships/notesSlide" Target="/ppt/notesSlides/notesSlide3.xml" Id="R3727b3f6ac2a4f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fe1eefe4d458b" /><Relationship Type="http://schemas.openxmlformats.org/officeDocument/2006/relationships/notesSlide" Target="/ppt/notesSlides/notesSlide4.xml" Id="Rfd62f433c73743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46970a5cb4a15" /><Relationship Type="http://schemas.openxmlformats.org/officeDocument/2006/relationships/notesSlide" Target="/ppt/notesSlides/notesSlide5.xml" Id="Rd5c20d5fb8a649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a6d12278f4030" /><Relationship Type="http://schemas.openxmlformats.org/officeDocument/2006/relationships/notesSlide" Target="/ppt/notesSlides/notesSlide6.xml" Id="R223444dc27c1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61df8536f450d" /><Relationship Type="http://schemas.openxmlformats.org/officeDocument/2006/relationships/notesSlide" Target="/ppt/notesSlides/notesSlide7.xml" Id="Ra1fa7d5fd37149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98d7b9b3e4841" /><Relationship Type="http://schemas.openxmlformats.org/officeDocument/2006/relationships/notesSlide" Target="/ppt/notesSlides/notesSlide8.xml" Id="R33708d54eabd46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35a4e505649c4" /><Relationship Type="http://schemas.openxmlformats.org/officeDocument/2006/relationships/image" Target="/ppt/media/image2.jpeg" Id="R55119ac11088452c" /><Relationship Type="http://schemas.openxmlformats.org/officeDocument/2006/relationships/notesSlide" Target="/ppt/notesSlides/notesSlide9.xml" Id="R06c9047df3f546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278a4243241eb" /><Relationship Type="http://schemas.openxmlformats.org/officeDocument/2006/relationships/image" Target="/ppt/media/image3.jpeg" Id="R7c02e55ec6414b6f" /><Relationship Type="http://schemas.openxmlformats.org/officeDocument/2006/relationships/notesSlide" Target="/ppt/notesSlides/notesSlide10.xml" Id="R44d46cc92eeb4c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18fd2c4b047bc" /><Relationship Type="http://schemas.openxmlformats.org/officeDocument/2006/relationships/image" Target="/ppt/media/image4.jpeg" Id="R9effc4559f4b42a5" /><Relationship Type="http://schemas.openxmlformats.org/officeDocument/2006/relationships/notesSlide" Target="/ppt/notesSlides/notesSlide11.xml" Id="Red57c18ee7ed42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2835ff574440c" /><Relationship Type="http://schemas.openxmlformats.org/officeDocument/2006/relationships/image" Target="/ppt/media/image5.jpeg" Id="Rd8b369205ace4546" /><Relationship Type="http://schemas.openxmlformats.org/officeDocument/2006/relationships/notesSlide" Target="/ppt/notesSlides/notesSlide12.xml" Id="R2f07958ecdda4b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03b7cce234e64" /><Relationship Type="http://schemas.openxmlformats.org/officeDocument/2006/relationships/image" Target="/ppt/media/image6.jpeg" Id="R21e823c6a90f4447" /><Relationship Type="http://schemas.openxmlformats.org/officeDocument/2006/relationships/notesSlide" Target="/ppt/notesSlides/notesSlide13.xml" Id="R9027bbff9e0f4b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7cbe53e514e20" /><Relationship Type="http://schemas.openxmlformats.org/officeDocument/2006/relationships/image" Target="/ppt/media/image7.jpeg" Id="Rbc7fac9acdcc4a47" /><Relationship Type="http://schemas.openxmlformats.org/officeDocument/2006/relationships/notesSlide" Target="/ppt/notesSlides/notesSlide14.xml" Id="R3ce3ed3fad794b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05696125f4557" /><Relationship Type="http://schemas.openxmlformats.org/officeDocument/2006/relationships/image" Target="/ppt/media/image8.jpeg" Id="Rb35ca3433e124502" /><Relationship Type="http://schemas.openxmlformats.org/officeDocument/2006/relationships/notesSlide" Target="/ppt/notesSlides/notesSlide15.xml" Id="Rf7e559198a454d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ba13d0f314740" /><Relationship Type="http://schemas.openxmlformats.org/officeDocument/2006/relationships/image" Target="/ppt/media/image9.jpeg" Id="R41f5173c08144308" /><Relationship Type="http://schemas.openxmlformats.org/officeDocument/2006/relationships/notesSlide" Target="/ppt/notesSlides/notesSlide16.xml" Id="R12a8dad7045d48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8f3e282fe4553" /><Relationship Type="http://schemas.openxmlformats.org/officeDocument/2006/relationships/image" Target="/ppt/media/image10.jpeg" Id="Rd388656208d24a25" /><Relationship Type="http://schemas.openxmlformats.org/officeDocument/2006/relationships/notesSlide" Target="/ppt/notesSlides/notesSlide17.xml" Id="R696c071a9b5b4c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ea2c54b674c65" /><Relationship Type="http://schemas.openxmlformats.org/officeDocument/2006/relationships/image" Target="/ppt/media/image11.jpeg" Id="Ra9d2093894254153" /><Relationship Type="http://schemas.openxmlformats.org/officeDocument/2006/relationships/notesSlide" Target="/ppt/notesSlides/notesSlide18.xml" Id="R992ff7c05a3e41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ee20502974d8f" /><Relationship Type="http://schemas.openxmlformats.org/officeDocument/2006/relationships/image" Target="/ppt/media/image12.jpeg" Id="R07e78cd3780145d0" /><Relationship Type="http://schemas.openxmlformats.org/officeDocument/2006/relationships/notesSlide" Target="/ppt/notesSlides/notesSlide19.xml" Id="Rec782fe84ec84e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4b27d07724071" /><Relationship Type="http://schemas.openxmlformats.org/officeDocument/2006/relationships/image" Target="/ppt/media/image13.jpeg" Id="Rb54ccfade68c4a98" /><Relationship Type="http://schemas.openxmlformats.org/officeDocument/2006/relationships/notesSlide" Target="/ppt/notesSlides/notesSlide20.xml" Id="R8fcc00d1bce046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6446c66834ad7" /><Relationship Type="http://schemas.openxmlformats.org/officeDocument/2006/relationships/image" Target="/ppt/media/image14.jpeg" Id="R2afff7bb968c4642" /><Relationship Type="http://schemas.openxmlformats.org/officeDocument/2006/relationships/notesSlide" Target="/ppt/notesSlides/notesSlide21.xml" Id="R4c8470d004f146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cb0b56154602" /><Relationship Type="http://schemas.openxmlformats.org/officeDocument/2006/relationships/image" Target="/ppt/media/image15.jpeg" Id="R363b004e08be4d5f" /><Relationship Type="http://schemas.openxmlformats.org/officeDocument/2006/relationships/notesSlide" Target="/ppt/notesSlides/notesSlide22.xml" Id="Re3ec29e315734c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06bbd7c0e45eb" /><Relationship Type="http://schemas.openxmlformats.org/officeDocument/2006/relationships/image" Target="/ppt/media/image16.jpeg" Id="R1f184889f7b745f0" /><Relationship Type="http://schemas.openxmlformats.org/officeDocument/2006/relationships/notesSlide" Target="/ppt/notesSlides/notesSlide23.xml" Id="R4fa88d6280f343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770240519430d" /><Relationship Type="http://schemas.openxmlformats.org/officeDocument/2006/relationships/image" Target="/ppt/media/image17.jpeg" Id="R152efb9be5ba4210" /><Relationship Type="http://schemas.openxmlformats.org/officeDocument/2006/relationships/notesSlide" Target="/ppt/notesSlides/notesSlide24.xml" Id="Rdd903f31634643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8f21798624d63" /><Relationship Type="http://schemas.openxmlformats.org/officeDocument/2006/relationships/notesSlide" Target="/ppt/notesSlides/notesSlide25.xml" Id="Ra0840bc29cfc46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852BA-4BA2-4AA1-BE11-3B3E78B2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O&amp;M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A1409-8132-4424-8706-3866BD1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Air-Cooled Chiller IOM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CE333-D770-4F9C-8CDD-B33F9B3F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Installation, operation and maintenance training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7C5FD-9315-4F1B-812C-98E62A2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184af43b44d50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13B37-4D7D-41DF-89B7-774E141D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770238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1B38-2D11-45EA-9E56-AEEF674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O&amp;M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F4D10-92C9-4BAF-9B9F-1FCFE0F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B7305-385E-40D6-9BAD-0597547E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5AB2C-B094-43E1-929D-686DC8C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6692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51F12-1464-4257-BE66-8E06AFB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01BE7-5F70-4D38-A957-640691A4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manual covers RTAG 085-440 ton 50 Hz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494F9-90C7-4B6A-99D5-80780BEF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33373-21D1-4E3D-B192-DA22728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243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2874F-1ADF-4DA6-8159-2C0C967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77198-3C90-4D10-BAB2-6409B3ED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E620B-E58F-4576-B91A-3C902BDF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RTAG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4C97F-E1DD-49F0-85A1-99848F93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Helical rotary liquid chiller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9FB85-1DFA-472D-8DDA-7EE029C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46712-C7FB-40FF-8A1A-7735F57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7B065-BCF8-4A10-AB61-FD8D682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release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4822B-CD40-42C2-BA5E-BEC7AD61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F1D03-679B-4A6D-BBD0-E73188EF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29505-63E0-462A-BD7A-6DAF7F0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5055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B6512-A0F7-4614-911E-7B14D7D6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9D63-FB8B-4906-A3B8-54FBB05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manual is the primary reference for safe technical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311D5-FFF5-4467-A38A-D5A0C4F6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Read warnings, cautions and notices before operation or service. • Confirm the complete unit model number and installed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F6589-BD6E-46A6-8B8F-3A94316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7CCE3-1C55-4B8A-A5EE-493C3C13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current electrical, refrigerant and water-side information. • Apply local regulations and site procedures in addition to OEM requirements.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D3E53-18F1-47F4-A972-09D3EF4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448C3-822D-4206-9136-251D9DF6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378F8-B48D-4EAE-91D3-FC43FBF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516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1C989-A064-433A-99B1-6619F69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CE474-3881-4D13-BD69-A97FE931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Installation quality determines long-term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3E429-BFDB-49F8-9715-ED9D46F0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foundations, clearances, lifting and structural support. • Confirm chilled-water piping, strainers, vents, drains and insulation.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0932-45F0-4295-9668-2D0A33A5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71DE3-DAFA-4BD2-9FE6-C70405F8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electrical supply, earthing, protection and field wiring. • Complete pre-start checks before energizing or enabling compressors.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50F38-3D42-4D26-8DFB-682187BC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3B31F-CFCB-4D11-AADB-71A2C56E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3D88D-439D-44CB-837C-361AB8B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8579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AD4CD-9E4E-4A57-A297-74272328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EDF49-CF0F-4048-AF5E-D7E23725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9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 requires evidence from both controls and physical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6B631-E7D0-44A0-8088-6F460E38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unit interface to review status, setpoints, alarms and trends. • Monitor entering/leaving water temperatures and calculated load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B63D4-30CC-41C5-B14C-6FC7DB1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3B760-FC7F-4B22-A4A3-F3B2854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refrigerant pressures, oil condition, fan operation and vibration. • Escalate repeated alarms instead of normalizing resets.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23D8F-2DA1-4FCE-B23C-FA8B95DB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1ABE2-B490-4C2F-BE6F-9FDF6D86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BCF59-649E-4903-9287-CBD5056A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1739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7CDE0-2622-4874-9F98-48C11F88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F0DE6-6904-45F8-B934-5F9D5F1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5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Preventive maintenance should protect heat transfer and compressor 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62459-4996-4BEE-BBA0-9CDF02B8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Keep condenser coils clean and airflow unobstructed. • Inspect fans, motors, guards and electrical connections.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E624F-E923-4810-9510-39D2D0E6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4768A-F703-4817-AC1A-278FF4D3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Maintain chilled-water quality, flow and evaporator protection. • Trend approach temperatures, pressure, current and operating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68D18-3ED8-4A13-AAC0-7C5E1CAE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D71BB-EF50-4EE8-B704-25EB5AB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B4123-C358-4751-B238-DD79E94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6355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F1A9A-1B43-4807-870B-98E1B67B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5413C-FDEB-46AE-9D13-01F667AB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should follow cause-and-effect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D39A0-34BA-40BF-8C0A-C1EDD0B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Capture the first alarm and operating conditions before reset. • Separate water-side, air-side, electrical, control and refrigerant causes.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9CC61-E6A5-465F-8CE1-970BFED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C9ED6-303E-4A8D-AFAC-48E73B2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sensors and wiring before replacing controllers or modules. • Prove repair effectiveness under a controlled operating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B43CC-9863-422C-BC4B-271A9B62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BF43B-5C68-4931-9AFD-0BF9BD37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0FEF4-65CA-48AE-88F7-4BD7ED9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7536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526D7-A159-4773-BA9D-AE644A9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4596-1759-4EA4-8E18-5870F8D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0C363-B921-421B-A73D-221927A5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19ac11088452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21E52-84E6-47BD-9C92-C10EBF4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93F52-5C4B-4C9C-8958-5B3B6ACA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3790A-F625-49BA-B828-0A7FC50E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158E8-08D0-4CBB-A502-760C4B4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68049-01C5-48A6-8F5E-5CF09318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7603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3AB7C-4470-45AD-920F-0A458827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08DE2-4948-48E8-87B9-FF613F4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65EEB-EE6A-43BC-AA6A-9889C68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2e55ec6414b6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43692-640E-444E-A5B0-DC646885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B9558-52FD-437B-AA1E-00246AC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24D60-35A3-4E39-9D90-76DAD4C7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ABA7-031B-4D08-9242-7D75488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8CF70-1B59-4F0B-BF42-FF0E1780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9299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043F1-0D32-4644-9662-C93B939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6F933-B198-46AF-B94B-95DA450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F063C-0F5C-40F5-A173-B37911AA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fc4559f4b42a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F4927-A94C-4849-AD8A-3D359CA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BE3A9-54EF-4CBA-B67A-6AF7A34C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97E26-3EC3-4FF2-BE97-54F9D26E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06EA1-7A8C-4581-BBBD-EAC1E6C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18D68-597A-4924-862B-1B7DC4AB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248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A5B37-4F4F-4227-9832-80EAC509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C63E4-228A-449F-ABAE-930384AA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51229-2099-45E9-83E9-2B27C48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369205ace4546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D9D56-4CBD-4E9C-9ED4-F50D60C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37C72-7605-4D2A-A7C7-B537B4D9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27A09-850C-44C2-8340-12848D10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0D66-D472-4388-8F29-52A3F7F8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3199B-67DF-4955-A652-FE4BC51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13889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D4F11-DE7D-412C-94F1-DDAFB67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51829-E927-4523-90D1-6121596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6C931-42A2-44FE-9AB7-7A6972C9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823c6a90f4447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C9469-2A9B-4CC2-88D0-A3B2F07C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39D98-1F79-485A-82A4-2821D2C2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E1BB3-55F7-447B-B2A8-43A4BAD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087AD-D363-42C4-B2D2-1FE239AD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15679-79A1-4BA8-8EBC-049C6C1E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84376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876BB-B4E0-41DB-8B27-C605F1A7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E0119-019F-47FF-9D99-E6D01A1B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C9B1E-640E-4488-96EC-471D609F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fac9acdcc4a47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7C672-CB3B-45E5-8701-077E11DA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BCD2-2A62-4890-A3D8-6DF63F07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9AFA2-893B-4BCF-90DF-CA82D27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86F59-BFF2-45B1-AFC0-C9F287F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31CBD-4EC8-490B-ADF1-A53DE16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057930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D5F13-90EE-4D24-9E5D-A4BD70D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C973A-BDF2-4344-A1C9-022EE3F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04181-4720-4F03-A57A-43716324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ca3433e12450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ED06-1FA1-4579-A12B-E87F0B7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5DA02-5B1B-4151-A4D8-59C0840C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C4D47-4B78-4D8F-A48D-8CFA75C1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1B853-FF94-4F8C-B765-C078A82C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7E398-3207-4AD0-8656-3BEBC69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06567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20EC6-EE84-4347-B2A5-D0BADD1F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9FF13-0D5E-4583-AF6C-14DAE66A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2B34D-C7F8-4517-BABB-6400FCF7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5173c0814430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1DAE0-3D72-494D-A300-5A3C3DD1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B5B87-769E-4611-9B96-6A70C5F6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2F6C8-3267-40AB-A34E-4C520245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C9D72-A88D-4376-B8D1-B337906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D7C11-6F25-435F-8D9B-68438F83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6643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ECF55-4C5E-45F0-9A90-741A0F8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CA561-1F76-4977-A5EE-5FB1EB0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894C3-DAD8-42A3-9B28-74444AD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8656208d24a2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23D24-8537-47EA-A20A-401A0929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9B157-18E2-481F-8A02-52953183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C3A9-FA46-4421-8329-B259C7F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0A726-6282-48B9-AC37-E4B9ABE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85142-0423-42B2-BA84-B190FC1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305156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99F2E-3F4C-45A2-B03B-34F3774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936DC-ADA8-471D-A36F-1791B32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0C23A-A3C2-422A-916F-FB3CABDE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2093894254153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08A08-7197-4445-A6DC-CBC37B3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BC281-DECC-4A75-8111-24C74D1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864FD-4C7C-47B4-97F8-6A815F3A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B10A2-E187-4A1B-9B6F-7976877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B35BB-45AF-4025-883A-351F0DA2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7173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EF6E7-3141-4B8F-9DC4-0F10CFA3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70ECA-76A0-4927-A2F7-26EB38F2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39B22-C02E-4128-B693-BD1ABD0E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78cd3780145d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6A89-C08F-4890-8734-4E957109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BC2A2-09A8-436E-94FC-634C02A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0E4EE-4AF6-4B0D-AD6C-F1032AF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873C4-0B20-4867-8C17-F5F1379A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FEA7A-B335-473A-9D6D-D715FA6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2869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B87B4-459A-4729-BEB3-64E4934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0CEAD-6FB2-4244-9956-7664803A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22450-FC91-49D9-8A03-8D6DCA11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ccfade68c4a9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01401-98D3-4F32-A45C-FD0A1132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DF1E7-E6F1-46FF-B5FF-C687516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51236-205C-4ED9-8465-7D3B6028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71070-1DD4-40EE-81C2-84A738FE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7CA31-6EE4-46EF-B54A-0DEDDB4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54518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FD310-AF8F-4934-A637-1451AE4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943D7-8790-4420-863A-981C2BB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E169-5B34-4E71-ACDE-1BBC0B9C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ff7bb968c464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2A17F-76BE-48A6-A13B-1E6AC669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53031-C1C8-4944-98A9-7825B635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CE0DC-9761-408C-A694-6DCE841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5BF18-BAE6-469E-A5A4-20947AF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1F4FE-ADAC-4D5A-9521-DD267DE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682493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30169-69AE-4C4F-8281-26942F7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14BE9-F09C-4853-8617-29CB5DF8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1F6A-CD40-4796-9FA5-9B2131DA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b004e08be4d5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82627-0F5F-4D29-AC10-85981FF9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54AFB-AF2F-4E27-A422-7456DF4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36A7C-32CE-4A7A-9319-15A9F6C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99CA0-82ED-4F8F-8281-7C5A439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0A3A0-5B58-4B6B-9B93-FEAE3138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666105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2A94D-7D4C-49F4-9CCC-1C309AE8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EF2B8-3976-4A17-B6E7-60A9BDA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7B3E8-DEAC-4F7F-AA52-9B19D8E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84889f7b745f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1605A-B3BD-4F87-ABC9-EE2367F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11319-684E-4871-873B-107FF356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2119D-DBA4-43F1-85B8-DCBDE142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8AF43-710F-499E-866A-AA6F54E7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24DB7-31A7-4205-93D4-C3B89349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995950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F9CAC-E415-4136-A75A-BD35FAFC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23B35-E22F-4ABB-948A-4515CDB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73D03-923D-4022-82C7-C4CC771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efb9be5ba421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7CE4-1422-438C-B7C1-5F9188DE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C1C57-D861-4A1D-8139-91EEE4CE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950DB-1A98-432E-AB83-7617484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0A715-4361-4B96-8A02-CB085B0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2EB37-0872-45AC-B040-B3C45ECA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328825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38342-F415-470A-BA4A-333D8561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79BF0-A435-4FE4-A9A8-BD4F909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F07A3-21C8-4877-B33C-8B9534CC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B9ABA-EEC9-478E-8119-E9A2ABF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C306B-D994-4F54-AA51-0B7EB71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B2B4A-D533-4A11-A2AE-DC3C78C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908D3-42C6-414A-A278-4E1D5CD4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9F0AE-9A97-415A-8733-1B3B1B19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73188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2026-08-15T02:49:50.8920000Z</dcterms:created>
  <dcterms:modified xsi:type="dcterms:W3CDTF">2026-08-15T02:49:50.8920000Z</dcterms:modified>
</coreProperties>
</file>