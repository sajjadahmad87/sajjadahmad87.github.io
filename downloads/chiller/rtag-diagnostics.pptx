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c6b434e26f4b90" /><Relationship Type="http://schemas.openxmlformats.org/officeDocument/2006/relationships/extended-properties" Target="/docProps/app.xml" Id="R2fffbcfc78e247a2" /><Relationship Type="http://schemas.openxmlformats.org/officeDocument/2006/relationships/officeDocument" Target="/ppt/presentation.xml" Id="R20dd38470ff046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c1058870b54e9a"/>
  </p:sldMasterIdLst>
  <p:notesMasterIdLst>
    <p:notesMasterId xmlns:r="http://schemas.openxmlformats.org/officeDocument/2006/relationships" r:id="R5cedf94d702a4d8a"/>
  </p:notesMasterIdLst>
  <p:sldIdLst>
    <p:sldId xmlns:r="http://schemas.openxmlformats.org/officeDocument/2006/relationships" id="256" r:id="R1c6122e026f74db4"/>
    <p:sldId xmlns:r="http://schemas.openxmlformats.org/officeDocument/2006/relationships" id="257" r:id="Raf59d81d39404e4a"/>
    <p:sldId xmlns:r="http://schemas.openxmlformats.org/officeDocument/2006/relationships" id="258" r:id="R7501e736faba48e9"/>
    <p:sldId xmlns:r="http://schemas.openxmlformats.org/officeDocument/2006/relationships" id="259" r:id="Rd73d9381a5904318"/>
    <p:sldId xmlns:r="http://schemas.openxmlformats.org/officeDocument/2006/relationships" id="260" r:id="Ra49783e7d55e4098"/>
    <p:sldId xmlns:r="http://schemas.openxmlformats.org/officeDocument/2006/relationships" id="261" r:id="Rb65ea9ba34c84320"/>
    <p:sldId xmlns:r="http://schemas.openxmlformats.org/officeDocument/2006/relationships" id="262" r:id="R6903feb6ea6a4252"/>
    <p:sldId xmlns:r="http://schemas.openxmlformats.org/officeDocument/2006/relationships" id="263" r:id="R5b30c2ac179b4b2f"/>
    <p:sldId xmlns:r="http://schemas.openxmlformats.org/officeDocument/2006/relationships" id="264" r:id="R36be716d49b14027"/>
    <p:sldId xmlns:r="http://schemas.openxmlformats.org/officeDocument/2006/relationships" id="265" r:id="Rac62a44cb02d45a6"/>
    <p:sldId xmlns:r="http://schemas.openxmlformats.org/officeDocument/2006/relationships" id="266" r:id="R0f90a92cbb1c4513"/>
    <p:sldId xmlns:r="http://schemas.openxmlformats.org/officeDocument/2006/relationships" id="267" r:id="R1a89c05bb37f44ea"/>
    <p:sldId xmlns:r="http://schemas.openxmlformats.org/officeDocument/2006/relationships" id="268" r:id="R379f16e0caa344fb"/>
    <p:sldId xmlns:r="http://schemas.openxmlformats.org/officeDocument/2006/relationships" id="269" r:id="Ra3a895002f504eb5"/>
    <p:sldId xmlns:r="http://schemas.openxmlformats.org/officeDocument/2006/relationships" id="270" r:id="Rce33f27a6d7d4d4b"/>
    <p:sldId xmlns:r="http://schemas.openxmlformats.org/officeDocument/2006/relationships" id="271" r:id="Rf1a19528f31e40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e7253ce9a24f40" /><Relationship Type="http://schemas.openxmlformats.org/officeDocument/2006/relationships/slideMaster" Target="/ppt/slideMasters/slideMaster1.xml" Id="Rc7c1058870b54e9a" /><Relationship Type="http://schemas.openxmlformats.org/officeDocument/2006/relationships/notesMaster" Target="/ppt/notesMasters/notesMaster1.xml" Id="R5cedf94d702a4d8a" /><Relationship Type="http://schemas.openxmlformats.org/officeDocument/2006/relationships/presProps" Target="/ppt/presProps.xml" Id="R3d9fc5e3a3e34366" /><Relationship Type="http://schemas.openxmlformats.org/officeDocument/2006/relationships/tableStyles" Target="/ppt/tableStyles.xml" Id="R25d3fb573c584b47" /><Relationship Type="http://schemas.openxmlformats.org/officeDocument/2006/relationships/slide" Target="/ppt/slides/slide1.xml" Id="R1c6122e026f74db4" /><Relationship Type="http://schemas.openxmlformats.org/officeDocument/2006/relationships/slide" Target="/ppt/slides/slide2.xml" Id="Raf59d81d39404e4a" /><Relationship Type="http://schemas.openxmlformats.org/officeDocument/2006/relationships/slide" Target="/ppt/slides/slide3.xml" Id="R7501e736faba48e9" /><Relationship Type="http://schemas.openxmlformats.org/officeDocument/2006/relationships/slide" Target="/ppt/slides/slide4.xml" Id="Rd73d9381a5904318" /><Relationship Type="http://schemas.openxmlformats.org/officeDocument/2006/relationships/slide" Target="/ppt/slides/slide5.xml" Id="Ra49783e7d55e4098" /><Relationship Type="http://schemas.openxmlformats.org/officeDocument/2006/relationships/slide" Target="/ppt/slides/slide6.xml" Id="Rb65ea9ba34c84320" /><Relationship Type="http://schemas.openxmlformats.org/officeDocument/2006/relationships/slide" Target="/ppt/slides/slide7.xml" Id="R6903feb6ea6a4252" /><Relationship Type="http://schemas.openxmlformats.org/officeDocument/2006/relationships/slide" Target="/ppt/slides/slide8.xml" Id="R5b30c2ac179b4b2f" /><Relationship Type="http://schemas.openxmlformats.org/officeDocument/2006/relationships/slide" Target="/ppt/slides/slide9.xml" Id="R36be716d49b14027" /><Relationship Type="http://schemas.openxmlformats.org/officeDocument/2006/relationships/slide" Target="/ppt/slides/slide10.xml" Id="Rac62a44cb02d45a6" /><Relationship Type="http://schemas.openxmlformats.org/officeDocument/2006/relationships/slide" Target="/ppt/slides/slide11.xml" Id="R0f90a92cbb1c4513" /><Relationship Type="http://schemas.openxmlformats.org/officeDocument/2006/relationships/slide" Target="/ppt/slides/slide12.xml" Id="R1a89c05bb37f44ea" /><Relationship Type="http://schemas.openxmlformats.org/officeDocument/2006/relationships/slide" Target="/ppt/slides/slide13.xml" Id="R379f16e0caa344fb" /><Relationship Type="http://schemas.openxmlformats.org/officeDocument/2006/relationships/slide" Target="/ppt/slides/slide14.xml" Id="Ra3a895002f504eb5" /><Relationship Type="http://schemas.openxmlformats.org/officeDocument/2006/relationships/slide" Target="/ppt/slides/slide15.xml" Id="Rce33f27a6d7d4d4b" /><Relationship Type="http://schemas.openxmlformats.org/officeDocument/2006/relationships/slide" Target="/ppt/slides/slide16.xml" Id="Rf1a19528f31e40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62ebc92a0640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73de9030734d9f" /><Relationship Type="http://schemas.openxmlformats.org/officeDocument/2006/relationships/notesMaster" Target="/ppt/notesMasters/notesMaster1.xml" Id="R67f470b1cd3f47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3293dc7df6438e" /><Relationship Type="http://schemas.openxmlformats.org/officeDocument/2006/relationships/notesMaster" Target="/ppt/notesMasters/notesMaster1.xml" Id="R6ef7d74d0dcd4d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96cf9f51714a0f" /><Relationship Type="http://schemas.openxmlformats.org/officeDocument/2006/relationships/notesMaster" Target="/ppt/notesMasters/notesMaster1.xml" Id="R47a3a07e7c4a42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a6c2843e074c03" /><Relationship Type="http://schemas.openxmlformats.org/officeDocument/2006/relationships/notesMaster" Target="/ppt/notesMasters/notesMaster1.xml" Id="Rb2a27eea33064f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3c0fac49424646" /><Relationship Type="http://schemas.openxmlformats.org/officeDocument/2006/relationships/notesMaster" Target="/ppt/notesMasters/notesMaster1.xml" Id="R2299fd6ec5dd47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131de7a5a24e64" /><Relationship Type="http://schemas.openxmlformats.org/officeDocument/2006/relationships/notesMaster" Target="/ppt/notesMasters/notesMaster1.xml" Id="R172aeffdc9534b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3ffcbac0a04f13" /><Relationship Type="http://schemas.openxmlformats.org/officeDocument/2006/relationships/notesMaster" Target="/ppt/notesMasters/notesMaster1.xml" Id="R6c781d5abd4041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8c4645da694488" /><Relationship Type="http://schemas.openxmlformats.org/officeDocument/2006/relationships/notesMaster" Target="/ppt/notesMasters/notesMaster1.xml" Id="R00ac3520664641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79743893df4eb0" /><Relationship Type="http://schemas.openxmlformats.org/officeDocument/2006/relationships/notesMaster" Target="/ppt/notesMasters/notesMaster1.xml" Id="R06286faa780c4a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16f904f4b44047" /><Relationship Type="http://schemas.openxmlformats.org/officeDocument/2006/relationships/notesMaster" Target="/ppt/notesMasters/notesMaster1.xml" Id="Reff575c413464f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ea355a10a74e85" /><Relationship Type="http://schemas.openxmlformats.org/officeDocument/2006/relationships/notesMaster" Target="/ppt/notesMasters/notesMaster1.xml" Id="R70bc4f66e4ad42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e8c80d962b4caa" /><Relationship Type="http://schemas.openxmlformats.org/officeDocument/2006/relationships/notesMaster" Target="/ppt/notesMasters/notesMaster1.xml" Id="R1c0d5e59c1d94c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2ef548930247e8" /><Relationship Type="http://schemas.openxmlformats.org/officeDocument/2006/relationships/notesMaster" Target="/ppt/notesMasters/notesMaster1.xml" Id="R045b71acb2ba42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75f9f82ac24cdd" /><Relationship Type="http://schemas.openxmlformats.org/officeDocument/2006/relationships/notesMaster" Target="/ppt/notesMasters/notesMaster1.xml" Id="Rd5b70018155541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f1274cb7134087" /><Relationship Type="http://schemas.openxmlformats.org/officeDocument/2006/relationships/notesMaster" Target="/ppt/notesMasters/notesMaster1.xml" Id="R589df71366314be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a5706747cd49dc" /><Relationship Type="http://schemas.openxmlformats.org/officeDocument/2006/relationships/notesMaster" Target="/ppt/notesMasters/notesMaster1.xml" Id="Rd239d5d7e36a4f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f57765286049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2950a6e0f949de" /><Relationship Type="http://schemas.openxmlformats.org/officeDocument/2006/relationships/slideLayout" Target="/ppt/slideLayouts/slideLayout1.xml" Id="R408a494954c643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8a494954c643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b5e1e738d49ad" /><Relationship Type="http://schemas.openxmlformats.org/officeDocument/2006/relationships/image" Target="/ppt/media/image.jpeg" Id="R0e54845bb93344f5" /><Relationship Type="http://schemas.openxmlformats.org/officeDocument/2006/relationships/notesSlide" Target="/ppt/notesSlides/notesSlide1.xml" Id="R258816b4ed4e46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73908aa384f8c" /><Relationship Type="http://schemas.openxmlformats.org/officeDocument/2006/relationships/notesSlide" Target="/ppt/notesSlides/notesSlide2.xml" Id="Rf41447e3ee544a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6135ad4444ed8" /><Relationship Type="http://schemas.openxmlformats.org/officeDocument/2006/relationships/notesSlide" Target="/ppt/notesSlides/notesSlide3.xml" Id="R28e9ae747f5a44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642e0908c4bcc" /><Relationship Type="http://schemas.openxmlformats.org/officeDocument/2006/relationships/notesSlide" Target="/ppt/notesSlides/notesSlide4.xml" Id="R086eae170be44a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f72ff71f845a8" /><Relationship Type="http://schemas.openxmlformats.org/officeDocument/2006/relationships/notesSlide" Target="/ppt/notesSlides/notesSlide5.xml" Id="R0143dc48baa544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308ab9e414a00" /><Relationship Type="http://schemas.openxmlformats.org/officeDocument/2006/relationships/notesSlide" Target="/ppt/notesSlides/notesSlide6.xml" Id="R5bad1b826e8841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71f0c3da94f8e" /><Relationship Type="http://schemas.openxmlformats.org/officeDocument/2006/relationships/image" Target="/ppt/media/image2.jpeg" Id="Rfdaa2077ccaa4ad0" /><Relationship Type="http://schemas.openxmlformats.org/officeDocument/2006/relationships/notesSlide" Target="/ppt/notesSlides/notesSlide7.xml" Id="R2a601ca92cfb44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c8ae7117a4478" /><Relationship Type="http://schemas.openxmlformats.org/officeDocument/2006/relationships/image" Target="/ppt/media/image3.jpeg" Id="R11a450307f9144a0" /><Relationship Type="http://schemas.openxmlformats.org/officeDocument/2006/relationships/notesSlide" Target="/ppt/notesSlides/notesSlide8.xml" Id="Rab37bb707ba645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d4006e6a942ee" /><Relationship Type="http://schemas.openxmlformats.org/officeDocument/2006/relationships/image" Target="/ppt/media/image4.jpeg" Id="R20fa4e4655b54c2d" /><Relationship Type="http://schemas.openxmlformats.org/officeDocument/2006/relationships/notesSlide" Target="/ppt/notesSlides/notesSlide9.xml" Id="R0bd2a3fc0e4a40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f867b74334f03" /><Relationship Type="http://schemas.openxmlformats.org/officeDocument/2006/relationships/image" Target="/ppt/media/image5.jpeg" Id="Ree4d88a2e0fe465c" /><Relationship Type="http://schemas.openxmlformats.org/officeDocument/2006/relationships/notesSlide" Target="/ppt/notesSlides/notesSlide10.xml" Id="Rb0771ce154694a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f581b73ca4636" /><Relationship Type="http://schemas.openxmlformats.org/officeDocument/2006/relationships/image" Target="/ppt/media/image6.jpeg" Id="R0d0d407bd61449d4" /><Relationship Type="http://schemas.openxmlformats.org/officeDocument/2006/relationships/notesSlide" Target="/ppt/notesSlides/notesSlide11.xml" Id="R68e6323e783c4b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a1ae411074d75" /><Relationship Type="http://schemas.openxmlformats.org/officeDocument/2006/relationships/image" Target="/ppt/media/image7.jpeg" Id="Rde83234a43a54fcb" /><Relationship Type="http://schemas.openxmlformats.org/officeDocument/2006/relationships/notesSlide" Target="/ppt/notesSlides/notesSlide12.xml" Id="Rbdd8b263166c45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a61bcfc8c4a29" /><Relationship Type="http://schemas.openxmlformats.org/officeDocument/2006/relationships/image" Target="/ppt/media/image8.jpeg" Id="R7ebd61832ee640e0" /><Relationship Type="http://schemas.openxmlformats.org/officeDocument/2006/relationships/notesSlide" Target="/ppt/notesSlides/notesSlide13.xml" Id="R8480c37cc17d42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06d498b204403" /><Relationship Type="http://schemas.openxmlformats.org/officeDocument/2006/relationships/image" Target="/ppt/media/image9.jpeg" Id="R40542731ff554d7d" /><Relationship Type="http://schemas.openxmlformats.org/officeDocument/2006/relationships/notesSlide" Target="/ppt/notesSlides/notesSlide14.xml" Id="R3610fa9805aa4c4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a1dce209d44e0" /><Relationship Type="http://schemas.openxmlformats.org/officeDocument/2006/relationships/image" Target="/ppt/media/image10.jpeg" Id="R3a683f539b1849db" /><Relationship Type="http://schemas.openxmlformats.org/officeDocument/2006/relationships/notesSlide" Target="/ppt/notesSlides/notesSlide15.xml" Id="R3cc9e4161a934b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48fb99cd243e4" /><Relationship Type="http://schemas.openxmlformats.org/officeDocument/2006/relationships/notesSlide" Target="/ppt/notesSlides/notesSlide16.xml" Id="R9c988fbf589d44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2024A-2F3E-4B11-9EC9-E7ABBC1E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SEQUENCE &amp; DIAGNOSTICS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5C76B-249C-417E-B125-09BE0F4D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Diagnostics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79E85-724A-4B00-A2E9-6E866E36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Diagnostic targets, reset levels and cause-based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B6A29-374E-450F-B91C-CDA13694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4845bb93344f5"/>
          <a:stretch xmlns:a="http://schemas.openxmlformats.org/drawingml/2006/main"/>
        </p:blipFill>
        <p:spPr>
          <a:xfrm xmlns:a="http://schemas.openxmlformats.org/drawingml/2006/main">
            <a:off x="7012998" y="590550"/>
            <a:ext cx="4033405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C9F82-16FB-4520-9E7B-971876D2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20659043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CD613-0E9A-4923-8D2A-E9F278B1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SEQUENCE &amp; DIAGNOSTICS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B7815-EAAE-4C43-A447-9E000B68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B2160-74B5-4A08-81FE-13590793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856FD-1A14-4605-AD2E-58F74C86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715361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C94B0-4028-4EFB-A843-DB929780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3DD2E-B0DF-4FD0-8A54-54E4A5A7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3054E-6763-4A6F-B6F6-52A2D47C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FB815-D29F-44E8-AF5C-1D7D65EE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07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Local/Remote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BB8BC-4597-4863-AD08-CAF9D452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Diagnostic reset levels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72840-4C96-4F83-B5CD-D169B72A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0D6A1-AE13-4B45-AA43-1B944831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38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Cause → Effect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48EDB-A111-439E-A87C-EF6830BC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Troubleshooting method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15E4C-0606-40E1-9E31-7E0E326C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59FA8-C4BC-4B50-B6F6-8616DB52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ADBEA-68D1-4B2F-B2BE-7B3DABFA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67CDE-F5ED-4AC5-B93D-68619CDE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566FA-0C54-4F11-8DCF-00D183BE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C45D8-7408-4FC5-8C3E-5AB10E8F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281333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3B23B-4193-4EB2-8298-8E313AE3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323BA-2A14-41F4-BEA6-CCF0CFA7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8590A-E5ED-4603-8817-1472FFDD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diagnostic name, source and affected target. • Respect reset priority and investigate before clearing.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3420D-5E4F-4118-8C6C-FC0B9B1A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7B4D9-6827-4F57-94CE-090DF113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Check both control-system and application causes. • Prove recovery and monitor for recurrence.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3B1AB-A55C-4567-8503-06B7A6D0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330E7-FD78-41E0-893A-CF569E78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CBE03-80AE-425F-9573-CB17F802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64738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86139-0E12-4E1B-9DD6-4793F171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EB391-BE72-4272-A918-0B1CDC48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C0003-06A4-41AF-A566-67A5A21A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D1D47-69AD-44C4-8369-DFA603B6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3489E-2DB2-4227-806A-FF948750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6B933-C9D4-4B4E-9520-5B7A4876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0D806-9AE9-4B03-92F5-5FA5476C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A9CD0-AE8E-459F-AD4B-44B4C937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632069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131D5-37E1-49E2-B1A3-26A18AB4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5BD8E-3636-4229-94A6-77414EF6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1E19F-EFB4-42E9-9BF0-9C014152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6804C-8B75-4916-9B07-23F7D83E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9FA42-9EB7-4FFC-A82D-D0E57A2B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3ED8A-271F-4CDA-87D1-6C94A53A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84F9D-6C12-4156-9C55-7296AA49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4BC82-F4DA-4FBE-BBC4-64E777B0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460567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D925F-6AD4-458F-AB51-641D800F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DB191-3B6C-4E98-B048-E779D3D5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C24BA-5EA5-441E-A895-3750EE14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a2077ccaa4ad0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0AF26-935F-48D1-9A06-98F93192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AB2FC-36A1-47E9-AFE1-E8053DCB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381E5-206D-4560-81CD-CFE62077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EE2D0-113B-43F4-A4DE-D62948F6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67E6F-B0D2-4318-BC9A-155926F9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667788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C2E43-0402-49C3-A442-0442A8FE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7AEF4-3997-42D2-A08A-FFE876F5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F521F-A9E6-41D9-8419-B7DD67B1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450307f9144a0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D7E01-700C-4D75-BA9B-CEFE9E51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350E1-D8B7-469A-A901-3611A3AF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3F9C5-F7A8-4D55-ADD8-B58C1615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1044B-11C3-4E73-A48D-9FCFF46F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B1769-D035-4D5F-8C97-91D99C3F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091586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C45A6-F3FE-43B4-8B13-BDE648DC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8C3F9-8174-46A2-9905-D29C14AC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BA3FB-8445-41FE-81AA-55282CB1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a4e4655b54c2d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00739-90D2-4E7A-9C6A-D5AA64D8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1C447-2DEC-4C59-BB3B-C80840E7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75F2F-CA41-4CE9-9899-83A6528E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85E88-D3A3-4673-B56D-58B1035A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A9FD7-584C-4967-91E4-31D0FA63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224636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F9493-0BD5-461F-B97E-87354104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B2664-54A0-4F8B-9AC6-4EA54EB8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25087-E82E-48EB-9EB5-468681F3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d88a2e0fe465c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AA83D-91B0-4359-A833-D540AECC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9B867-5F15-42FA-AF92-C09A1FC2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918BD-E299-45D5-AB4D-319552DA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1CA5C-1E03-4358-AC44-2426F69C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84CC6-216D-466B-847C-9F561337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18073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0C509-611C-4B65-B2FA-8EBC8A2E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4A112-982B-4CFB-9C68-416E5398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5490D-7B88-4941-800C-9B59C12E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d407bd61449d4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D6733-4D30-4282-9B71-2B7A3157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72C49-6E99-49BB-AF2D-EF730484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14784-77E2-4748-A79E-A1FD07B0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95F24-5733-40F5-A0A9-35CA7C47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3B130-BD1A-4D16-8FA1-3FB32A36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026351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F54B4-74DC-4E9F-AF4F-26BC592B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A275F-11BA-48B8-8F90-CF0CEF62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93FC7-59DE-4A43-B707-0762E7E8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3234a43a54fcb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F2609-EA54-4E63-ADAD-4A5E3579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225DB-0F6F-4ED6-9B11-A494F1C7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8022F-BD5B-4B66-8B97-B2DDCFD2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7370E-9C9D-4209-8481-3DFE902E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55566-E404-432F-B37A-03B8F690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036322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546F0-B073-4E03-8F19-301F1087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B63E8-1B5F-4C7F-9858-B110F212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045D5-6F91-4F9F-B46D-80D500FC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d61832ee640e0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C343B-3BB5-4C93-AE46-07BC4E9C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47C56-048D-451F-8E73-05CF9327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40B1D-492C-4DF4-B51A-AB48D1FB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FC9A8-5D9B-4D5B-A2FB-005F90FE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F7809-0A14-4B3A-8427-08718A45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399466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7FA73-D330-43ED-AB2A-C93A9A38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038E1-B03F-4BE9-9E7F-28872B2F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4FFE1-9A42-45FE-B184-489BB145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42731ff554d7d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8D19D-02C2-4BFA-89E1-F33F446E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8BFFE-25D0-48BE-BAA6-475BF399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9DAF0-B94E-43DC-B23A-20A00029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FDFBC-0B5D-4CBB-A5D6-3528F282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2E7CF-5AF7-4EB9-A332-76E4FDA1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019252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A393F-B2CD-4650-908A-8EFD7AD5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C5AC7-A568-4C59-95A9-A9694179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EE4C9-E9D3-47A7-B56D-21682274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83f539b1849db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84611-DF9D-404B-B7D1-1DC12702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68914-2F43-425E-B719-BE4C8A3D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2279C-0EB7-4460-AE22-D7C3029B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A0727-89BF-43B7-B98C-D8ADAC30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54A35-558E-44CB-B1B9-2ED7537A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172849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CC3CA-F5B5-42F4-8B82-ED35B74B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9541E-C175-4CF1-897E-285136DE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7F0F1-2EBF-40F3-830D-53BBFFD9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69F5F-41EC-4880-BC04-00661167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29A17-40B2-43EA-8845-FA2A30A4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F676D-6A5F-4ED5-90BC-FE78AAAF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45F0B-F840-4CA1-85C0-964A8730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76192-0A98-42FC-810D-6D4F67A7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947888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2026-08-15T02:49:56.4770000Z</dcterms:created>
  <dcterms:modified xsi:type="dcterms:W3CDTF">2026-08-15T02:49:56.4770000Z</dcterms:modified>
</coreProperties>
</file>