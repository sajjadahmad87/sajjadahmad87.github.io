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d2841d963a4d42" /><Relationship Type="http://schemas.openxmlformats.org/officeDocument/2006/relationships/extended-properties" Target="/docProps/app.xml" Id="R6773a511108a497a" /><Relationship Type="http://schemas.openxmlformats.org/officeDocument/2006/relationships/officeDocument" Target="/ppt/presentation.xml" Id="Rb32ed97b9a6f48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0f191f57704a84"/>
  </p:sldMasterIdLst>
  <p:notesMasterIdLst>
    <p:notesMasterId xmlns:r="http://schemas.openxmlformats.org/officeDocument/2006/relationships" r:id="R7ae468327f2f4bc9"/>
  </p:notesMasterIdLst>
  <p:sldIdLst>
    <p:sldId xmlns:r="http://schemas.openxmlformats.org/officeDocument/2006/relationships" id="256" r:id="R91fb32923bf44c6c"/>
    <p:sldId xmlns:r="http://schemas.openxmlformats.org/officeDocument/2006/relationships" id="257" r:id="R1d79b5bb70e84151"/>
    <p:sldId xmlns:r="http://schemas.openxmlformats.org/officeDocument/2006/relationships" id="258" r:id="Radf9811a10e34dbe"/>
    <p:sldId xmlns:r="http://schemas.openxmlformats.org/officeDocument/2006/relationships" id="259" r:id="Rc4f61d6879bf4297"/>
    <p:sldId xmlns:r="http://schemas.openxmlformats.org/officeDocument/2006/relationships" id="260" r:id="R98e08ada5c9b443a"/>
    <p:sldId xmlns:r="http://schemas.openxmlformats.org/officeDocument/2006/relationships" id="261" r:id="Rec900fd2aeb847c2"/>
    <p:sldId xmlns:r="http://schemas.openxmlformats.org/officeDocument/2006/relationships" id="262" r:id="R0ed179ba50734f2c"/>
    <p:sldId xmlns:r="http://schemas.openxmlformats.org/officeDocument/2006/relationships" id="263" r:id="R4cfa994b7ee542e5"/>
    <p:sldId xmlns:r="http://schemas.openxmlformats.org/officeDocument/2006/relationships" id="264" r:id="R846211e15062465b"/>
    <p:sldId xmlns:r="http://schemas.openxmlformats.org/officeDocument/2006/relationships" id="265" r:id="R55e1f4ee73b140b0"/>
    <p:sldId xmlns:r="http://schemas.openxmlformats.org/officeDocument/2006/relationships" id="266" r:id="R378f1e934f264b40"/>
    <p:sldId xmlns:r="http://schemas.openxmlformats.org/officeDocument/2006/relationships" id="267" r:id="R2d4ef3daf5d64ef9"/>
    <p:sldId xmlns:r="http://schemas.openxmlformats.org/officeDocument/2006/relationships" id="268" r:id="R7713da9a48a5438f"/>
    <p:sldId xmlns:r="http://schemas.openxmlformats.org/officeDocument/2006/relationships" id="269" r:id="R2389b50d57314a6a"/>
    <p:sldId xmlns:r="http://schemas.openxmlformats.org/officeDocument/2006/relationships" id="270" r:id="R886454a1c81541fe"/>
    <p:sldId xmlns:r="http://schemas.openxmlformats.org/officeDocument/2006/relationships" id="271" r:id="Rf1779ecb6c784d43"/>
    <p:sldId xmlns:r="http://schemas.openxmlformats.org/officeDocument/2006/relationships" id="272" r:id="Rc8897fd7987b49cc"/>
    <p:sldId xmlns:r="http://schemas.openxmlformats.org/officeDocument/2006/relationships" id="273" r:id="R2a9b1a28b6914457"/>
    <p:sldId xmlns:r="http://schemas.openxmlformats.org/officeDocument/2006/relationships" id="274" r:id="R27eaa5014936448c"/>
    <p:sldId xmlns:r="http://schemas.openxmlformats.org/officeDocument/2006/relationships" id="275" r:id="Rd19d4d1a820042d7"/>
    <p:sldId xmlns:r="http://schemas.openxmlformats.org/officeDocument/2006/relationships" id="276" r:id="R4ec3572de1c840fd"/>
    <p:sldId xmlns:r="http://schemas.openxmlformats.org/officeDocument/2006/relationships" id="277" r:id="R36d388c8fc5748d2"/>
    <p:sldId xmlns:r="http://schemas.openxmlformats.org/officeDocument/2006/relationships" id="278" r:id="R813288e8a77b4a1f"/>
    <p:sldId xmlns:r="http://schemas.openxmlformats.org/officeDocument/2006/relationships" id="279" r:id="R3c70975b43c642a7"/>
    <p:sldId xmlns:r="http://schemas.openxmlformats.org/officeDocument/2006/relationships" id="280" r:id="Rb6ebe72e69ca4b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c454a0b2ee44a3" /><Relationship Type="http://schemas.openxmlformats.org/officeDocument/2006/relationships/slideMaster" Target="/ppt/slideMasters/slideMaster1.xml" Id="R9f0f191f57704a84" /><Relationship Type="http://schemas.openxmlformats.org/officeDocument/2006/relationships/notesMaster" Target="/ppt/notesMasters/notesMaster1.xml" Id="R7ae468327f2f4bc9" /><Relationship Type="http://schemas.openxmlformats.org/officeDocument/2006/relationships/presProps" Target="/ppt/presProps.xml" Id="Rb69ad88e94c74ab6" /><Relationship Type="http://schemas.openxmlformats.org/officeDocument/2006/relationships/tableStyles" Target="/ppt/tableStyles.xml" Id="Ra05a0c8f8b044dd2" /><Relationship Type="http://schemas.openxmlformats.org/officeDocument/2006/relationships/slide" Target="/ppt/slides/slide1.xml" Id="R91fb32923bf44c6c" /><Relationship Type="http://schemas.openxmlformats.org/officeDocument/2006/relationships/slide" Target="/ppt/slides/slide2.xml" Id="R1d79b5bb70e84151" /><Relationship Type="http://schemas.openxmlformats.org/officeDocument/2006/relationships/slide" Target="/ppt/slides/slide3.xml" Id="Radf9811a10e34dbe" /><Relationship Type="http://schemas.openxmlformats.org/officeDocument/2006/relationships/slide" Target="/ppt/slides/slide4.xml" Id="Rc4f61d6879bf4297" /><Relationship Type="http://schemas.openxmlformats.org/officeDocument/2006/relationships/slide" Target="/ppt/slides/slide5.xml" Id="R98e08ada5c9b443a" /><Relationship Type="http://schemas.openxmlformats.org/officeDocument/2006/relationships/slide" Target="/ppt/slides/slide6.xml" Id="Rec900fd2aeb847c2" /><Relationship Type="http://schemas.openxmlformats.org/officeDocument/2006/relationships/slide" Target="/ppt/slides/slide7.xml" Id="R0ed179ba50734f2c" /><Relationship Type="http://schemas.openxmlformats.org/officeDocument/2006/relationships/slide" Target="/ppt/slides/slide8.xml" Id="R4cfa994b7ee542e5" /><Relationship Type="http://schemas.openxmlformats.org/officeDocument/2006/relationships/slide" Target="/ppt/slides/slide9.xml" Id="R846211e15062465b" /><Relationship Type="http://schemas.openxmlformats.org/officeDocument/2006/relationships/slide" Target="/ppt/slides/slide10.xml" Id="R55e1f4ee73b140b0" /><Relationship Type="http://schemas.openxmlformats.org/officeDocument/2006/relationships/slide" Target="/ppt/slides/slide11.xml" Id="R378f1e934f264b40" /><Relationship Type="http://schemas.openxmlformats.org/officeDocument/2006/relationships/slide" Target="/ppt/slides/slide12.xml" Id="R2d4ef3daf5d64ef9" /><Relationship Type="http://schemas.openxmlformats.org/officeDocument/2006/relationships/slide" Target="/ppt/slides/slide13.xml" Id="R7713da9a48a5438f" /><Relationship Type="http://schemas.openxmlformats.org/officeDocument/2006/relationships/slide" Target="/ppt/slides/slide14.xml" Id="R2389b50d57314a6a" /><Relationship Type="http://schemas.openxmlformats.org/officeDocument/2006/relationships/slide" Target="/ppt/slides/slide15.xml" Id="R886454a1c81541fe" /><Relationship Type="http://schemas.openxmlformats.org/officeDocument/2006/relationships/slide" Target="/ppt/slides/slide16.xml" Id="Rf1779ecb6c784d43" /><Relationship Type="http://schemas.openxmlformats.org/officeDocument/2006/relationships/slide" Target="/ppt/slides/slide17.xml" Id="Rc8897fd7987b49cc" /><Relationship Type="http://schemas.openxmlformats.org/officeDocument/2006/relationships/slide" Target="/ppt/slides/slide18.xml" Id="R2a9b1a28b6914457" /><Relationship Type="http://schemas.openxmlformats.org/officeDocument/2006/relationships/slide" Target="/ppt/slides/slide19.xml" Id="R27eaa5014936448c" /><Relationship Type="http://schemas.openxmlformats.org/officeDocument/2006/relationships/slide" Target="/ppt/slides/slide20.xml" Id="Rd19d4d1a820042d7" /><Relationship Type="http://schemas.openxmlformats.org/officeDocument/2006/relationships/slide" Target="/ppt/slides/slide21.xml" Id="R4ec3572de1c840fd" /><Relationship Type="http://schemas.openxmlformats.org/officeDocument/2006/relationships/slide" Target="/ppt/slides/slide22.xml" Id="R36d388c8fc5748d2" /><Relationship Type="http://schemas.openxmlformats.org/officeDocument/2006/relationships/slide" Target="/ppt/slides/slide23.xml" Id="R813288e8a77b4a1f" /><Relationship Type="http://schemas.openxmlformats.org/officeDocument/2006/relationships/slide" Target="/ppt/slides/slide24.xml" Id="R3c70975b43c642a7" /><Relationship Type="http://schemas.openxmlformats.org/officeDocument/2006/relationships/slide" Target="/ppt/slides/slide25.xml" Id="Rb6ebe72e69ca4b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932a236c8f43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41fc3b0a13484c" /><Relationship Type="http://schemas.openxmlformats.org/officeDocument/2006/relationships/notesMaster" Target="/ppt/notesMasters/notesMaster1.xml" Id="R6f326668cfc94a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315e98b4734397" /><Relationship Type="http://schemas.openxmlformats.org/officeDocument/2006/relationships/notesMaster" Target="/ppt/notesMasters/notesMaster1.xml" Id="R3fa42ac9c94b44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363524e4bd44dc" /><Relationship Type="http://schemas.openxmlformats.org/officeDocument/2006/relationships/notesMaster" Target="/ppt/notesMasters/notesMaster1.xml" Id="Rc2ccd8be216848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28aad7bf894e30" /><Relationship Type="http://schemas.openxmlformats.org/officeDocument/2006/relationships/notesMaster" Target="/ppt/notesMasters/notesMaster1.xml" Id="R06673449304f47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692325ac544968" /><Relationship Type="http://schemas.openxmlformats.org/officeDocument/2006/relationships/notesMaster" Target="/ppt/notesMasters/notesMaster1.xml" Id="R639961d379b04a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79f10c05b84a1f" /><Relationship Type="http://schemas.openxmlformats.org/officeDocument/2006/relationships/notesMaster" Target="/ppt/notesMasters/notesMaster1.xml" Id="Rb470b795deb04a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b1fc6e4db54364" /><Relationship Type="http://schemas.openxmlformats.org/officeDocument/2006/relationships/notesMaster" Target="/ppt/notesMasters/notesMaster1.xml" Id="R2473d594180746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8566d126c04394" /><Relationship Type="http://schemas.openxmlformats.org/officeDocument/2006/relationships/notesMaster" Target="/ppt/notesMasters/notesMaster1.xml" Id="Re00fb061c26745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d2d79f272634797" /><Relationship Type="http://schemas.openxmlformats.org/officeDocument/2006/relationships/notesMaster" Target="/ppt/notesMasters/notesMaster1.xml" Id="R5b240a0277d14f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4dd9e36dae4b93" /><Relationship Type="http://schemas.openxmlformats.org/officeDocument/2006/relationships/notesMaster" Target="/ppt/notesMasters/notesMaster1.xml" Id="R552e03168a9647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4fbcfdb3f54b4f" /><Relationship Type="http://schemas.openxmlformats.org/officeDocument/2006/relationships/notesMaster" Target="/ppt/notesMasters/notesMaster1.xml" Id="Rc67397dc773c47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3d132362d0442e" /><Relationship Type="http://schemas.openxmlformats.org/officeDocument/2006/relationships/notesMaster" Target="/ppt/notesMasters/notesMaster1.xml" Id="Rddb9f5555a274e6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75eec71468b4866" /><Relationship Type="http://schemas.openxmlformats.org/officeDocument/2006/relationships/notesMaster" Target="/ppt/notesMasters/notesMaster1.xml" Id="Rfb6e88f8b9c742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62e98a5d894e7b" /><Relationship Type="http://schemas.openxmlformats.org/officeDocument/2006/relationships/notesMaster" Target="/ppt/notesMasters/notesMaster1.xml" Id="R4be37a6472594f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4a2688d6b64ffe" /><Relationship Type="http://schemas.openxmlformats.org/officeDocument/2006/relationships/notesMaster" Target="/ppt/notesMasters/notesMaster1.xml" Id="Rfcb157f930e747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64555792b1c41dd" /><Relationship Type="http://schemas.openxmlformats.org/officeDocument/2006/relationships/notesMaster" Target="/ppt/notesMasters/notesMaster1.xml" Id="R37db1c6cc3ee4e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c8806c919ca40a7" /><Relationship Type="http://schemas.openxmlformats.org/officeDocument/2006/relationships/notesMaster" Target="/ppt/notesMasters/notesMaster1.xml" Id="R2d83faa6fc614a3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9001633c454058" /><Relationship Type="http://schemas.openxmlformats.org/officeDocument/2006/relationships/notesMaster" Target="/ppt/notesMasters/notesMaster1.xml" Id="Refb4c9479dec462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acf9a5f05a34257" /><Relationship Type="http://schemas.openxmlformats.org/officeDocument/2006/relationships/notesMaster" Target="/ppt/notesMasters/notesMaster1.xml" Id="R67e9f13dc03a4d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9774497617c47f2" /><Relationship Type="http://schemas.openxmlformats.org/officeDocument/2006/relationships/notesMaster" Target="/ppt/notesMasters/notesMaster1.xml" Id="R02d92b10d859458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92c28d121824f41" /><Relationship Type="http://schemas.openxmlformats.org/officeDocument/2006/relationships/notesMaster" Target="/ppt/notesMasters/notesMaster1.xml" Id="R77295321b5b64cb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6ad630943c343f6" /><Relationship Type="http://schemas.openxmlformats.org/officeDocument/2006/relationships/notesMaster" Target="/ppt/notesMasters/notesMaster1.xml" Id="R26877f0ac8e74f0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fddfb096a914fb0" /><Relationship Type="http://schemas.openxmlformats.org/officeDocument/2006/relationships/notesMaster" Target="/ppt/notesMasters/notesMaster1.xml" Id="R3cf233f0e9b148e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316cf674804422d" /><Relationship Type="http://schemas.openxmlformats.org/officeDocument/2006/relationships/notesMaster" Target="/ppt/notesMasters/notesMaster1.xml" Id="R22c90e1c6c1f4de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22a2a164ecf48b6" /><Relationship Type="http://schemas.openxmlformats.org/officeDocument/2006/relationships/notesMaster" Target="/ppt/notesMasters/notesMaster1.xml" Id="R94343775dadf4a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>- Evidence reference: RTAG IOM -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>- Evidence reference: RTAG IOM - source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>- Evidence reference: RTAG IOM - source page 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>- Evidence reference: RTAG IOM - source page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>- Evidence reference: RTAG IOM - source page 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>- Evidence reference: RTAG IOM - source page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>- Evidence reference: RTAG IOM - source page 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>- Evidence reference: RTAG IOM - source page 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>- Evidence reference: RTAG IOM - source page 110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>- Evidence reference: RTAG IOM - source page 130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>- Evidence reference: RTAG IOM - source page 150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>- Evidence reference: RTAG IOM - source page 170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>- Evidence reference: RTAG IOM - source page 190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>- Evidence reference: RTAG IOM - source page 210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>- Evidence reference: RTAG IOM - source page 230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>- Evidence reference: RTAG IOM - source page 243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RTAG IOM.pdf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8cf2b11dc748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64e5d5656e44d6" /><Relationship Type="http://schemas.openxmlformats.org/officeDocument/2006/relationships/slideLayout" Target="/ppt/slideLayouts/slideLayout1.xml" Id="R4680a88b6abe4e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80a88b6abe4e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8466132b14284" /><Relationship Type="http://schemas.openxmlformats.org/officeDocument/2006/relationships/image" Target="/ppt/media/image.jpeg" Id="R4601bd3f2ada4858" /><Relationship Type="http://schemas.openxmlformats.org/officeDocument/2006/relationships/notesSlide" Target="/ppt/notesSlides/notesSlide1.xml" Id="R65f66571c69e49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9a5ee7b7e4f0f" /><Relationship Type="http://schemas.openxmlformats.org/officeDocument/2006/relationships/notesSlide" Target="/ppt/notesSlides/notesSlide2.xml" Id="R18a0df9328cb4c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db5bdff264ac7" /><Relationship Type="http://schemas.openxmlformats.org/officeDocument/2006/relationships/notesSlide" Target="/ppt/notesSlides/notesSlide3.xml" Id="Rfdf00a83f0c547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c7056d83b4aea" /><Relationship Type="http://schemas.openxmlformats.org/officeDocument/2006/relationships/notesSlide" Target="/ppt/notesSlides/notesSlide4.xml" Id="R166db78b152146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d6dc1d2d74dc0" /><Relationship Type="http://schemas.openxmlformats.org/officeDocument/2006/relationships/notesSlide" Target="/ppt/notesSlides/notesSlide5.xml" Id="R3c92a93fa0f94a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13083bde64ded" /><Relationship Type="http://schemas.openxmlformats.org/officeDocument/2006/relationships/notesSlide" Target="/ppt/notesSlides/notesSlide6.xml" Id="R1a50d597f43545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8be0562e24d4b" /><Relationship Type="http://schemas.openxmlformats.org/officeDocument/2006/relationships/notesSlide" Target="/ppt/notesSlides/notesSlide7.xml" Id="R23010f81c3a244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0245564804de4" /><Relationship Type="http://schemas.openxmlformats.org/officeDocument/2006/relationships/notesSlide" Target="/ppt/notesSlides/notesSlide8.xml" Id="Rd9f0ff1c9a744f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114b423274062" /><Relationship Type="http://schemas.openxmlformats.org/officeDocument/2006/relationships/image" Target="/ppt/media/image2.jpeg" Id="R1faf4de23a5f4288" /><Relationship Type="http://schemas.openxmlformats.org/officeDocument/2006/relationships/notesSlide" Target="/ppt/notesSlides/notesSlide9.xml" Id="R9fd89319ceae45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3941690c74b69" /><Relationship Type="http://schemas.openxmlformats.org/officeDocument/2006/relationships/image" Target="/ppt/media/image3.jpeg" Id="R33bd0b5ae8cc48d9" /><Relationship Type="http://schemas.openxmlformats.org/officeDocument/2006/relationships/notesSlide" Target="/ppt/notesSlides/notesSlide10.xml" Id="Rd643aaadfe1742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9c42426d64d15" /><Relationship Type="http://schemas.openxmlformats.org/officeDocument/2006/relationships/image" Target="/ppt/media/image4.jpeg" Id="R80c0d6611f784062" /><Relationship Type="http://schemas.openxmlformats.org/officeDocument/2006/relationships/notesSlide" Target="/ppt/notesSlides/notesSlide11.xml" Id="R9d122cc4fc4346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f9cebfcad4f13" /><Relationship Type="http://schemas.openxmlformats.org/officeDocument/2006/relationships/image" Target="/ppt/media/image5.jpeg" Id="R03a4d8660d6f4e41" /><Relationship Type="http://schemas.openxmlformats.org/officeDocument/2006/relationships/notesSlide" Target="/ppt/notesSlides/notesSlide12.xml" Id="R97da46e875e6486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557d70ddd4809" /><Relationship Type="http://schemas.openxmlformats.org/officeDocument/2006/relationships/image" Target="/ppt/media/image6.jpeg" Id="R23ccd04506fd4521" /><Relationship Type="http://schemas.openxmlformats.org/officeDocument/2006/relationships/notesSlide" Target="/ppt/notesSlides/notesSlide13.xml" Id="R7307dbfe1c1a40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346044f1e42f1" /><Relationship Type="http://schemas.openxmlformats.org/officeDocument/2006/relationships/image" Target="/ppt/media/image7.jpeg" Id="R78930ef9e8c34515" /><Relationship Type="http://schemas.openxmlformats.org/officeDocument/2006/relationships/notesSlide" Target="/ppt/notesSlides/notesSlide14.xml" Id="R6fcf664938fe4c1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dadca1d5241b8" /><Relationship Type="http://schemas.openxmlformats.org/officeDocument/2006/relationships/image" Target="/ppt/media/image8.jpeg" Id="Recb82e20e06a45d8" /><Relationship Type="http://schemas.openxmlformats.org/officeDocument/2006/relationships/notesSlide" Target="/ppt/notesSlides/notesSlide15.xml" Id="R5df441d1c807441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0c2798f204b70" /><Relationship Type="http://schemas.openxmlformats.org/officeDocument/2006/relationships/image" Target="/ppt/media/image9.jpeg" Id="Re468d96a605e4fce" /><Relationship Type="http://schemas.openxmlformats.org/officeDocument/2006/relationships/notesSlide" Target="/ppt/notesSlides/notesSlide16.xml" Id="R0e8668ac0c6d43d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5dc10cdf045e5" /><Relationship Type="http://schemas.openxmlformats.org/officeDocument/2006/relationships/image" Target="/ppt/media/image10.jpeg" Id="R69dc149cb3474c0d" /><Relationship Type="http://schemas.openxmlformats.org/officeDocument/2006/relationships/notesSlide" Target="/ppt/notesSlides/notesSlide17.xml" Id="R69833fd37be249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cce58f6c14647" /><Relationship Type="http://schemas.openxmlformats.org/officeDocument/2006/relationships/image" Target="/ppt/media/image11.jpeg" Id="R6ab73bd5e76148fe" /><Relationship Type="http://schemas.openxmlformats.org/officeDocument/2006/relationships/notesSlide" Target="/ppt/notesSlides/notesSlide18.xml" Id="R09184a0624094b2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3d8e5c0d74158" /><Relationship Type="http://schemas.openxmlformats.org/officeDocument/2006/relationships/image" Target="/ppt/media/image12.jpeg" Id="Ra7bb3602c5794881" /><Relationship Type="http://schemas.openxmlformats.org/officeDocument/2006/relationships/notesSlide" Target="/ppt/notesSlides/notesSlide19.xml" Id="R8634540e2089491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990b96b4249e1" /><Relationship Type="http://schemas.openxmlformats.org/officeDocument/2006/relationships/image" Target="/ppt/media/image13.jpeg" Id="Rd6f19b44402a421c" /><Relationship Type="http://schemas.openxmlformats.org/officeDocument/2006/relationships/notesSlide" Target="/ppt/notesSlides/notesSlide20.xml" Id="Rb87d664f5e0d49e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d6f66baad4ae0" /><Relationship Type="http://schemas.openxmlformats.org/officeDocument/2006/relationships/image" Target="/ppt/media/image14.jpeg" Id="R698dbd974b1747f3" /><Relationship Type="http://schemas.openxmlformats.org/officeDocument/2006/relationships/notesSlide" Target="/ppt/notesSlides/notesSlide21.xml" Id="R3837a73b809e482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fc6c44b9249b1" /><Relationship Type="http://schemas.openxmlformats.org/officeDocument/2006/relationships/image" Target="/ppt/media/image15.jpeg" Id="R9ddd3d4f93b04b7e" /><Relationship Type="http://schemas.openxmlformats.org/officeDocument/2006/relationships/notesSlide" Target="/ppt/notesSlides/notesSlide22.xml" Id="Rf860c340b0184c6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10b1a1f664e2a" /><Relationship Type="http://schemas.openxmlformats.org/officeDocument/2006/relationships/image" Target="/ppt/media/image16.jpeg" Id="Rb452fe04a1874ca9" /><Relationship Type="http://schemas.openxmlformats.org/officeDocument/2006/relationships/notesSlide" Target="/ppt/notesSlides/notesSlide23.xml" Id="R953bbc295b0a4c2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9a3f91d7841d0" /><Relationship Type="http://schemas.openxmlformats.org/officeDocument/2006/relationships/image" Target="/ppt/media/image17.jpeg" Id="R82852897ddb64ecb" /><Relationship Type="http://schemas.openxmlformats.org/officeDocument/2006/relationships/notesSlide" Target="/ppt/notesSlides/notesSlide24.xml" Id="R65cdb3db9d4341b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ad18e6550469e" /><Relationship Type="http://schemas.openxmlformats.org/officeDocument/2006/relationships/notesSlide" Target="/ppt/notesSlides/notesSlide25.xml" Id="R8d61c98b69e545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10EC3-6300-4016-A5B5-BB617FAF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O&amp;M MANUALS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0E9AD-85AA-40A7-B918-A85FDECF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Air-Cooled Chiller IOM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A74A2-821C-424E-A9C5-52623575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Installation, operation and maintenance training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90A8B7-0038-4FEA-93DA-60893C02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1bd3f2ada4858"/>
          <a:stretch xmlns:a="http://schemas.openxmlformats.org/drawingml/2006/main"/>
        </p:blipFill>
        <p:spPr>
          <a:xfrm xmlns:a="http://schemas.openxmlformats.org/drawingml/2006/main">
            <a:off x="7012998" y="590550"/>
            <a:ext cx="403340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09E06-4773-4B7D-B1EE-A31A3052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1747183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22F70-6122-4EF9-B89A-F2907EE4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O&amp;M MANUALS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57B6C-FDBF-4438-A380-0767565F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89204-A7DC-4C58-BB10-2CD8B7C4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E1E95-9673-424A-8E1D-24B78051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4737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E9EAF-7274-42F9-9F5B-BEDEF63C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F9CE9-D061-47F7-8F73-890C2A5E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manual covers RTAG 085-440 ton 50 Hz units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9195C-E2BF-4257-BE5C-5CB76CA4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E4864-69D6-4DEA-BB07-BF0D7942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243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19872-4E82-4CE2-A2B6-6E16C94D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95733-D076-4C43-9D31-C05D4A47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999A1-8D65-40F3-9F5A-BB9D16F7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RTAG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15694-408B-4B52-8958-4F7B5443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Helical rotary liquid chiller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E262C-CD74-461A-9F83-06F6DEF7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6F3213-9FB5-4767-BD0E-7C1D44BB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2020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E0C688-DD11-4D09-930A-47A8601A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release year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4832F-E48E-49E1-AE23-75908A70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53ED3-3CB0-452B-8469-E5212CBD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F7F96-1CC1-4B17-B586-45144127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60076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CD38E6-C617-46BE-9387-12BC93C2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8C9337-E5A5-41AF-8FB9-5015C31E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manual is the primary reference for safe technical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21737-C7B4-40F5-AC12-F651354D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Read warnings, cautions and notices before operation or service.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the complete unit model number and installed options.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9E02A-5438-4F4A-8C46-AA89222C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1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C8EE3-C59D-4F19-BC76-64460A3C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current electrical, refrigerant and water-side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Apply local regulations and site procedures in addition to OEM requirements.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174CA-17B9-4091-8B03-A68EBDD7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E4E0A-3509-45DE-AEAF-FDD6566C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51DF6-4939-47DB-A70E-F4030B9F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26949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B950B-FC19-4B6A-BF59-2A12DABC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A7040-087D-4C71-A8BA-98C414E7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Installation quality determines long-term reliability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B2540-E590-42B2-B5F0-A65221B8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foundations, clearances, lifting and structural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chilled-water piping, strainers, vents, drains and insulation.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6E950-680C-455A-9C68-BE09B10D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1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9CD5D-5CA5-4571-A554-9F2FF704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Check electrical supply, earthing, protection and field wiring.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pre-start checks before energizing or enabling compressors.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6F8E8-2BFC-4A3B-A238-6BCB4101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2E2F4-989B-4188-9CF0-7015E4FE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5D7B1-75B7-4840-A78A-833917F3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881251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F5508C-ED4C-4D89-9682-E0A8D434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54BC1-7910-449C-97C0-F70E0BC6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991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 requires evidence from both controls and physical condition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79212-C985-424C-A694-ACB06390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the unit interface to review status, setpoints, alarms and trends.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Monitor entering/leaving water temperatures and calculated load behaviour.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7D953-068A-4B45-84DE-B67F5E99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1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EF57F-EA3A-4E3E-814C-9E11A08E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Check refrigerant pressures, oil condition, fan operation and vibration.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Escalate repeated alarms instead of normalizing resets.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ADBB1-B8EB-47B5-9BD8-12184A5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0CAFC-3C34-46A1-8888-BF3F6AB3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284D7-76D3-49E8-844E-064658A7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6218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CA2A6E-8F27-4AD9-B265-2A4378EC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F5D95-C0E2-4B9C-AFC7-F7C4472A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45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Preventive maintenance should protect heat transfer and compressor life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1EC55-F69E-4A3A-BC38-BFC4E98C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Keep condenser coils clean and airflow unobstructed.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fans, motors, guards and electrical connections.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CBA5F-ECFF-4852-91F8-E8F018A5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1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E080A-D583-4485-9F24-558813DA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Maintain chilled-water quality, flow and evaporator protection.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Trend approach temperatures, pressure, current and operating hours.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75EB1-4E72-46EB-9BFD-3457109C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C0D76-5985-42DF-B0D4-E0ED83D0F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523F12-2947-4057-BDEA-38257E75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446402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9A5F19-1653-4228-BA55-D66E2896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664D8-62D9-448C-845E-8CC04602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Troubleshooting should follow cause-and-effect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AFACD-B495-441D-A428-45C3EDC2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Capture the first alarm and operating conditions before reset.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Separate water-side, air-side, electrical, control and refrigerant causes.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BC260-6465-468E-82C9-18583674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1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F6B7A-6D41-4510-AFEE-EE56D25C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sensors and wiring before replacing controllers or modules.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Prove repair effectiveness under a controlled operating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D5599-273C-431B-9BE0-777E92BA5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76E1E-CEC8-45DC-8802-825CAF1E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51D2C-B1C8-4635-9595-E828600D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00501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304164-CC65-48B2-8EEE-93B61C97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233A7-7337-41DA-86B3-C186B33C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8DAA0-CC06-4DFE-8CA4-0069774C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f4de23a5f4288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150E1-0AF6-44D2-B041-A3189D27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41C82-43CA-4BFD-A749-B7F39754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11692-10DE-4CEB-8CD4-951D694F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F3F84-4693-476C-A7C6-A736E29D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A5DA1-188E-473D-8CC9-D2307169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810170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36DDF-7C55-4C75-8163-1CFC7B4B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0039F-5830-4FEA-9CE7-A87A225F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C097C-B607-45DD-A911-F84F32DB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d0b5ae8cc48d9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20E67-8BB9-4033-8810-482DA597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4495C-D1DD-442B-B0E3-07C10FA4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74FF3-F3B0-42BD-A2D0-2A8B85D0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96C18-7F0E-49B3-B6DF-130D024A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C101F-7D2D-4FFB-A79F-68FBB4D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82976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F1CD4-0E3B-43E6-89D5-D3B2D22B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663EF-7260-4748-821D-1AB55391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57A2B-5CD8-47CE-AE07-7B614E87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0d6611f784062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85207-83FB-4D92-AF46-C0DF1B87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D5F91-B614-49A2-8CAC-42A4431A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5E6A1-36AD-496B-807D-FD9BA8AC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E3F64-FAA3-44B5-9381-32D64650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C54F59-7482-45D3-9A4D-00EFDF85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43713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E3617-DE29-4D3F-A0FE-67C2AC8F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8F3C4-0AA6-4695-A81C-2F7A6801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3873D-113B-4446-9842-0D9B7152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4d8660d6f4e41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E5A99-4B9C-40D8-A3F3-6CF27409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7ECD8-17E5-45EC-A2C1-2FB12CD3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E9A60-0EFE-446D-9E14-7F0DFD4FD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DB7BB-76F0-40BC-9F92-9A3E03D4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7C7ACD-FD5F-4CEB-9D33-02D80CC5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65146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D7198-726D-4E8B-80EB-255792DA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5016C-08D1-43DB-9512-6F30EB98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1CD2E-6F5D-4DF0-B28E-0FD815DF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cd04506fd4521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37F89-7816-4ADF-87BA-90EAA706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A6958-05C8-4EC5-B1F2-60CC4249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B77C9-6D41-4417-912A-63B32989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AAEBD-529D-40BF-A188-50173C1C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652FA-2CEB-4F90-87EE-0FD406A8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134229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1BF49-F5CF-4630-856F-EFF0F625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798E0-EB76-4E8A-9486-DFEBBA69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7F5E6-6F4E-4A46-A9EC-17312AA4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30ef9e8c34515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67DA4-2071-499A-ADB0-02582EEF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8A2F7-8543-45E8-835E-F14FA964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B6AAF3-51D7-4697-AAAD-A5FA272F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139CF-DFBA-4603-8477-60B4DFF9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CCE05-6AD3-4C0D-9ED2-79F514BA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035138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3249F-E19D-4123-AC31-468C685B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4333E1-5637-42FD-98E7-7379211E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A8214-CB05-49A3-83DE-E4D6E638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82e20e06a45d8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9768D-7535-4D7A-B5E6-1E9FBD6A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B6158-FBFB-410E-865C-071922E4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39C2B-FBDD-40FA-8C94-8BA4F927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25542-E8F6-4B99-810D-1E4F05C5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85A7AB-E144-49C8-B1D9-B039FB31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04357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51557-E81A-49D6-AAC8-03B2DF77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3D837-3822-46CA-8960-9C9C1AE0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53B3E-7CE3-4ED4-9978-E4A41DE8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8d96a605e4fce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C56EA-1A1C-43AF-9577-74C78610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E9AAB-AFF8-46A6-834E-B19B645A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0913D-9136-435B-806C-72409B65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F1F83-DE13-4F5B-93E9-4B8D4912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AA649-AFDF-402D-AFF6-89645C9F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1472778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ECDBC-E903-440E-9897-1419E744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C842B-7B99-44A9-A368-07ECB64C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8758C-491A-4712-8163-9FF7542B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c149cb3474c0d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C43F0-6570-4643-A621-993C0881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110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9FC0A5-2DA4-43E7-B575-68499F21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78D28-EEC9-4246-9E0C-80B27344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95EE5-F2C0-4DF3-9C58-35CEE348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33151-61AD-419C-AE3E-128E5E6A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535865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D4F20-6151-435E-8E3D-D600E2FF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48A30-D3B2-48AD-9688-2BB7C209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09A78-4CA5-4399-8C4C-441D47F0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73bd5e76148fe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8AC12-79D1-4EA0-A416-CB6238B2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130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DACA6-B78A-4B5D-A15F-845FDB69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8BC71-6410-4237-B58D-7E3ADC70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9D5DC2-4450-4ABE-BB02-99AF0F28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7C6F1-E0AC-4C0C-AE31-99E079C4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677604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43817-9C99-48C4-BCBA-23EC2FA6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8A22C-DE52-491D-B145-BC8C5AEC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9B76D-762F-46B3-8F45-6AE422C4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b3602c5794881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A3B3B-B392-4D1A-81A0-58EB9A3A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150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836D9A-3EE6-42C9-99E7-A7715BB4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9DF38-5640-46B1-92D1-EF42D84F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90C6B2-2F3A-49A1-B76D-5F977F93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1ED36-193F-4BCB-A6DF-0BB1A3AB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888028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87C41-CCFB-4D4E-A875-FE20F254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729F7-2DA3-4ACA-8037-D55D7045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43B38-9BA2-47F8-8B0B-2BF188E5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f19b44402a421c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3CEB3-575B-437C-BF1B-83CD021A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170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933B1-FB51-4B43-90FA-63770E82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9D7DC4-6B8D-4A17-BAD8-A3911CD1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CCB27-DBD6-409B-A34F-EBFA3DFC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56B5C-B184-4E67-A10A-1675DE95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568391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DFC35-DE24-4776-87F8-5E5D383F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4E9C7-669F-4953-99BC-699433E4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4AFBE-77D9-4BB5-B214-A1A9026E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dbd974b1747f3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D935C8-84EB-4392-83BB-D3245F81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190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6E2A2-8C7D-488B-A1C0-661F1F5F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7BCED-FACC-4124-8CBB-25D3D5E9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EB5B7-779D-4FDC-998B-398877C2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15463E-D11B-4C1E-B371-DBD8AA1C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448581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E9B7C-26BB-4750-B43A-D08472FD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463F6-7A01-4DF2-A9F3-2B7BC0BE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729D5-C2D8-4505-BA81-9B42C1C7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d3d4f93b04b7e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35DC5-2BB7-46E7-9D96-FF543615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210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30B84-BD08-47A0-9AE6-E138FD90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E90E9-C7F7-4652-AC2C-D9D74A27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3E7A1-EB66-4567-A029-F0923724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DCAA5-4AB5-4DEE-8D31-F16C1059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685288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456C3-6708-4330-82A8-4F64D60F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5C871-C269-471C-81B1-B2D2577F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070E4-30CB-4001-B884-182C58F1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2fe04a1874ca9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13B10-28E2-49E4-A4C1-B2AEC953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230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62E80-032E-4320-BEA2-7B60A83D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1397C-81D7-4AE8-A4E6-9A2E4A8D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29479-6890-4B35-825E-28F76253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01325-9E0A-4F5C-8621-46AC7D02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5731346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74631-5E17-47E8-B37F-89E2B511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CF566-E1D6-458D-8A5E-2CE84135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reference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B2772-F7DE-4527-88F9-49DE33D3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52897ddb64ecb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01B62-EBE3-42E4-88C7-0D0FCAD2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 IOM - source page 243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73743-89FD-42A7-BFD6-D118E3EB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27604-E9F3-4244-B988-B0F876FA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05EB5-A976-47CB-9A9F-63F0B1F2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1D523-8D45-4EFF-A4CE-80E46E11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7999306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D5FD0-D035-44B2-87B6-8EA59765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715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2715B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EACD0-ABF5-4363-8BC0-CEBD8DA0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1FF19-80FD-4ABD-9142-5473C7B0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75C3F-2154-42BA-9838-D5752184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271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754FE-188D-4B3B-9234-DC3B9D04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B59CD-1F50-42BA-869D-A48939F4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0D17C-6BA2-4C2F-A8B6-B6546532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O&amp;M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A3E00-99B2-4754-828A-EFFAB624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117996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2026-08-15T02:15:51.1550000Z</dcterms:created>
  <dcterms:modified xsi:type="dcterms:W3CDTF">2026-08-15T02:15:51.1550000Z</dcterms:modified>
</coreProperties>
</file>