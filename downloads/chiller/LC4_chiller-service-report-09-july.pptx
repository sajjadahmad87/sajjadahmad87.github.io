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cb8846557f4194" /><Relationship Type="http://schemas.openxmlformats.org/officeDocument/2006/relationships/extended-properties" Target="/docProps/app.xml" Id="Ra39efa896a874689" /><Relationship Type="http://schemas.openxmlformats.org/officeDocument/2006/relationships/officeDocument" Target="/ppt/presentation.xml" Id="R2fccc11e372e45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c6d2e23fbb4784"/>
  </p:sldMasterIdLst>
  <p:notesMasterIdLst>
    <p:notesMasterId xmlns:r="http://schemas.openxmlformats.org/officeDocument/2006/relationships" r:id="R8e89db748c424e71"/>
  </p:notesMasterIdLst>
  <p:sldIdLst>
    <p:sldId xmlns:r="http://schemas.openxmlformats.org/officeDocument/2006/relationships" id="256" r:id="R99523d7fc5e74a07"/>
    <p:sldId xmlns:r="http://schemas.openxmlformats.org/officeDocument/2006/relationships" id="257" r:id="R0991723e9a624c1b"/>
    <p:sldId xmlns:r="http://schemas.openxmlformats.org/officeDocument/2006/relationships" id="258" r:id="Red6a347d2bd44441"/>
    <p:sldId xmlns:r="http://schemas.openxmlformats.org/officeDocument/2006/relationships" id="259" r:id="Rba4adb6496544f10"/>
    <p:sldId xmlns:r="http://schemas.openxmlformats.org/officeDocument/2006/relationships" id="260" r:id="Ra916445b6f7e4356"/>
    <p:sldId xmlns:r="http://schemas.openxmlformats.org/officeDocument/2006/relationships" id="261" r:id="R312a62dbd50a4ea5"/>
    <p:sldId xmlns:r="http://schemas.openxmlformats.org/officeDocument/2006/relationships" id="262" r:id="Rbf7afef25f144b5d"/>
    <p:sldId xmlns:r="http://schemas.openxmlformats.org/officeDocument/2006/relationships" id="263" r:id="Rc670053d8d974acb"/>
    <p:sldId xmlns:r="http://schemas.openxmlformats.org/officeDocument/2006/relationships" id="264" r:id="R95d6a49a2d5e4243"/>
    <p:sldId xmlns:r="http://schemas.openxmlformats.org/officeDocument/2006/relationships" id="265" r:id="R8650562ece7541ac"/>
    <p:sldId xmlns:r="http://schemas.openxmlformats.org/officeDocument/2006/relationships" id="266" r:id="R816ff192d69044da"/>
    <p:sldId xmlns:r="http://schemas.openxmlformats.org/officeDocument/2006/relationships" id="267" r:id="R22b7928aabee4ddb"/>
    <p:sldId xmlns:r="http://schemas.openxmlformats.org/officeDocument/2006/relationships" id="268" r:id="R1537020114ec40b4"/>
    <p:sldId xmlns:r="http://schemas.openxmlformats.org/officeDocument/2006/relationships" id="269" r:id="R55350cd8184747cf"/>
    <p:sldId xmlns:r="http://schemas.openxmlformats.org/officeDocument/2006/relationships" id="270" r:id="R54be15329953492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7fc91930004897" /><Relationship Type="http://schemas.openxmlformats.org/officeDocument/2006/relationships/slideMaster" Target="/ppt/slideMasters/slideMaster1.xml" Id="R28c6d2e23fbb4784" /><Relationship Type="http://schemas.openxmlformats.org/officeDocument/2006/relationships/notesMaster" Target="/ppt/notesMasters/notesMaster1.xml" Id="R8e89db748c424e71" /><Relationship Type="http://schemas.openxmlformats.org/officeDocument/2006/relationships/presProps" Target="/ppt/presProps.xml" Id="Rcf544d195f0348db" /><Relationship Type="http://schemas.openxmlformats.org/officeDocument/2006/relationships/tableStyles" Target="/ppt/tableStyles.xml" Id="R5424578aff9e4c03" /><Relationship Type="http://schemas.openxmlformats.org/officeDocument/2006/relationships/slide" Target="/ppt/slides/slide1.xml" Id="R99523d7fc5e74a07" /><Relationship Type="http://schemas.openxmlformats.org/officeDocument/2006/relationships/slide" Target="/ppt/slides/slide2.xml" Id="R0991723e9a624c1b" /><Relationship Type="http://schemas.openxmlformats.org/officeDocument/2006/relationships/slide" Target="/ppt/slides/slide3.xml" Id="Red6a347d2bd44441" /><Relationship Type="http://schemas.openxmlformats.org/officeDocument/2006/relationships/slide" Target="/ppt/slides/slide4.xml" Id="Rba4adb6496544f10" /><Relationship Type="http://schemas.openxmlformats.org/officeDocument/2006/relationships/slide" Target="/ppt/slides/slide5.xml" Id="Ra916445b6f7e4356" /><Relationship Type="http://schemas.openxmlformats.org/officeDocument/2006/relationships/slide" Target="/ppt/slides/slide6.xml" Id="R312a62dbd50a4ea5" /><Relationship Type="http://schemas.openxmlformats.org/officeDocument/2006/relationships/slide" Target="/ppt/slides/slide7.xml" Id="Rbf7afef25f144b5d" /><Relationship Type="http://schemas.openxmlformats.org/officeDocument/2006/relationships/slide" Target="/ppt/slides/slide8.xml" Id="Rc670053d8d974acb" /><Relationship Type="http://schemas.openxmlformats.org/officeDocument/2006/relationships/slide" Target="/ppt/slides/slide9.xml" Id="R95d6a49a2d5e4243" /><Relationship Type="http://schemas.openxmlformats.org/officeDocument/2006/relationships/slide" Target="/ppt/slides/slide10.xml" Id="R8650562ece7541ac" /><Relationship Type="http://schemas.openxmlformats.org/officeDocument/2006/relationships/slide" Target="/ppt/slides/slide11.xml" Id="R816ff192d69044da" /><Relationship Type="http://schemas.openxmlformats.org/officeDocument/2006/relationships/slide" Target="/ppt/slides/slide12.xml" Id="R22b7928aabee4ddb" /><Relationship Type="http://schemas.openxmlformats.org/officeDocument/2006/relationships/slide" Target="/ppt/slides/slide13.xml" Id="R1537020114ec40b4" /><Relationship Type="http://schemas.openxmlformats.org/officeDocument/2006/relationships/slide" Target="/ppt/slides/slide14.xml" Id="R55350cd8184747cf" /><Relationship Type="http://schemas.openxmlformats.org/officeDocument/2006/relationships/slide" Target="/ppt/slides/slide15.xml" Id="R54be1532995349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e919bdbfe14b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dee2428fb4457b" /><Relationship Type="http://schemas.openxmlformats.org/officeDocument/2006/relationships/notesMaster" Target="/ppt/notesMasters/notesMaster1.xml" Id="R0b6a43ac311745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e964694b444c5e" /><Relationship Type="http://schemas.openxmlformats.org/officeDocument/2006/relationships/notesMaster" Target="/ppt/notesMasters/notesMaster1.xml" Id="R52dfb82f16704a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b4afac06114b47" /><Relationship Type="http://schemas.openxmlformats.org/officeDocument/2006/relationships/notesMaster" Target="/ppt/notesMasters/notesMaster1.xml" Id="R065d24881c2145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1176d094f2436e" /><Relationship Type="http://schemas.openxmlformats.org/officeDocument/2006/relationships/notesMaster" Target="/ppt/notesMasters/notesMaster1.xml" Id="R74e201c428d34d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1be2969ce8473d" /><Relationship Type="http://schemas.openxmlformats.org/officeDocument/2006/relationships/notesMaster" Target="/ppt/notesMasters/notesMaster1.xml" Id="R3b194a6f77a043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e8650b633b4a15" /><Relationship Type="http://schemas.openxmlformats.org/officeDocument/2006/relationships/notesMaster" Target="/ppt/notesMasters/notesMaster1.xml" Id="R3fc2a48ab9f146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d796a1e7b549ae" /><Relationship Type="http://schemas.openxmlformats.org/officeDocument/2006/relationships/notesMaster" Target="/ppt/notesMasters/notesMaster1.xml" Id="Rdf821006ceed45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afa25f3f524f93" /><Relationship Type="http://schemas.openxmlformats.org/officeDocument/2006/relationships/notesMaster" Target="/ppt/notesMasters/notesMaster1.xml" Id="Rd2e3a6cd76c943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cfae4636c84ea9" /><Relationship Type="http://schemas.openxmlformats.org/officeDocument/2006/relationships/notesMaster" Target="/ppt/notesMasters/notesMaster1.xml" Id="R9fe049f1680f40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e1769e610a4c2b" /><Relationship Type="http://schemas.openxmlformats.org/officeDocument/2006/relationships/notesMaster" Target="/ppt/notesMasters/notesMaster1.xml" Id="Rde63f71a5cea4f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86df8f4727f4899" /><Relationship Type="http://schemas.openxmlformats.org/officeDocument/2006/relationships/notesMaster" Target="/ppt/notesMasters/notesMaster1.xml" Id="Re1b2268c04c944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d9352781584404" /><Relationship Type="http://schemas.openxmlformats.org/officeDocument/2006/relationships/notesMaster" Target="/ppt/notesMasters/notesMaster1.xml" Id="Rdcfb19ca82c742c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f9226ac1394e7d" /><Relationship Type="http://schemas.openxmlformats.org/officeDocument/2006/relationships/notesMaster" Target="/ppt/notesMasters/notesMaster1.xml" Id="R72140d4f22ac4e0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7764c4d555425b" /><Relationship Type="http://schemas.openxmlformats.org/officeDocument/2006/relationships/notesMaster" Target="/ppt/notesMasters/notesMaster1.xml" Id="R2042b81c4d954e6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ccee2058e64ee3" /><Relationship Type="http://schemas.openxmlformats.org/officeDocument/2006/relationships/notesMaster" Target="/ppt/notesMasters/notesMaster1.xml" Id="R724c391af51243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>- Evidence reference: Source page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>- Evidence reference: Source page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>- Evidence reference: Source page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>- Evidence reference: Source page 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>- Evidence reference: Source page 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>- Evidence reference: Source page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>- Evidence reference: Source page 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>- Evidence reference: Source page 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LINENCRAFT -4~CH # 03~G24K04508~ChillerServiceReport~2025-07-09-14-57-57.pdf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cb96cb592545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4a69ede5444db2" /><Relationship Type="http://schemas.openxmlformats.org/officeDocument/2006/relationships/slideLayout" Target="/ppt/slideLayouts/slideLayout1.xml" Id="R68799f79a4584c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799f79a4584c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f32eff6e44527" /><Relationship Type="http://schemas.openxmlformats.org/officeDocument/2006/relationships/image" Target="/ppt/media/image.jpeg" Id="Redac126937fb4f6d" /><Relationship Type="http://schemas.openxmlformats.org/officeDocument/2006/relationships/notesSlide" Target="/ppt/notesSlides/notesSlide1.xml" Id="R040807b32ac243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fcedb55f14e66" /><Relationship Type="http://schemas.openxmlformats.org/officeDocument/2006/relationships/notesSlide" Target="/ppt/notesSlides/notesSlide2.xml" Id="Rf5dff8b4006c44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85aecb34c4e1d" /><Relationship Type="http://schemas.openxmlformats.org/officeDocument/2006/relationships/notesSlide" Target="/ppt/notesSlides/notesSlide3.xml" Id="R2ddddf0d10c24a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436ad48b644be" /><Relationship Type="http://schemas.openxmlformats.org/officeDocument/2006/relationships/notesSlide" Target="/ppt/notesSlides/notesSlide4.xml" Id="R3e2d2acbfa7347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21c9c25804df4" /><Relationship Type="http://schemas.openxmlformats.org/officeDocument/2006/relationships/notesSlide" Target="/ppt/notesSlides/notesSlide5.xml" Id="Re9933f19553e43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98fdece574da2" /><Relationship Type="http://schemas.openxmlformats.org/officeDocument/2006/relationships/notesSlide" Target="/ppt/notesSlides/notesSlide6.xml" Id="R99b26445977748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9c0bb14c54516" /><Relationship Type="http://schemas.openxmlformats.org/officeDocument/2006/relationships/image" Target="/ppt/media/image2.jpeg" Id="Ra49bfed8c61d4e11" /><Relationship Type="http://schemas.openxmlformats.org/officeDocument/2006/relationships/notesSlide" Target="/ppt/notesSlides/notesSlide7.xml" Id="R69bbb1d707b140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ff983d9104946" /><Relationship Type="http://schemas.openxmlformats.org/officeDocument/2006/relationships/image" Target="/ppt/media/image3.jpeg" Id="R966604ffb5bb4fd5" /><Relationship Type="http://schemas.openxmlformats.org/officeDocument/2006/relationships/notesSlide" Target="/ppt/notesSlides/notesSlide8.xml" Id="R7d24af63be464a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17e321fad4f5c" /><Relationship Type="http://schemas.openxmlformats.org/officeDocument/2006/relationships/image" Target="/ppt/media/image4.jpeg" Id="Rdbe8db6f0cd6423c" /><Relationship Type="http://schemas.openxmlformats.org/officeDocument/2006/relationships/notesSlide" Target="/ppt/notesSlides/notesSlide9.xml" Id="Rc639e612994746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4375869d44f3c" /><Relationship Type="http://schemas.openxmlformats.org/officeDocument/2006/relationships/image" Target="/ppt/media/image5.jpeg" Id="R7ae5cb297c5e4929" /><Relationship Type="http://schemas.openxmlformats.org/officeDocument/2006/relationships/notesSlide" Target="/ppt/notesSlides/notesSlide10.xml" Id="R24a7508f2734438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3aab6dfbd435d" /><Relationship Type="http://schemas.openxmlformats.org/officeDocument/2006/relationships/image" Target="/ppt/media/image6.jpeg" Id="R90d2efb98b5e44e0" /><Relationship Type="http://schemas.openxmlformats.org/officeDocument/2006/relationships/notesSlide" Target="/ppt/notesSlides/notesSlide11.xml" Id="R936ec59644c849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b78687d4649e9" /><Relationship Type="http://schemas.openxmlformats.org/officeDocument/2006/relationships/image" Target="/ppt/media/image7.jpeg" Id="Rde76dbdd02c741b7" /><Relationship Type="http://schemas.openxmlformats.org/officeDocument/2006/relationships/notesSlide" Target="/ppt/notesSlides/notesSlide12.xml" Id="Rd3043254e61b44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f94b6d55684918" /><Relationship Type="http://schemas.openxmlformats.org/officeDocument/2006/relationships/image" Target="/ppt/media/image8.jpeg" Id="Rde9e0cd732c64f75" /><Relationship Type="http://schemas.openxmlformats.org/officeDocument/2006/relationships/notesSlide" Target="/ppt/notesSlides/notesSlide13.xml" Id="Rc9a23072b6c4457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2e231c3294203" /><Relationship Type="http://schemas.openxmlformats.org/officeDocument/2006/relationships/image" Target="/ppt/media/image9.jpeg" Id="Rbbebce3ff95c429b" /><Relationship Type="http://schemas.openxmlformats.org/officeDocument/2006/relationships/notesSlide" Target="/ppt/notesSlides/notesSlide14.xml" Id="Rf5b907d537dc4d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07d51a8c3460e" /><Relationship Type="http://schemas.openxmlformats.org/officeDocument/2006/relationships/notesSlide" Target="/ppt/notesSlides/notesSlide15.xml" Id="R5337d1829cae43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984A3A-F812-49B8-ACEB-CEF5BBD2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SERVICE REPORTS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462B44-69EB-443B-B950-75294804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552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Chiller 03 Detailed Service Report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CD7CA-E3F2-461D-9560-518BFB62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524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Operating readings for RTAG285 serial G24K04508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E1B67-967D-4132-A38C-72048094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c126937fb4f6d"/>
          <a:stretch xmlns:a="http://schemas.openxmlformats.org/drawingml/2006/main"/>
        </p:blipFill>
        <p:spPr>
          <a:xfrm xmlns:a="http://schemas.openxmlformats.org/drawingml/2006/main">
            <a:off x="7201399" y="590550"/>
            <a:ext cx="3656603" cy="52197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D8C05-ECF3-4388-A7F0-66649243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SAJJAD ENGINEERING ACADEMY</a:t>
            </a:r>
          </a:p>
        </p:txBody>
      </p:sp>
    </p:spTree>
    <p:extLst>
      <p:ext uri="{BB962C8B-B14F-4D97-AF65-F5344CB8AC3E}">
        <p14:creationId xmlns:p14="http://schemas.microsoft.com/office/powerpoint/2010/main" val="1499041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0AF5D-3AB3-4098-B624-AF457914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SERVICE REPORTS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276A35-CAB8-4161-8932-3988DB39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 to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1D3AC1-4AFA-427D-B8E1-D917088D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9E2E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2EC"/>
                </a:solidFill>
                <a:latin typeface="Arial"/>
                <a:ea typeface="Arial"/>
                <a:cs typeface="Arial"/>
              </a:rPr>
              <a:t>Evidence, interpretation and technician 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3815D-7993-41D1-8044-310EBBAD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2450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720221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B474DA-1ADC-4144-9591-240E3157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KEY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41A65-2660-42E7-B484-0BCF2FAF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controlled technical reference for safe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DFDA1E-14C4-4B98-8B06-95BE654C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98734-B2C5-4C15-BD23-6D88E83D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09 Jul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3697F1-62D8-4A50-8F59-D14B7B77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Report 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6E0E96-23D6-4C40-866C-2DF45D9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2F3A3-6348-44DD-A305-34DA1704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RTAG285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5A2A17-BA81-4991-885D-66E1321F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Chiller 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EB7EA3-2CA3-44B3-94DD-B3F39A19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6C7CA-82EE-4D78-A058-85C9CC63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C290B-B117-4EDB-851B-EE6F72CA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Detailed report pages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603C4-808B-4CF8-8852-8663C4E0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B6CF85-2439-4322-B5AA-5C419349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A808A-3BAD-4487-B139-9589CB61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908780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ECE2F-263C-451C-ABC9-125D1C7F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CD71C-A817-4D67-B02C-ABE4C1E9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the manual as a machine-specific working 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2147A-14B7-4C9D-9864-B034600C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readings to compare circuits, compressors and water-side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Check sensor plausibility before drawing conclusions.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2C3B2-1B62-4F14-A807-FE7E65CC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24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FC876-70E5-4011-AAF9-3F0C216E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Trend repeated alarms and abnormal load distribution.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Attach the verified corrective-action closeout.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C5284-4781-4BEE-A03A-40893742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F9FC1F-B9CE-4FF0-8C29-77B9C601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1BB2E-861F-4083-9CD4-F05E7928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836567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230D3C-56CE-42A7-8D84-8B5FDE6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DF951-4478-4BD3-AC7E-BDDEBB13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Apply a consistent safe-work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10EB5-3EA8-4C3D-A588-C1D92F61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Confirm machine identity, model and document revision.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Isolate all energy sources and prove a safe state before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576508-8ADE-46CA-9D72-90486DA5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24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73AAB-411B-4FBF-981B-83C04B85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Inspect, measure and diagnose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Function-test safeguards and record the completed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30490-419D-422D-9617-942D2F40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62295-1941-4BBF-8204-84CAF170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70FA0-40C5-4E0F-9049-FF8D8431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732485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6B690-C4DF-4420-9893-43855B11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C4F73-C9BF-4336-B23B-9AFC6DC2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Parts and settings require configuration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6C382-89B3-47D9-A967-1FDE94F2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Record original settings and connections before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exact part numbers or approved supersessions.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7358F-03E2-448C-AC8F-5FA25CE9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24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101AB-AED3-457D-A7EF-972C0454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firmware, program and parameter backups where applicable.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Update the maintenance history after each intervention.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7D230-E1AC-4A17-8102-F89BDBCF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2316E-26E7-4002-93B3-E7ABB168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9ED2E-51F1-4C9C-87C5-FEEEFEF1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767603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B9BDD0-E916-48DF-970C-1F901274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2733A-908A-4A92-B01B-38A47487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33EBB-149B-4AE4-8F5B-F77856BB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bfed8c61d4e11"/>
          <a:stretch xmlns:a="http://schemas.openxmlformats.org/drawingml/2006/main"/>
        </p:blipFill>
        <p:spPr>
          <a:xfrm xmlns:a="http://schemas.openxmlformats.org/drawingml/2006/main">
            <a:off x="2843993" y="1714500"/>
            <a:ext cx="2922613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C7559-E6A2-43B8-9C93-88FF5BAD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D59A4-8CAE-4719-A913-27DD9880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078ED3-CABB-46DA-9625-071B16CA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AFFB4-8ED1-4534-B635-78B00311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0E191-D0F6-49A1-83CA-46BE3D8B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702981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BFCC2-3283-40DC-A981-AD7BB1BB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C3035-224A-4277-958B-4BC0803C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9616F-243F-49A5-A52E-AFAB0D1B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6604ffb5bb4fd5"/>
          <a:stretch xmlns:a="http://schemas.openxmlformats.org/drawingml/2006/main"/>
        </p:blipFill>
        <p:spPr>
          <a:xfrm xmlns:a="http://schemas.openxmlformats.org/drawingml/2006/main">
            <a:off x="2843993" y="1714500"/>
            <a:ext cx="2922613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CDA6D-46A6-4751-B735-E8E40E59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FC89F-8FD5-4EB6-8D99-BFCAF3A8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C8410-9DDA-43E0-BED4-3D20408C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6BD57-53F7-4BE1-AB64-381FCAF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377BED-9E79-448D-9119-CF913E48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800708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463593-900A-424D-B54B-B1014C04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B2F65-85D7-4E90-A0FE-161B795B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5CD16-A529-4379-BE04-F17F0C92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e8db6f0cd6423c"/>
          <a:stretch xmlns:a="http://schemas.openxmlformats.org/drawingml/2006/main"/>
        </p:blipFill>
        <p:spPr>
          <a:xfrm xmlns:a="http://schemas.openxmlformats.org/drawingml/2006/main">
            <a:off x="2843993" y="1714500"/>
            <a:ext cx="2922613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D51F2-69DF-4241-998E-D2332DC8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E7E665-AFB3-4A1E-93E3-790ED385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0E6937-D095-4DA7-A950-598B2950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0C17F3-139D-473A-8D14-F4FD702F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BD5B3-61B2-4829-89E2-FB78B188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287626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CD8927-BF64-4B8D-8FAB-D7BEBFE2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19609-9AA1-4E9A-B730-63DF32B9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233FD-3DF3-4517-925B-9901A81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5cb297c5e4929"/>
          <a:stretch xmlns:a="http://schemas.openxmlformats.org/drawingml/2006/main"/>
        </p:blipFill>
        <p:spPr>
          <a:xfrm xmlns:a="http://schemas.openxmlformats.org/drawingml/2006/main">
            <a:off x="2843993" y="1714500"/>
            <a:ext cx="2922613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CBA05-8492-43AC-991D-29639D70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BB6B5-2DCA-4D33-B045-7C8B9F09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CAE061-4785-4243-96A3-9F33FFA4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CC28D-236F-4538-A74D-261C23DB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F8E9DF-699E-4C91-9CEF-CD2081B6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12963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C8EBB-FD15-4E01-85F4-4A9108CB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A28D4-40C9-4117-A839-D1A7C6E4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655BB-3A80-4E43-BB64-5580AD82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d2efb98b5e44e0"/>
          <a:stretch xmlns:a="http://schemas.openxmlformats.org/drawingml/2006/main"/>
        </p:blipFill>
        <p:spPr>
          <a:xfrm xmlns:a="http://schemas.openxmlformats.org/drawingml/2006/main">
            <a:off x="2843993" y="1714500"/>
            <a:ext cx="2922613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8FB86-FF39-4D16-90F4-C4C860E8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3ACCF-6554-47B7-A933-80C774DF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57DA4-AE20-4EC7-AC3A-B4C9A4C2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96A33-B64A-4683-BA76-AB762BC9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3CA4F-8DBB-48BD-9D26-48220F96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42519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C21EAB-FB07-4929-BEB6-88E5F2C2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B4E3BA-C703-4DBB-B225-B77AA84A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B4FB71-FB1C-4FC3-A778-CCFFA543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6dbdd02c741b7"/>
          <a:stretch xmlns:a="http://schemas.openxmlformats.org/drawingml/2006/main"/>
        </p:blipFill>
        <p:spPr>
          <a:xfrm xmlns:a="http://schemas.openxmlformats.org/drawingml/2006/main">
            <a:off x="2843993" y="1714500"/>
            <a:ext cx="2922613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5D40D-602E-40BD-BB25-67B9DE81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F711E-B725-423B-B09C-D1117115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2B8606-3061-4E0A-812C-A7676D0C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45A87-9982-4C46-8C1B-115C3691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ED5A4-D7A6-4EB4-91B4-CEC2F770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365463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25F49-878B-4593-8C2E-7046E97B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70C32-98E5-4FC7-A7A5-CFE83993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20515-488B-4722-A48C-5D325D87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e0cd732c64f75"/>
          <a:stretch xmlns:a="http://schemas.openxmlformats.org/drawingml/2006/main"/>
        </p:blipFill>
        <p:spPr>
          <a:xfrm xmlns:a="http://schemas.openxmlformats.org/drawingml/2006/main">
            <a:off x="2843993" y="1714500"/>
            <a:ext cx="2922613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51170-4482-454C-9F10-52A02FD5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E6011-1808-4660-992D-BF08A555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056C7-6CEB-4254-99DF-EBFA1095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0B84C-2315-412C-9005-4E0DB8A7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27C28-D488-4105-8DCB-07E56113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81693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7501E-DB02-4F7B-852E-977ED35F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FF3E3-A15F-4A96-BE2B-913750B4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78AD0C-A77E-4F28-A140-A652E4C7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ebce3ff95c429b"/>
          <a:stretch xmlns:a="http://schemas.openxmlformats.org/drawingml/2006/main"/>
        </p:blipFill>
        <p:spPr>
          <a:xfrm xmlns:a="http://schemas.openxmlformats.org/drawingml/2006/main">
            <a:off x="2843993" y="1714500"/>
            <a:ext cx="2922613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6525F-882A-41AC-89EB-96DE6BAB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6A504-3010-4543-98CA-B2CCE80F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4C4F9-C0F3-436F-8150-32D58F6B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28B61-28CE-4FC0-9DD3-AEA94D3F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8565B-BFB7-4F6F-8D23-34DA0BC7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436966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E6BEA-4972-48AD-8E93-8DB9B8BE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24B3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24B35"/>
                </a:solidFill>
                <a:latin typeface="Arial"/>
                <a:ea typeface="Arial"/>
                <a:cs typeface="Arial"/>
              </a:rPr>
              <a:t>COMPETENCY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FC566-1D13-46EA-8933-0365FF12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technicians must retain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471B2B-D2F9-425C-A8EE-597444F7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Identify the correct controlled source before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Verify readings, configuration and acceptance criteria.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C79CE-619C-46EA-A04B-1CD3EFFF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24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43968-14D8-4C49-8C3D-11936CEF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evidence and escalate unresolved deviations.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Complete safe isolation, functional testing and handover records.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5B80B-8ECB-4F97-94ED-14FEE24A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845D3-4B93-4182-99A9-277FF0A6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Service Reports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92B63-1D1B-46A1-AE6B-97E57E05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244393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2026-08-15T02:15:56.1810000Z</dcterms:created>
  <dcterms:modified xsi:type="dcterms:W3CDTF">2026-08-15T02:15:56.1810000Z</dcterms:modified>
</coreProperties>
</file>