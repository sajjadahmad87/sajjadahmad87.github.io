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f58df53f934018" /><Relationship Type="http://schemas.openxmlformats.org/officeDocument/2006/relationships/extended-properties" Target="/docProps/app.xml" Id="R3bf753fabbfb44ba" /><Relationship Type="http://schemas.openxmlformats.org/officeDocument/2006/relationships/officeDocument" Target="/ppt/presentation.xml" Id="Re6d4ff46158640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b32b3b3f5b4dc0"/>
  </p:sldMasterIdLst>
  <p:notesMasterIdLst>
    <p:notesMasterId xmlns:r="http://schemas.openxmlformats.org/officeDocument/2006/relationships" r:id="R1c2429a91caf4b59"/>
  </p:notesMasterIdLst>
  <p:sldIdLst>
    <p:sldId xmlns:r="http://schemas.openxmlformats.org/officeDocument/2006/relationships" id="256" r:id="Rf44d80e1c16a4295"/>
    <p:sldId xmlns:r="http://schemas.openxmlformats.org/officeDocument/2006/relationships" id="257" r:id="Re6455cae4b1245ee"/>
    <p:sldId xmlns:r="http://schemas.openxmlformats.org/officeDocument/2006/relationships" id="258" r:id="R525e054f1fa9437e"/>
    <p:sldId xmlns:r="http://schemas.openxmlformats.org/officeDocument/2006/relationships" id="259" r:id="R6d03841811664b06"/>
    <p:sldId xmlns:r="http://schemas.openxmlformats.org/officeDocument/2006/relationships" id="260" r:id="Rb7eda8e6a07d4384"/>
    <p:sldId xmlns:r="http://schemas.openxmlformats.org/officeDocument/2006/relationships" id="261" r:id="R6f580be030e64bd9"/>
    <p:sldId xmlns:r="http://schemas.openxmlformats.org/officeDocument/2006/relationships" id="262" r:id="R3f46b9fa80834bde"/>
    <p:sldId xmlns:r="http://schemas.openxmlformats.org/officeDocument/2006/relationships" id="263" r:id="Rb7cbb1c63c6a4c0e"/>
    <p:sldId xmlns:r="http://schemas.openxmlformats.org/officeDocument/2006/relationships" id="264" r:id="R70f76c146ffb45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9419bab70248a3" /><Relationship Type="http://schemas.openxmlformats.org/officeDocument/2006/relationships/slideMaster" Target="/ppt/slideMasters/slideMaster1.xml" Id="R0cb32b3b3f5b4dc0" /><Relationship Type="http://schemas.openxmlformats.org/officeDocument/2006/relationships/notesMaster" Target="/ppt/notesMasters/notesMaster1.xml" Id="R1c2429a91caf4b59" /><Relationship Type="http://schemas.openxmlformats.org/officeDocument/2006/relationships/presProps" Target="/ppt/presProps.xml" Id="Rff582c91c099423b" /><Relationship Type="http://schemas.openxmlformats.org/officeDocument/2006/relationships/tableStyles" Target="/ppt/tableStyles.xml" Id="R1e1787146afa4665" /><Relationship Type="http://schemas.openxmlformats.org/officeDocument/2006/relationships/slide" Target="/ppt/slides/slide1.xml" Id="Rf44d80e1c16a4295" /><Relationship Type="http://schemas.openxmlformats.org/officeDocument/2006/relationships/slide" Target="/ppt/slides/slide2.xml" Id="Re6455cae4b1245ee" /><Relationship Type="http://schemas.openxmlformats.org/officeDocument/2006/relationships/slide" Target="/ppt/slides/slide3.xml" Id="R525e054f1fa9437e" /><Relationship Type="http://schemas.openxmlformats.org/officeDocument/2006/relationships/slide" Target="/ppt/slides/slide4.xml" Id="R6d03841811664b06" /><Relationship Type="http://schemas.openxmlformats.org/officeDocument/2006/relationships/slide" Target="/ppt/slides/slide5.xml" Id="Rb7eda8e6a07d4384" /><Relationship Type="http://schemas.openxmlformats.org/officeDocument/2006/relationships/slide" Target="/ppt/slides/slide6.xml" Id="R6f580be030e64bd9" /><Relationship Type="http://schemas.openxmlformats.org/officeDocument/2006/relationships/slide" Target="/ppt/slides/slide7.xml" Id="R3f46b9fa80834bde" /><Relationship Type="http://schemas.openxmlformats.org/officeDocument/2006/relationships/slide" Target="/ppt/slides/slide8.xml" Id="Rb7cbb1c63c6a4c0e" /><Relationship Type="http://schemas.openxmlformats.org/officeDocument/2006/relationships/slide" Target="/ppt/slides/slide9.xml" Id="R70f76c146ffb45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b7770cf15841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0de1cddb9e4dbb" /><Relationship Type="http://schemas.openxmlformats.org/officeDocument/2006/relationships/notesMaster" Target="/ppt/notesMasters/notesMaster1.xml" Id="Rb8986340f96449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cec0059cb94c7e" /><Relationship Type="http://schemas.openxmlformats.org/officeDocument/2006/relationships/notesMaster" Target="/ppt/notesMasters/notesMaster1.xml" Id="R20fdac89ece546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72e43098e846a5" /><Relationship Type="http://schemas.openxmlformats.org/officeDocument/2006/relationships/notesMaster" Target="/ppt/notesMasters/notesMaster1.xml" Id="Rd6709a6b789c4a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2d42175e324bf6" /><Relationship Type="http://schemas.openxmlformats.org/officeDocument/2006/relationships/notesMaster" Target="/ppt/notesMasters/notesMaster1.xml" Id="Ra2e3c5b07eed44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0f6e9419284e12" /><Relationship Type="http://schemas.openxmlformats.org/officeDocument/2006/relationships/notesMaster" Target="/ppt/notesMasters/notesMaster1.xml" Id="R00d4305fbc7a4e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49b38355764700" /><Relationship Type="http://schemas.openxmlformats.org/officeDocument/2006/relationships/notesMaster" Target="/ppt/notesMasters/notesMaster1.xml" Id="Re169b8ba3d2744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d77ea6ea4a4a2c" /><Relationship Type="http://schemas.openxmlformats.org/officeDocument/2006/relationships/notesMaster" Target="/ppt/notesMasters/notesMaster1.xml" Id="Re24ba73e51034a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19e24c57fa42bf" /><Relationship Type="http://schemas.openxmlformats.org/officeDocument/2006/relationships/notesMaster" Target="/ppt/notesMasters/notesMaster1.xml" Id="R085bb121f98c41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eb10cca09c4291" /><Relationship Type="http://schemas.openxmlformats.org/officeDocument/2006/relationships/notesMaster" Target="/ppt/notesMasters/notesMaster1.xml" Id="Rec5b66eb225f42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Part numbers and recommended quantities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fb11f7ae046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2f75424b3348a0" /><Relationship Type="http://schemas.openxmlformats.org/officeDocument/2006/relationships/slideLayout" Target="/ppt/slideLayouts/slideLayout1.xml" Id="Rf80543b205114a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0543b205114a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c8745b13c49fc" /><Relationship Type="http://schemas.openxmlformats.org/officeDocument/2006/relationships/image" Target="/ppt/media/image.jpeg" Id="Ra20b4db626374470" /><Relationship Type="http://schemas.openxmlformats.org/officeDocument/2006/relationships/notesSlide" Target="/ppt/notesSlides/notesSlide1.xml" Id="Re7b41c5550c041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aaf6663314762" /><Relationship Type="http://schemas.openxmlformats.org/officeDocument/2006/relationships/notesSlide" Target="/ppt/notesSlides/notesSlide2.xml" Id="R12313704cdfe46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8a604f0af43fe" /><Relationship Type="http://schemas.openxmlformats.org/officeDocument/2006/relationships/notesSlide" Target="/ppt/notesSlides/notesSlide3.xml" Id="Rcd269c77788743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feb51586c43ac" /><Relationship Type="http://schemas.openxmlformats.org/officeDocument/2006/relationships/notesSlide" Target="/ppt/notesSlides/notesSlide4.xml" Id="Re5ae97ad5c4f48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2b947117044cf" /><Relationship Type="http://schemas.openxmlformats.org/officeDocument/2006/relationships/notesSlide" Target="/ppt/notesSlides/notesSlide5.xml" Id="R6f0e600d78344b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8386c139f48a5" /><Relationship Type="http://schemas.openxmlformats.org/officeDocument/2006/relationships/notesSlide" Target="/ppt/notesSlides/notesSlide6.xml" Id="R5a0ca07649c84d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4d840fb8f4e9b" /><Relationship Type="http://schemas.openxmlformats.org/officeDocument/2006/relationships/notesSlide" Target="/ppt/notesSlides/notesSlide7.xml" Id="R3edddd654a6041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a6db35f8143c3" /><Relationship Type="http://schemas.openxmlformats.org/officeDocument/2006/relationships/image" Target="/ppt/media/image2.jpeg" Id="R936e4569de8f46d5" /><Relationship Type="http://schemas.openxmlformats.org/officeDocument/2006/relationships/notesSlide" Target="/ppt/notesSlides/notesSlide8.xml" Id="Rbc481cabc06346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9a64b165d4ca8" /><Relationship Type="http://schemas.openxmlformats.org/officeDocument/2006/relationships/notesSlide" Target="/ppt/notesSlides/notesSlide9.xml" Id="R2bdb983d00db46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649C7-F5CC-447D-81D8-1AB07C44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36AF9-F328-49A3-80BC-1AF41BDD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Critical Spares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40D30-794E-4BBE-B168-B8A6C8D7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Recommended readiness stock for controls, sensors and refrigeration components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B0F2E-3A67-4A32-A113-C1498EDA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b4db626374470"/>
          <a:stretch xmlns:a="http://schemas.openxmlformats.org/drawingml/2006/main"/>
        </p:blipFill>
        <p:spPr>
          <a:xfrm xmlns:a="http://schemas.openxmlformats.org/drawingml/2006/main">
            <a:off x="7012998" y="590550"/>
            <a:ext cx="403340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D099B-058C-4E8A-B390-6DFD37AF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689337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80F93-4FB2-40C1-B413-1160AB3D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922D6-19D4-4630-988D-6B5CF96B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CA865-2AA8-47EC-915E-1D34A5D9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ED498-95E2-4E2F-ADB4-2936D31C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21554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54DDF-E2E6-4EE7-B6A1-227ED321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70700-8B42-434F-9394-6482D5E4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list contains 39 numbered critical-spares 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0BC79-548E-4840-B521-B702F42B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57F9D-70D5-4530-A1F3-599A4E10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60D46-9A37-4C96-8DF0-B5B00361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Control-board 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C37C8-7F2D-465B-AC2B-0EE8253F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FFE6B-5D10-4B59-B76B-35A3C1B5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D789E-0CDE-40DB-B6C2-F4820B2D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Pressure transducers listed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73FAA-F66B-481A-94F2-631E3A4E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2AC49-DE7E-41CE-8472-EBE111B0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98EEF-3CC7-4B57-A153-D6D54AE4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Compressor oil filters listed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B5324-BED9-4DE4-9A4C-6F021E72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3FE3C-1687-4572-BA5A-1B7DFDE0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742F2-AEF7-4076-8400-E142D284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8574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1FA49-93CE-4667-B621-524C670D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82D80-2E0A-4040-988C-4D0242A9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Controls and interface modules dominate the critical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08A55-F938-4955-B99A-C86F6797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CH530 power-supply and I/O boards are included. • UC800 and TD7 display modules are included.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4C0DB-A022-4DCE-B7AB-A7A71A3A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B9088-9831-44A9-98D5-E7AB066C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Some boards and sensors require programming after installation. • Preserve firmware, configuration and commissioning records with stocked modules.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17303-36F4-4BAD-921D-193EA42B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EB151-325E-4738-A3D1-EEC156BB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91C2E-A9D3-4EEF-AF3A-B4E9C608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13050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76E7A-9289-43D6-B364-58692259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A77E6-CA15-42A3-BD4E-91C66C2E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Sensors and protective devices support rapid fault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8ACCD-D89D-40F8-9430-6DE16A77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High-pressure cutout, temperature sensors and optical liquid-level sensor are listed. • Flow switch and pressure transducer are included.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CC070-72B6-4905-B57E-29BA9A6A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D6B5D-B95B-46CD-BB32-2340044D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Safety and relief components require exact pressure and connection verification. • Do not substitute a similar-looking device without OEM confirmation.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A7696-E947-46A4-A8E0-6544EE5A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80344-4F65-4DF1-94AC-6B5BBD94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FC2E0-5EFA-4A16-9752-0C47056E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27705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C6C63-9968-42EA-ACDA-9A82BA3A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929AB-7F8F-4944-836F-FBA2A32D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Refrigeration service parts require controlled storage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34C24-892E-4970-AED8-820AB61C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Liquid-line driers, expansion valve, solenoid valves and coils are included. • Crankcase heaters and compressor oil filters are included.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3CBEC-5D57-43D9-9AAA-1BADFEF0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D65E8-27C1-423A-A5FE-A3AB7AC0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Keep parts sealed, dry, identified and protected from contamination. • Track shelf life, storage condition and installed-machine compatibility.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81097-A22E-4915-A693-88E14231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67ABA-42A5-48DD-A248-DD70C95C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66B10-970A-4E5F-ACD1-40FE1FF2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2890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298C6-3C4F-484E-B432-8FA1230C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F7980-3ECE-4A30-89C3-94D7570D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Stock policy should combine criticality with lead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3D913-17F9-419A-92F1-891A024F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Rank parts by safety, downtime consequence and probability of failure. • Validate quantities against the number of installed chillers.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AF23E-B08E-47B7-A27F-3AC3EC20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78FE3-0995-4710-8C73-82022F6B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min/max stock, reorder point, supplier lead time and preservation needs. • Review consumption after breakdowns and annual shutdowns.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49989-AF80-4E73-8105-78582153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0EE5B-A693-45FB-BA05-8B7096FD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D4469-5172-4E6A-93FA-B50ECA36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72168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A20B5-39BA-4D8A-985C-7C0916A1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CBCB6-5C57-4644-9065-4011900A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OEM critical-spares schedule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90C0B-6A35-48F5-BA99-AE36949F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e4569de8f46d5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92406-3F74-42B6-AF07-898E3138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 numbers and recommended quantities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1534A-90E4-487D-BE54-5D0DE1C1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B2381-8D22-482F-B3B6-CEBC451F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1CEB0-71BE-4C1D-87F9-28EE68CF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A8A67-91A7-4779-BB2A-8943F392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361456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B962A-E015-4E23-916B-D732546E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DE1E1-2C39-4A49-BD50-5F009E6A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01925-C34C-4862-A5E2-3377FEF0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92702-E39D-4421-9456-1B5A7A2A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D6187-F4C0-4D2E-93DD-9149F877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920A1-2DC5-45A5-BE60-9F27DDEF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6D300-9247-4F7A-9F08-9BDD317D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BB4FF-9FCB-47D1-8882-93306E72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67387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2026-08-15T02:49:49.0370000Z</dcterms:created>
  <dcterms:modified xsi:type="dcterms:W3CDTF">2026-08-15T02:49:49.0370000Z</dcterms:modified>
</coreProperties>
</file>