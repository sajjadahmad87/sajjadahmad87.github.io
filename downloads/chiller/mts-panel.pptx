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7b253e2366f4a76" /><Relationship Type="http://schemas.openxmlformats.org/officeDocument/2006/relationships/extended-properties" Target="/docProps/app.xml" Id="R958390f347864c1a" /><Relationship Type="http://schemas.openxmlformats.org/officeDocument/2006/relationships/officeDocument" Target="/ppt/presentation.xml" Id="Ra495d99f51854c2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a464b956ae640fd"/>
  </p:sldMasterIdLst>
  <p:notesMasterIdLst>
    <p:notesMasterId xmlns:r="http://schemas.openxmlformats.org/officeDocument/2006/relationships" r:id="R656b1df77c414e93"/>
  </p:notesMasterIdLst>
  <p:sldIdLst>
    <p:sldId xmlns:r="http://schemas.openxmlformats.org/officeDocument/2006/relationships" id="256" r:id="Re80919ea2c014311"/>
    <p:sldId xmlns:r="http://schemas.openxmlformats.org/officeDocument/2006/relationships" id="257" r:id="R23af5b6feb2048f6"/>
    <p:sldId xmlns:r="http://schemas.openxmlformats.org/officeDocument/2006/relationships" id="258" r:id="R489cd323bfb34b70"/>
    <p:sldId xmlns:r="http://schemas.openxmlformats.org/officeDocument/2006/relationships" id="259" r:id="R262af237fe434890"/>
    <p:sldId xmlns:r="http://schemas.openxmlformats.org/officeDocument/2006/relationships" id="260" r:id="R71ed8ee68b344a3e"/>
    <p:sldId xmlns:r="http://schemas.openxmlformats.org/officeDocument/2006/relationships" id="261" r:id="R2509f9cbd726423e"/>
    <p:sldId xmlns:r="http://schemas.openxmlformats.org/officeDocument/2006/relationships" id="262" r:id="Re7d71a42e2144aab"/>
    <p:sldId xmlns:r="http://schemas.openxmlformats.org/officeDocument/2006/relationships" id="263" r:id="Rc79c5afabded4984"/>
    <p:sldId xmlns:r="http://schemas.openxmlformats.org/officeDocument/2006/relationships" id="264" r:id="R0c06548b8fa64080"/>
    <p:sldId xmlns:r="http://schemas.openxmlformats.org/officeDocument/2006/relationships" id="265" r:id="Rffbab4e125ef4c37"/>
    <p:sldId xmlns:r="http://schemas.openxmlformats.org/officeDocument/2006/relationships" id="266" r:id="R2876524896ae45d9"/>
    <p:sldId xmlns:r="http://schemas.openxmlformats.org/officeDocument/2006/relationships" id="267" r:id="R5cf9b987be3b406d"/>
    <p:sldId xmlns:r="http://schemas.openxmlformats.org/officeDocument/2006/relationships" id="268" r:id="R03a22b67408646aa"/>
    <p:sldId xmlns:r="http://schemas.openxmlformats.org/officeDocument/2006/relationships" id="269" r:id="Rc58af6f246dd4ad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acd5bd3c7d449b6" /><Relationship Type="http://schemas.openxmlformats.org/officeDocument/2006/relationships/slideMaster" Target="/ppt/slideMasters/slideMaster1.xml" Id="R5a464b956ae640fd" /><Relationship Type="http://schemas.openxmlformats.org/officeDocument/2006/relationships/notesMaster" Target="/ppt/notesMasters/notesMaster1.xml" Id="R656b1df77c414e93" /><Relationship Type="http://schemas.openxmlformats.org/officeDocument/2006/relationships/presProps" Target="/ppt/presProps.xml" Id="R6d87d0bf21b149ab" /><Relationship Type="http://schemas.openxmlformats.org/officeDocument/2006/relationships/tableStyles" Target="/ppt/tableStyles.xml" Id="Rc87ca552b7dc4269" /><Relationship Type="http://schemas.openxmlformats.org/officeDocument/2006/relationships/slide" Target="/ppt/slides/slide1.xml" Id="Re80919ea2c014311" /><Relationship Type="http://schemas.openxmlformats.org/officeDocument/2006/relationships/slide" Target="/ppt/slides/slide2.xml" Id="R23af5b6feb2048f6" /><Relationship Type="http://schemas.openxmlformats.org/officeDocument/2006/relationships/slide" Target="/ppt/slides/slide3.xml" Id="R489cd323bfb34b70" /><Relationship Type="http://schemas.openxmlformats.org/officeDocument/2006/relationships/slide" Target="/ppt/slides/slide4.xml" Id="R262af237fe434890" /><Relationship Type="http://schemas.openxmlformats.org/officeDocument/2006/relationships/slide" Target="/ppt/slides/slide5.xml" Id="R71ed8ee68b344a3e" /><Relationship Type="http://schemas.openxmlformats.org/officeDocument/2006/relationships/slide" Target="/ppt/slides/slide6.xml" Id="R2509f9cbd726423e" /><Relationship Type="http://schemas.openxmlformats.org/officeDocument/2006/relationships/slide" Target="/ppt/slides/slide7.xml" Id="Re7d71a42e2144aab" /><Relationship Type="http://schemas.openxmlformats.org/officeDocument/2006/relationships/slide" Target="/ppt/slides/slide8.xml" Id="Rc79c5afabded4984" /><Relationship Type="http://schemas.openxmlformats.org/officeDocument/2006/relationships/slide" Target="/ppt/slides/slide9.xml" Id="R0c06548b8fa64080" /><Relationship Type="http://schemas.openxmlformats.org/officeDocument/2006/relationships/slide" Target="/ppt/slides/slide10.xml" Id="Rffbab4e125ef4c37" /><Relationship Type="http://schemas.openxmlformats.org/officeDocument/2006/relationships/slide" Target="/ppt/slides/slide11.xml" Id="R2876524896ae45d9" /><Relationship Type="http://schemas.openxmlformats.org/officeDocument/2006/relationships/slide" Target="/ppt/slides/slide12.xml" Id="R5cf9b987be3b406d" /><Relationship Type="http://schemas.openxmlformats.org/officeDocument/2006/relationships/slide" Target="/ppt/slides/slide13.xml" Id="R03a22b67408646aa" /><Relationship Type="http://schemas.openxmlformats.org/officeDocument/2006/relationships/slide" Target="/ppt/slides/slide14.xml" Id="Rc58af6f246dd4ad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c6a74bc6a94407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9e852672bb34dd7" /><Relationship Type="http://schemas.openxmlformats.org/officeDocument/2006/relationships/notesMaster" Target="/ppt/notesMasters/notesMaster1.xml" Id="Rf74115418b6541e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f2db2bfc90648e2" /><Relationship Type="http://schemas.openxmlformats.org/officeDocument/2006/relationships/notesMaster" Target="/ppt/notesMasters/notesMaster1.xml" Id="R1c978b78561c40b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69e2f8ccff64415" /><Relationship Type="http://schemas.openxmlformats.org/officeDocument/2006/relationships/notesMaster" Target="/ppt/notesMasters/notesMaster1.xml" Id="R0508cc7e77744b0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839cfd37ba143a5" /><Relationship Type="http://schemas.openxmlformats.org/officeDocument/2006/relationships/notesMaster" Target="/ppt/notesMasters/notesMaster1.xml" Id="R2e999ddf067243c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eb4cab958f14171" /><Relationship Type="http://schemas.openxmlformats.org/officeDocument/2006/relationships/notesMaster" Target="/ppt/notesMasters/notesMaster1.xml" Id="R23289bd125be4df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74e046db65b414c" /><Relationship Type="http://schemas.openxmlformats.org/officeDocument/2006/relationships/notesMaster" Target="/ppt/notesMasters/notesMaster1.xml" Id="R5c6c38473ef9471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feb1a98878a417b" /><Relationship Type="http://schemas.openxmlformats.org/officeDocument/2006/relationships/notesMaster" Target="/ppt/notesMasters/notesMaster1.xml" Id="R651aa99356b44b8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5b580bc92954c73" /><Relationship Type="http://schemas.openxmlformats.org/officeDocument/2006/relationships/notesMaster" Target="/ppt/notesMasters/notesMaster1.xml" Id="Ra0ee5d03ebef4ff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ff3d8707ff74e46" /><Relationship Type="http://schemas.openxmlformats.org/officeDocument/2006/relationships/notesMaster" Target="/ppt/notesMasters/notesMaster1.xml" Id="R12995b2396f145d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c1cd938d74e480f" /><Relationship Type="http://schemas.openxmlformats.org/officeDocument/2006/relationships/notesMaster" Target="/ppt/notesMasters/notesMaster1.xml" Id="R2f49212e5952429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c520b876c4f431f" /><Relationship Type="http://schemas.openxmlformats.org/officeDocument/2006/relationships/notesMaster" Target="/ppt/notesMasters/notesMaster1.xml" Id="R9a07fcb9bd174c0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ab6a9974b9b419a" /><Relationship Type="http://schemas.openxmlformats.org/officeDocument/2006/relationships/notesMaster" Target="/ppt/notesMasters/notesMaster1.xml" Id="Rbfc6897ee5234ca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8f590b6c3b74053" /><Relationship Type="http://schemas.openxmlformats.org/officeDocument/2006/relationships/notesMaster" Target="/ppt/notesMasters/notesMaster1.xml" Id="Rd36782792d4e40f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46ca1c4520b4fd9" /><Relationship Type="http://schemas.openxmlformats.org/officeDocument/2006/relationships/notesMaster" Target="/ppt/notesMasters/notesMaster1.xml" Id="R94bfe830d3254fe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MTS Panel document - source page 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MTS Panel document - source page 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MTS Panel document - source page 12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MTS Panel document - source page 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MTS Panel document - source page 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MTS Panel document - source page 24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MTS Panel document - source page 27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e87f56a09e4f7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16a3cd999274857" /><Relationship Type="http://schemas.openxmlformats.org/officeDocument/2006/relationships/slideLayout" Target="/ppt/slideLayouts/slideLayout1.xml" Id="R7cbe35309bbe4da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cbe35309bbe4da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b6c1a8d8b541a5" /><Relationship Type="http://schemas.openxmlformats.org/officeDocument/2006/relationships/image" Target="/ppt/media/image.jpeg" Id="R70e545e4db234b45" /><Relationship Type="http://schemas.openxmlformats.org/officeDocument/2006/relationships/notesSlide" Target="/ppt/notesSlides/notesSlide1.xml" Id="Rd53b4dcf9d144d5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12276416d14380" /><Relationship Type="http://schemas.openxmlformats.org/officeDocument/2006/relationships/notesSlide" Target="/ppt/notesSlides/notesSlide2.xml" Id="R73b1f01112134b8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0021575df74a69" /><Relationship Type="http://schemas.openxmlformats.org/officeDocument/2006/relationships/notesSlide" Target="/ppt/notesSlides/notesSlide3.xml" Id="R1f79cadbebf643d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d06643e8fe424e" /><Relationship Type="http://schemas.openxmlformats.org/officeDocument/2006/relationships/notesSlide" Target="/ppt/notesSlides/notesSlide4.xml" Id="R783b90dbba154e8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b1e0fecd194ed0" /><Relationship Type="http://schemas.openxmlformats.org/officeDocument/2006/relationships/notesSlide" Target="/ppt/notesSlides/notesSlide5.xml" Id="R0935273c542040e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b2e6bddb944783" /><Relationship Type="http://schemas.openxmlformats.org/officeDocument/2006/relationships/notesSlide" Target="/ppt/notesSlides/notesSlide6.xml" Id="R58ab28ddd49f433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564e28fd7e4181" /><Relationship Type="http://schemas.openxmlformats.org/officeDocument/2006/relationships/image" Target="/ppt/media/image2.jpeg" Id="R14bacf2daa394655" /><Relationship Type="http://schemas.openxmlformats.org/officeDocument/2006/relationships/notesSlide" Target="/ppt/notesSlides/notesSlide7.xml" Id="R38fc76ab59ca459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b90ebbbd8b4b0d" /><Relationship Type="http://schemas.openxmlformats.org/officeDocument/2006/relationships/image" Target="/ppt/media/image3.jpeg" Id="R9491a9bae3824b5a" /><Relationship Type="http://schemas.openxmlformats.org/officeDocument/2006/relationships/notesSlide" Target="/ppt/notesSlides/notesSlide8.xml" Id="Rc6cfe537c5144fc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124464b7d0480b" /><Relationship Type="http://schemas.openxmlformats.org/officeDocument/2006/relationships/image" Target="/ppt/media/image4.jpeg" Id="Rab59eb1b03f14c30" /><Relationship Type="http://schemas.openxmlformats.org/officeDocument/2006/relationships/notesSlide" Target="/ppt/notesSlides/notesSlide9.xml" Id="R0b4e7a3dbcba472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3ca0f354a74945" /><Relationship Type="http://schemas.openxmlformats.org/officeDocument/2006/relationships/image" Target="/ppt/media/image5.jpeg" Id="R2997ada0eeb84e64" /><Relationship Type="http://schemas.openxmlformats.org/officeDocument/2006/relationships/notesSlide" Target="/ppt/notesSlides/notesSlide10.xml" Id="R313f9f1bb86c415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7e49f1d367485b" /><Relationship Type="http://schemas.openxmlformats.org/officeDocument/2006/relationships/image" Target="/ppt/media/image6.jpeg" Id="R9cfded96b69f499c" /><Relationship Type="http://schemas.openxmlformats.org/officeDocument/2006/relationships/notesSlide" Target="/ppt/notesSlides/notesSlide11.xml" Id="Ra00b02dad9df48d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4a32c7e8394e45" /><Relationship Type="http://schemas.openxmlformats.org/officeDocument/2006/relationships/image" Target="/ppt/media/image7.jpeg" Id="R6596f15bfb194634" /><Relationship Type="http://schemas.openxmlformats.org/officeDocument/2006/relationships/notesSlide" Target="/ppt/notesSlides/notesSlide12.xml" Id="R46064552f2a442b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a49c9d98844118" /><Relationship Type="http://schemas.openxmlformats.org/officeDocument/2006/relationships/image" Target="/ppt/media/image8.jpeg" Id="Rd61015eaa9344f03" /><Relationship Type="http://schemas.openxmlformats.org/officeDocument/2006/relationships/notesSlide" Target="/ppt/notesSlides/notesSlide13.xml" Id="Rfba4f12b4219440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1f5fec5336491c" /><Relationship Type="http://schemas.openxmlformats.org/officeDocument/2006/relationships/notesSlide" Target="/ppt/notesSlides/notesSlide14.xml" Id="R4b281328477e43d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B23983-9299-46C7-9595-24071811C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B5CD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B5CD6"/>
                </a:solidFill>
                <a:latin typeface="Arial"/>
                <a:ea typeface="Arial"/>
                <a:cs typeface="Arial"/>
              </a:rPr>
              <a:t>ELECTRICAL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1703C2-B9A0-4E2C-8F58-672C8A63A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55245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MTS Changeover Panel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9903B5-C6B5-488B-BAC6-51B2F95FE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5524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800 A manual transfer arrangement and component documentation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31C40C-C86A-4C53-94C9-6DD9CE5D5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"/>
            <a:ext cx="5524500" cy="560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e545e4db234b45"/>
          <a:stretch xmlns:a="http://schemas.openxmlformats.org/drawingml/2006/main"/>
        </p:blipFill>
        <p:spPr>
          <a:xfrm xmlns:a="http://schemas.openxmlformats.org/drawingml/2006/main">
            <a:off x="7012998" y="590550"/>
            <a:ext cx="4033405" cy="5219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483841-D586-4299-88C7-79452E5FA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TECHNICAL TRAINING RESOURCE</a:t>
            </a:r>
          </a:p>
        </p:txBody>
      </p:sp>
    </p:spTree>
    <p:extLst>
      <p:ext uri="{BB962C8B-B14F-4D97-AF65-F5344CB8AC3E}">
        <p14:creationId xmlns:p14="http://schemas.microsoft.com/office/powerpoint/2010/main" val="5967708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0D0903-911F-4BBE-9F60-8722E564E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ELECTRICAL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115068-8794-4513-AF54-2003DA7A2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1028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Source to 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E1EF71-2461-46BC-9BAC-59F55EB16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9E2EC"/>
                </a:solidFill>
                <a:latin typeface="Arial"/>
                <a:ea typeface="Arial"/>
                <a:cs typeface="Arial"/>
              </a:rPr>
              <a:t>Evidence, interpretation and technician application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D52433-46DE-4F6E-A8F5-FDF93F748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524500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291844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7A554A-0F21-41DE-A35E-7104C7720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B5CD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B5CD6"/>
                </a:solidFill>
                <a:latin typeface="Arial"/>
                <a:ea typeface="Arial"/>
                <a:cs typeface="Arial"/>
              </a:rPr>
              <a:t>KEY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17255D-8E10-4DC1-87C2-B0AF40DFF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principal changeover device is rated 800 A and four pole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0B5546-E6A8-49E6-AEBD-F68BC955C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4D91FD-C697-4F2B-8164-8FD1E3A49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6B5CD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6B5CD6"/>
                </a:solidFill>
                <a:latin typeface="Arial"/>
                <a:ea typeface="Arial"/>
                <a:cs typeface="Arial"/>
              </a:rPr>
              <a:t>800 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0FC279-3E0A-4C63-8FE8-654E12CFE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Changeover switch rating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3AE528-2D1B-47B6-8699-052F7BEA3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B6D494-479C-487B-BA8B-69BB4DFFE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6B5CD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6B5CD6"/>
                </a:solidFill>
                <a:latin typeface="Arial"/>
                <a:ea typeface="Arial"/>
                <a:cs typeface="Arial"/>
              </a:rPr>
              <a:t>4 pole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2127EC-6727-410A-835B-9DE09FBBF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Switched conductors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A9F764-6962-4781-8457-9E9038CBD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F3B23C-BA79-4D45-BF78-3296B6401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6B5CD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6B5CD6"/>
                </a:solidFill>
                <a:latin typeface="Arial"/>
                <a:ea typeface="Arial"/>
                <a:cs typeface="Arial"/>
              </a:rPr>
              <a:t>I-0-II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A7061F-9181-4FB7-AAD8-64BF35E26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operating positions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91181B-2E5D-4EC7-95BB-70176CFD1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5130CC-FA97-4CE4-958A-0FC5D7014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Electrical Systems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77DD42-FE04-4660-9BD2-40EEECC61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205017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C5DE80-3A71-4975-B932-080B16C76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B5CD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B5CD6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88CF6D-3881-4FF7-B58B-FAA836D6D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569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MTS preserves a controlled selection between available supplies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693FC6-BC81-40A8-9D70-948A5C887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The ABB OT800E04CP is a manual changeover switch. • The handle is padlockable in the OFF position.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523A46-103E-41E5-B5D0-3BE0B150D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B5CD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B66F15-DA8A-41AA-82FB-1FB1482E2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Door interlocking is provided in operating positions. • Only authorized switching sequences should be used.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01CF7C-F226-4A4C-AB3E-837D50740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AC1335-C3AF-4EC3-8E73-E7DDE7AA8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Electrical Systems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CC5525-638C-424F-9A24-9CA6D033B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3703553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C03102-FC65-4EF0-B08B-46AB1FE85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B5CD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B5CD6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2B9DA1-CA9E-430D-B206-74481C7F8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Safe switching begins with load and source verification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2DA389-1FB7-4E7F-B5FD-1A6C611DF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Confirm the receiving chiller is ready and permitted to run. • Verify source voltage, phase sequence and protection status.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D23CFE-620B-44B6-9321-3A90F767E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B5CD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EC4D3C-1A86-4646-A0FD-1C9ECCEE1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Move through OFF; never force the mechanism. • Record switching, abnormal indications and restored configuration.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A7BD2D-753F-4339-8E2C-1FC9B52C7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68012F-F18E-4F50-A406-AA7BA073D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Electrical Systems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ABE82B-1E64-494A-BC45-23C6B2F16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9028668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8E5EC7-83A9-433E-B020-3C231822D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B5CD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B5CD6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818CC2-0F58-4776-A4F4-11FBC20F4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141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Panel maintenance must address mechanical and electrical condition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E79B18-29A9-4D6F-8BC0-4C91E783D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Inspect terminations, discoloration, heat damage and contamination. • Verify operating shaft, handle, interlock and padlocking function.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2B0886-4CBD-48CC-BF97-446AEA81D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B5CD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583CD5-30BE-49AF-9F8A-2A8D72C38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Thermographic inspections should be performed under representative load. • Isolation and proving dead are required before internal access.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511E11-C629-43D2-820C-EFD6FB9A8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65D368-F126-43F6-ABB8-83CA23DDC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Electrical Systems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9FA2A8-72EB-4130-9802-35C13F944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3367983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484465-01FF-47E3-9F7C-60AC94027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B5CD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B5CD6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2C66E7-3ADF-4137-A985-FB8E98F9C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MTS technical evidence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19D3EF-8F67-4AF8-837F-57DB5FAFE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bacf2daa394655"/>
          <a:stretch xmlns:a="http://schemas.openxmlformats.org/drawingml/2006/main"/>
        </p:blipFill>
        <p:spPr>
          <a:xfrm xmlns:a="http://schemas.openxmlformats.org/drawingml/2006/main">
            <a:off x="2693410" y="1714500"/>
            <a:ext cx="3223780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5DDEBF-ACB2-409F-9AC5-DF614E6DF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MTS Panel document - source page 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5421A6-DEFA-4C23-9E20-991DD46BC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914009-DB9F-4CA8-BECD-7A4D6BB88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95D821-0C47-4814-995D-1FFF3FF16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Electrical Systems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6D4950-56D3-48EF-99F3-3B05A686A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85240552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7FB5D7-FCD8-4DB9-8370-9758C8DBB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B5CD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B5CD6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CB9734-4A30-4711-859F-2F60529EB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MTS technical evidence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C28BA7-309C-48AE-AA0B-4E9EF29D4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91a9bae3824b5a"/>
          <a:stretch xmlns:a="http://schemas.openxmlformats.org/drawingml/2006/main"/>
        </p:blipFill>
        <p:spPr>
          <a:xfrm xmlns:a="http://schemas.openxmlformats.org/drawingml/2006/main">
            <a:off x="2693410" y="1714500"/>
            <a:ext cx="3223780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6C0BBD-0873-4A5C-A80F-6162D700E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MTS Panel document - source page 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D61F16-161A-4F44-863C-432449D09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B42A46-F152-4F20-AC3E-50F52B033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F900AC-2BF6-45F5-ADEB-D96B5CAC0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Electrical Systems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4E456A-E6E4-4CCA-8703-86BF46908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3499831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5A7D61-3D58-40FB-9998-E6FE3B75A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B5CD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B5CD6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6448C1-93CF-44AF-B081-F9297297F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MTS technical evidence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AB64EE-61F7-44D3-A8E3-2DDB239FC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59eb1b03f14c30"/>
          <a:stretch xmlns:a="http://schemas.openxmlformats.org/drawingml/2006/main"/>
        </p:blipFill>
        <p:spPr>
          <a:xfrm xmlns:a="http://schemas.openxmlformats.org/drawingml/2006/main">
            <a:off x="2693410" y="1714500"/>
            <a:ext cx="3223780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EE3C94-D8C7-4027-8059-D3D20F65A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MTS Panel document - source page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D3832D-E350-4A9F-89CF-5C70F1B35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00A3FB-1050-4B15-9A09-C81BB508B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D4F6D9-AFA4-4CFA-9170-16AC9FDEC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Electrical Systems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DE69C6-22EC-440B-942F-020CE1ABF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06322357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F15152-61D9-47DD-B8AB-1AEFA4E57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B5CD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B5CD6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3ABFA6-ED05-4395-AB56-09EA91E6E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MTS technical evidence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6852B4-FEC0-4948-AD27-EAC7248A3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97ada0eeb84e64"/>
          <a:stretch xmlns:a="http://schemas.openxmlformats.org/drawingml/2006/main"/>
        </p:blipFill>
        <p:spPr>
          <a:xfrm xmlns:a="http://schemas.openxmlformats.org/drawingml/2006/main">
            <a:off x="2693410" y="1714500"/>
            <a:ext cx="3223780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9A41F6-1010-4445-BE90-4A4F3AD7C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MTS Panel document - source page 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CD39D0-363D-4386-B7F7-BF45E6E77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70DA1A-5B6B-47E1-9B3B-74358437D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34E8DD-1A6A-415B-848A-BF69B6231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Electrical Systems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E766ED-5EAD-4B8E-9333-692B2151F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9147075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C64F25-356D-42C8-AB4A-92A4621AF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B5CD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B5CD6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F0FB1C-5AD0-4184-A4DB-4315C9450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MTS technical evidence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1FADD0-A5FB-4030-943A-65484355B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fded96b69f499c"/>
          <a:stretch xmlns:a="http://schemas.openxmlformats.org/drawingml/2006/main"/>
        </p:blipFill>
        <p:spPr>
          <a:xfrm xmlns:a="http://schemas.openxmlformats.org/drawingml/2006/main">
            <a:off x="2693410" y="1714500"/>
            <a:ext cx="3223780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D7FAAD-C96C-4F26-979F-B5B51BE1C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MTS Panel document - source page 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4F8266-A157-4303-A1B1-77E51B4AB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B8C5D8-EAA8-4565-BE0B-41577D063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B0E785-044A-4A7D-832B-06E6EB7F3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Electrical Systems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6355E8-75FA-4320-B6A5-6798346E4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48013531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48561A-FCFA-4322-BF36-D10E43C11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B5CD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B5CD6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09DE46-D241-4C94-A553-015A92079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MTS technical evidence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A1B4FA-E1F7-4236-95DA-4B110DA5A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96f15bfb194634"/>
          <a:stretch xmlns:a="http://schemas.openxmlformats.org/drawingml/2006/main"/>
        </p:blipFill>
        <p:spPr>
          <a:xfrm xmlns:a="http://schemas.openxmlformats.org/drawingml/2006/main">
            <a:off x="2693410" y="1714500"/>
            <a:ext cx="3223780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CD91C0-8BA8-43E4-98EF-8AF1E5B87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MTS Panel document - source page 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04E1AE-D074-4012-9FF0-FA8DB4E4A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F67E28-50F3-4C4C-ADAF-15FA41D1E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35C663-92F6-4869-B975-0060C1DAB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Electrical Systems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0C72AE-0E68-49BA-96C5-79C75A7B2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09526159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55764F-F58D-49F3-92DB-5939F7963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B5CD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B5CD6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DBFE1E-62EB-425D-8B46-6143F7603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MTS technical evidence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B78478-5072-421C-B12C-37358533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1015eaa9344f03"/>
          <a:stretch xmlns:a="http://schemas.openxmlformats.org/drawingml/2006/main"/>
        </p:blipFill>
        <p:spPr>
          <a:xfrm xmlns:a="http://schemas.openxmlformats.org/drawingml/2006/main">
            <a:off x="2693410" y="1714500"/>
            <a:ext cx="3223780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940B0E-C8C8-4908-B241-442E58877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MTS Panel document - source page 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CD76CD-23B9-468B-8970-DA05A66A8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2B238B-201A-49AA-855D-2F4AC5EE8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9DE3B4-9796-4105-AFC3-3C67FE8E0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Electrical Systems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0EC574-761F-4C1F-B81B-FF7228817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37827991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08BC97-EF70-4378-9988-610455E29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B5CD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B5CD6"/>
                </a:solidFill>
                <a:latin typeface="Arial"/>
                <a:ea typeface="Arial"/>
                <a:cs typeface="Arial"/>
              </a:rPr>
              <a:t>COMPETENCY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481FC2-18BA-48CA-BD17-E232C98FB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technicians must retain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C724CD-5F0B-4235-B642-4906005D1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Identify the correct controlled source before work. • Verify readings, configuration and acceptance criteria.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70CFC3-2005-4535-BE3C-AB5A621F3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B5CD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A782B6-9BF8-4A67-BA98-2E973B5DF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evidence and escalate unresolved deviations. • Complete safe isolation, functional testing and handover records.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AC2F04-F03F-4C13-9F4E-FC9D32788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015061-8132-4647-B466-40E23C7F2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Electrical Systems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F89ACA-C5CF-4881-B2B6-3D4C3599B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8686716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2026-08-15T02:49:49.8490000Z</dcterms:created>
  <dcterms:modified xsi:type="dcterms:W3CDTF">2026-08-15T02:49:49.8490000Z</dcterms:modified>
</coreProperties>
</file>