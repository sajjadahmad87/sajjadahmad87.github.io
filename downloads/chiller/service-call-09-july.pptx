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d2db96d2924223" /><Relationship Type="http://schemas.openxmlformats.org/officeDocument/2006/relationships/extended-properties" Target="/docProps/app.xml" Id="Rfe89f2a34d624731" /><Relationship Type="http://schemas.openxmlformats.org/officeDocument/2006/relationships/officeDocument" Target="/ppt/presentation.xml" Id="R8a80207c247d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9e039c524148ac"/>
  </p:sldMasterIdLst>
  <p:notesMasterIdLst>
    <p:notesMasterId xmlns:r="http://schemas.openxmlformats.org/officeDocument/2006/relationships" r:id="R51ecb0c1c0974081"/>
  </p:notesMasterIdLst>
  <p:sldIdLst>
    <p:sldId xmlns:r="http://schemas.openxmlformats.org/officeDocument/2006/relationships" id="256" r:id="R6e370c7f95874489"/>
    <p:sldId xmlns:r="http://schemas.openxmlformats.org/officeDocument/2006/relationships" id="257" r:id="Rf11baff74f184f39"/>
    <p:sldId xmlns:r="http://schemas.openxmlformats.org/officeDocument/2006/relationships" id="258" r:id="R552b2ee9c90945ff"/>
    <p:sldId xmlns:r="http://schemas.openxmlformats.org/officeDocument/2006/relationships" id="259" r:id="Rebd345cabb5a4cdc"/>
    <p:sldId xmlns:r="http://schemas.openxmlformats.org/officeDocument/2006/relationships" id="260" r:id="R88e7e7f1d7da4a79"/>
    <p:sldId xmlns:r="http://schemas.openxmlformats.org/officeDocument/2006/relationships" id="261" r:id="Rfb25de7b16f74462"/>
    <p:sldId xmlns:r="http://schemas.openxmlformats.org/officeDocument/2006/relationships" id="262" r:id="R9c135375091c4027"/>
    <p:sldId xmlns:r="http://schemas.openxmlformats.org/officeDocument/2006/relationships" id="263" r:id="R6e4bc6997ddf41cd"/>
    <p:sldId xmlns:r="http://schemas.openxmlformats.org/officeDocument/2006/relationships" id="264" r:id="R1e5ac47868ef498c"/>
    <p:sldId xmlns:r="http://schemas.openxmlformats.org/officeDocument/2006/relationships" id="265" r:id="R7cdc30a3953e4005"/>
    <p:sldId xmlns:r="http://schemas.openxmlformats.org/officeDocument/2006/relationships" id="266" r:id="Rb4fd5f6fe8a94373"/>
    <p:sldId xmlns:r="http://schemas.openxmlformats.org/officeDocument/2006/relationships" id="267" r:id="Rf04d65d386b04d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6d00cad5642db" /><Relationship Type="http://schemas.openxmlformats.org/officeDocument/2006/relationships/slideMaster" Target="/ppt/slideMasters/slideMaster1.xml" Id="R699e039c524148ac" /><Relationship Type="http://schemas.openxmlformats.org/officeDocument/2006/relationships/notesMaster" Target="/ppt/notesMasters/notesMaster1.xml" Id="R51ecb0c1c0974081" /><Relationship Type="http://schemas.openxmlformats.org/officeDocument/2006/relationships/presProps" Target="/ppt/presProps.xml" Id="Rbb1304688bb44544" /><Relationship Type="http://schemas.openxmlformats.org/officeDocument/2006/relationships/tableStyles" Target="/ppt/tableStyles.xml" Id="Rdde9c670b61441bf" /><Relationship Type="http://schemas.openxmlformats.org/officeDocument/2006/relationships/slide" Target="/ppt/slides/slide1.xml" Id="R6e370c7f95874489" /><Relationship Type="http://schemas.openxmlformats.org/officeDocument/2006/relationships/slide" Target="/ppt/slides/slide2.xml" Id="Rf11baff74f184f39" /><Relationship Type="http://schemas.openxmlformats.org/officeDocument/2006/relationships/slide" Target="/ppt/slides/slide3.xml" Id="R552b2ee9c90945ff" /><Relationship Type="http://schemas.openxmlformats.org/officeDocument/2006/relationships/slide" Target="/ppt/slides/slide4.xml" Id="Rebd345cabb5a4cdc" /><Relationship Type="http://schemas.openxmlformats.org/officeDocument/2006/relationships/slide" Target="/ppt/slides/slide5.xml" Id="R88e7e7f1d7da4a79" /><Relationship Type="http://schemas.openxmlformats.org/officeDocument/2006/relationships/slide" Target="/ppt/slides/slide6.xml" Id="Rfb25de7b16f74462" /><Relationship Type="http://schemas.openxmlformats.org/officeDocument/2006/relationships/slide" Target="/ppt/slides/slide7.xml" Id="R9c135375091c4027" /><Relationship Type="http://schemas.openxmlformats.org/officeDocument/2006/relationships/slide" Target="/ppt/slides/slide8.xml" Id="R6e4bc6997ddf41cd" /><Relationship Type="http://schemas.openxmlformats.org/officeDocument/2006/relationships/slide" Target="/ppt/slides/slide9.xml" Id="R1e5ac47868ef498c" /><Relationship Type="http://schemas.openxmlformats.org/officeDocument/2006/relationships/slide" Target="/ppt/slides/slide10.xml" Id="R7cdc30a3953e4005" /><Relationship Type="http://schemas.openxmlformats.org/officeDocument/2006/relationships/slide" Target="/ppt/slides/slide11.xml" Id="Rb4fd5f6fe8a94373" /><Relationship Type="http://schemas.openxmlformats.org/officeDocument/2006/relationships/slide" Target="/ppt/slides/slide12.xml" Id="Rf04d65d386b04d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9ad3884a2143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90b24cedac49cb" /><Relationship Type="http://schemas.openxmlformats.org/officeDocument/2006/relationships/notesMaster" Target="/ppt/notesMasters/notesMaster1.xml" Id="Rbee2d653982849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01f3090f754913" /><Relationship Type="http://schemas.openxmlformats.org/officeDocument/2006/relationships/notesMaster" Target="/ppt/notesMasters/notesMaster1.xml" Id="R182f4c0192e241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421fae1b714109" /><Relationship Type="http://schemas.openxmlformats.org/officeDocument/2006/relationships/notesMaster" Target="/ppt/notesMasters/notesMaster1.xml" Id="Raeb6e4fea3ad43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b66c0f44c946df" /><Relationship Type="http://schemas.openxmlformats.org/officeDocument/2006/relationships/notesMaster" Target="/ppt/notesMasters/notesMaster1.xml" Id="Rf4257228be7c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1480c37593439a" /><Relationship Type="http://schemas.openxmlformats.org/officeDocument/2006/relationships/notesMaster" Target="/ppt/notesMasters/notesMaster1.xml" Id="Rfec6824923274c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c52284910b4f03" /><Relationship Type="http://schemas.openxmlformats.org/officeDocument/2006/relationships/notesMaster" Target="/ppt/notesMasters/notesMaster1.xml" Id="R6add9ae15a934a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dcb9ebd90d48ff" /><Relationship Type="http://schemas.openxmlformats.org/officeDocument/2006/relationships/notesMaster" Target="/ppt/notesMasters/notesMaster1.xml" Id="R2f689b4597794f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4406ec7ee94d90" /><Relationship Type="http://schemas.openxmlformats.org/officeDocument/2006/relationships/notesMaster" Target="/ppt/notesMasters/notesMaster1.xml" Id="Rdd12224c190a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f45c0c36054a35" /><Relationship Type="http://schemas.openxmlformats.org/officeDocument/2006/relationships/notesMaster" Target="/ppt/notesMasters/notesMaster1.xml" Id="Rcf482867d50e49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b42e1cfa284d0a" /><Relationship Type="http://schemas.openxmlformats.org/officeDocument/2006/relationships/notesMaster" Target="/ppt/notesMasters/notesMaster1.xml" Id="Rddd5ec6ba18a4a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96d78332294fa4" /><Relationship Type="http://schemas.openxmlformats.org/officeDocument/2006/relationships/notesMaster" Target="/ppt/notesMasters/notesMaster1.xml" Id="R00b16deaa00c47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9c94a0fbc846ee" /><Relationship Type="http://schemas.openxmlformats.org/officeDocument/2006/relationships/notesMaster" Target="/ppt/notesMasters/notesMaster1.xml" Id="R1f0b85795d8c40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06ef8568146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323d6b7d884209" /><Relationship Type="http://schemas.openxmlformats.org/officeDocument/2006/relationships/slideLayout" Target="/ppt/slideLayouts/slideLayout1.xml" Id="Rab47fb75738c41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47fb75738c41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fe169412e41d3" /><Relationship Type="http://schemas.openxmlformats.org/officeDocument/2006/relationships/notesSlide" Target="/ppt/notesSlides/notesSlide1.xml" Id="Rd62362de62a043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2340728634a6f" /><Relationship Type="http://schemas.openxmlformats.org/officeDocument/2006/relationships/notesSlide" Target="/ppt/notesSlides/notesSlide2.xml" Id="R086a88db4e504d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661f456674421" /><Relationship Type="http://schemas.openxmlformats.org/officeDocument/2006/relationships/notesSlide" Target="/ppt/notesSlides/notesSlide3.xml" Id="Re0c4d4f36ddd42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fb9603fad448c" /><Relationship Type="http://schemas.openxmlformats.org/officeDocument/2006/relationships/notesSlide" Target="/ppt/notesSlides/notesSlide4.xml" Id="Raa6b5012698943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ffa75424746c3" /><Relationship Type="http://schemas.openxmlformats.org/officeDocument/2006/relationships/notesSlide" Target="/ppt/notesSlides/notesSlide5.xml" Id="R55f026c2ae9d47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4ab22786c45a3" /><Relationship Type="http://schemas.openxmlformats.org/officeDocument/2006/relationships/notesSlide" Target="/ppt/notesSlides/notesSlide6.xml" Id="R96f85d77df704d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153eaf0ba4380" /><Relationship Type="http://schemas.openxmlformats.org/officeDocument/2006/relationships/notesSlide" Target="/ppt/notesSlides/notesSlide7.xml" Id="Rc415aed5452141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9f26b60da427f" /><Relationship Type="http://schemas.openxmlformats.org/officeDocument/2006/relationships/notesSlide" Target="/ppt/notesSlides/notesSlide8.xml" Id="R242b9ca28efb43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36c76e0324f98" /><Relationship Type="http://schemas.openxmlformats.org/officeDocument/2006/relationships/notesSlide" Target="/ppt/notesSlides/notesSlide9.xml" Id="R2f04c463b0df4a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b5c848ff4449d" /><Relationship Type="http://schemas.openxmlformats.org/officeDocument/2006/relationships/notesSlide" Target="/ppt/notesSlides/notesSlide10.xml" Id="R52c66928c61e4e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a58ab43b240a7" /><Relationship Type="http://schemas.openxmlformats.org/officeDocument/2006/relationships/notesSlide" Target="/ppt/notesSlides/notesSlide11.xml" Id="R636178d23aae45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c02b9c4604059" /><Relationship Type="http://schemas.openxmlformats.org/officeDocument/2006/relationships/notesSlide" Target="/ppt/notesSlides/notesSlide12.xml" Id="R5cf4acb475d846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3A0D5-437A-45C6-9C5E-8BCEF18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SERVICE REPORTS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74BC3-007D-47CE-AEE7-A3F43EC7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 Service Call — 09 July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EE41B-2C91-4BBF-A1D1-45255ED5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Operational response and field service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82562-0097-4076-8D01-36A17CA5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5BBB3-4ADC-4D79-BE9F-3D7DE5A4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C36EF-76DE-4955-BDAE-87B12C94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414426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A6261-0209-4065-9DFF-D305A2A9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SERVICE REPORTS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C5430-E81A-4302-B158-8251EA73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3C75A-5BC1-491D-8E91-1C9B3260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2ED31-AE23-4A0E-A8CB-3F93C9BA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0600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CAEE7-1481-4E32-9D66-803FA9F8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CF8BC-518A-477A-87B8-FA42F551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94213-04D2-49E5-B114-2AE18873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D22C2-C0E8-469C-BEB0-80281FB8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RTAG285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81F15-946A-42EF-B727-F845352B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Chiller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58027-023F-4E15-B8C9-46CD16ED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F20F8-8A70-476A-A918-D036D76D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G24K04508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D01B8-DD2F-46AF-8AD0-01DCB5C5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Serial number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52A96-39EB-4AB2-8E03-F551103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82703-EC77-449C-B109-A25A0B29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2A907-08BE-42B4-95A1-0D23C65E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074C2-052C-496B-A586-56974B75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AD2EE-7D7B-40FB-9E32-8F0B8985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A7B54-2516-48E5-88A5-CF369F00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0973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1549C-0D1D-4020-99F7-C2EC960A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28190-D301-41F5-9DBA-FFC20DE5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20BCC-AD0F-41B3-995F-60B8C739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Capture arrival and departure status before closing the call. • Retain measurements, alarm evidence and corrective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45B4D-1F38-4DEB-B4BF-BF1FCCCD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2E824-E5CB-4F99-A76C-B1C26F88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repair under representative load. • Escalate unresolved conditions into a tracked action 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6F2AC-2D7B-4185-BCA3-B3AC9445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2CCED-8551-493F-A9BD-43C86C83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336E7-0965-456E-B62F-13D518AF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7977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10460-945B-4542-8773-F9669062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3A687-9FCA-48C4-AA86-45EE8B4C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21516-98A1-4A00-BE21-83CDD9E1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036A7-2E5D-4D36-B2AC-78400CA0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5CBFF-6B58-473D-AB36-85107AD0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B99E7-58EE-41F3-AFBD-36B18412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13317-291A-4FBD-B660-E9D92E52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771E0-5391-4375-92DA-C479D05D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0550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B108A-93D8-4866-A2FF-C1C4EA6E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D3C42-2613-437F-9709-1618445C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703B9-E5EC-480A-BDEE-EC71D023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227A7-FD22-4446-A0D9-D4098FEC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4FB0D-9A2E-4890-94CC-B30A7076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B1C8F-F159-4BEC-B859-07077D4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51A05-6C09-4C3D-94E0-82F5CAF9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BAA71-50AA-4A1A-BC2F-CB8524A0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50848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1C724-BAC9-4814-A85F-40848C6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01626-C0C6-4F2D-A376-26A80D59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49B60-3D2A-4002-9337-BBA9C297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9C515-4D4A-42D9-AE78-7B79853D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1F6BE-F59A-4139-9C6C-EA2DDFCA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446BE-44A7-4DC1-82D7-1E5F263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AA415-62B8-4B5B-8345-16896702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0B259-D178-4BD4-BEC8-BE45A316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C7DF8-3713-461C-AF16-11EB755F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86066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6450B-B20A-42DE-AF81-878B9E7C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C459A-CBE2-4DC9-9069-A1100C76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D549A-AE39-481F-A410-8F0F3A94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A9C08-17D6-461D-BFFE-44A51254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1E3D4-47BD-49F9-8DE3-FCD3B27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49907-1DC8-4469-9D9F-D607A4C4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1FBC6-0146-4755-A536-2542B08D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D6F50-B1C7-4CCF-ABE9-8E0AE307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B7012-DF9E-4995-A8D2-59EF9499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0194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65922-866E-4873-ACBC-E9357B6D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92DB0-3BD7-4CC3-A81A-44DDD8CE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33CCB-ED25-4D5C-AF20-3F55E1AC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43F14-FDCF-4225-8ED8-F92D3732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9CD0D-8370-4579-88BF-095ECDA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54530-A022-4948-9A65-150A8A3E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009E5-715B-4DF3-9097-35760A0E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75EBA-648A-4F89-A616-E5A9CAE2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C81BF-CD12-4289-ADA2-38DBE5DC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3290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7A082-8261-45D5-8E59-DAF5DA71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B8846-00DA-4F4F-B65F-149B2B10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7DA14-7616-4930-BC2E-AB767527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00DFD-FA1B-4A8A-9372-7D807E58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4EC11-F69B-47C7-BAC0-770E287B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1E565-0DDD-4692-A641-55E6A016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4D1E7-3CED-4101-8B19-8BFCDB4F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550C5-D133-427D-8D6C-8530BDAA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76213-F475-4162-9D2B-79A4CED8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49735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CD722-8B5B-40AD-885D-50AD9BDB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250DF-389F-46FD-B645-CAC0DF2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F0330-7A98-4E32-B3ED-461CC9DA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79CF6-F80A-4B1E-8F4C-56F2DB0A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D0124-915B-4982-9FED-8B8364E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F6CE2-6AF5-4537-BBFF-E0DDC62E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65B17-A35D-4FDA-870F-1F6996D3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C1042-360F-4A1F-9366-F359E0E9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21A63-DE84-4803-AB0C-E7350E6F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38839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41878-7AEF-4E09-95F4-93D86935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8D5EB-8836-40B4-ABBD-0A0031FB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82C3B-B5A0-45D8-8E51-43C5C61B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59544-9C1C-4B19-B23C-F45CBB2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F0DB5-EF54-4215-9B83-6D6DAF11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53BD1-B3EF-4FFE-A3F9-4EAC57B9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17C28-3CB0-4AD8-9EDC-3881C57B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C8AAA-9698-4272-AE0F-AC8CC5B1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2094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2026-08-15T02:49:54.7420000Z</dcterms:created>
  <dcterms:modified xsi:type="dcterms:W3CDTF">2026-08-15T02:49:54.7420000Z</dcterms:modified>
</coreProperties>
</file>