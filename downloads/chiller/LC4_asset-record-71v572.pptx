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e917f5b18b4bce" /><Relationship Type="http://schemas.openxmlformats.org/officeDocument/2006/relationships/extended-properties" Target="/docProps/app.xml" Id="Rb129f97b100a464b" /><Relationship Type="http://schemas.openxmlformats.org/officeDocument/2006/relationships/officeDocument" Target="/ppt/presentation.xml" Id="R909b87cbbbbc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f1413ede49407f"/>
  </p:sldMasterIdLst>
  <p:notesMasterIdLst>
    <p:notesMasterId xmlns:r="http://schemas.openxmlformats.org/officeDocument/2006/relationships" r:id="Rf56320da391d4491"/>
  </p:notesMasterIdLst>
  <p:sldIdLst>
    <p:sldId xmlns:r="http://schemas.openxmlformats.org/officeDocument/2006/relationships" id="256" r:id="Rce0ed5f91fc14543"/>
    <p:sldId xmlns:r="http://schemas.openxmlformats.org/officeDocument/2006/relationships" id="257" r:id="Raca901fc7c3f4e65"/>
    <p:sldId xmlns:r="http://schemas.openxmlformats.org/officeDocument/2006/relationships" id="258" r:id="R418a3b838cde49eb"/>
    <p:sldId xmlns:r="http://schemas.openxmlformats.org/officeDocument/2006/relationships" id="259" r:id="Ra588381c82c849a0"/>
    <p:sldId xmlns:r="http://schemas.openxmlformats.org/officeDocument/2006/relationships" id="260" r:id="R863f9fd30ad949ea"/>
    <p:sldId xmlns:r="http://schemas.openxmlformats.org/officeDocument/2006/relationships" id="261" r:id="R9b53415c2e374600"/>
    <p:sldId xmlns:r="http://schemas.openxmlformats.org/officeDocument/2006/relationships" id="262" r:id="R4d4301749a8f44d8"/>
    <p:sldId xmlns:r="http://schemas.openxmlformats.org/officeDocument/2006/relationships" id="263" r:id="Ra4cb04135943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d5dfcfc6264307" /><Relationship Type="http://schemas.openxmlformats.org/officeDocument/2006/relationships/slideMaster" Target="/ppt/slideMasters/slideMaster1.xml" Id="R92f1413ede49407f" /><Relationship Type="http://schemas.openxmlformats.org/officeDocument/2006/relationships/notesMaster" Target="/ppt/notesMasters/notesMaster1.xml" Id="Rf56320da391d4491" /><Relationship Type="http://schemas.openxmlformats.org/officeDocument/2006/relationships/presProps" Target="/ppt/presProps.xml" Id="Rbfd9851afe7f4ee0" /><Relationship Type="http://schemas.openxmlformats.org/officeDocument/2006/relationships/tableStyles" Target="/ppt/tableStyles.xml" Id="R0972072324214936" /><Relationship Type="http://schemas.openxmlformats.org/officeDocument/2006/relationships/slide" Target="/ppt/slides/slide1.xml" Id="Rce0ed5f91fc14543" /><Relationship Type="http://schemas.openxmlformats.org/officeDocument/2006/relationships/slide" Target="/ppt/slides/slide2.xml" Id="Raca901fc7c3f4e65" /><Relationship Type="http://schemas.openxmlformats.org/officeDocument/2006/relationships/slide" Target="/ppt/slides/slide3.xml" Id="R418a3b838cde49eb" /><Relationship Type="http://schemas.openxmlformats.org/officeDocument/2006/relationships/slide" Target="/ppt/slides/slide4.xml" Id="Ra588381c82c849a0" /><Relationship Type="http://schemas.openxmlformats.org/officeDocument/2006/relationships/slide" Target="/ppt/slides/slide5.xml" Id="R863f9fd30ad949ea" /><Relationship Type="http://schemas.openxmlformats.org/officeDocument/2006/relationships/slide" Target="/ppt/slides/slide6.xml" Id="R9b53415c2e374600" /><Relationship Type="http://schemas.openxmlformats.org/officeDocument/2006/relationships/slide" Target="/ppt/slides/slide7.xml" Id="R4d4301749a8f44d8" /><Relationship Type="http://schemas.openxmlformats.org/officeDocument/2006/relationships/slide" Target="/ppt/slides/slide8.xml" Id="Ra4cb04135943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f436d308f6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28d0221b4b4b17" /><Relationship Type="http://schemas.openxmlformats.org/officeDocument/2006/relationships/notesMaster" Target="/ppt/notesMasters/notesMaster1.xml" Id="Re88474e81baf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8b3b758c1a4111" /><Relationship Type="http://schemas.openxmlformats.org/officeDocument/2006/relationships/notesMaster" Target="/ppt/notesMasters/notesMaster1.xml" Id="R55e2ed2a877341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686b7b43942e6" /><Relationship Type="http://schemas.openxmlformats.org/officeDocument/2006/relationships/notesMaster" Target="/ppt/notesMasters/notesMaster1.xml" Id="R5ada39e5cb3646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0228a8f774f43" /><Relationship Type="http://schemas.openxmlformats.org/officeDocument/2006/relationships/notesMaster" Target="/ppt/notesMasters/notesMaster1.xml" Id="Rcf911eb5c9d443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733964b03494b" /><Relationship Type="http://schemas.openxmlformats.org/officeDocument/2006/relationships/notesMaster" Target="/ppt/notesMasters/notesMaster1.xml" Id="R694fc047b48f4c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4210272e584095" /><Relationship Type="http://schemas.openxmlformats.org/officeDocument/2006/relationships/notesMaster" Target="/ppt/notesMasters/notesMaster1.xml" Id="Rc243aee5840345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bf00c1085404c" /><Relationship Type="http://schemas.openxmlformats.org/officeDocument/2006/relationships/notesMaster" Target="/ppt/notesMasters/notesMaster1.xml" Id="Red0ee62ba42c4f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2e1d18f5bb4184" /><Relationship Type="http://schemas.openxmlformats.org/officeDocument/2006/relationships/notesMaster" Target="/ppt/notesMasters/notesMaster1.xml" Id="Rabf2e098a642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71V572 EKFC LINENCRAFT 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8313b1e96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300e5028954258" /><Relationship Type="http://schemas.openxmlformats.org/officeDocument/2006/relationships/slideLayout" Target="/ppt/slideLayouts/slideLayout1.xml" Id="R1dda30d0cd18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da30d0cd18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c4fd24d6b411e" /><Relationship Type="http://schemas.openxmlformats.org/officeDocument/2006/relationships/image" Target="/ppt/media/image.jpeg" Id="R28b52c39444f457a" /><Relationship Type="http://schemas.openxmlformats.org/officeDocument/2006/relationships/notesSlide" Target="/ppt/notesSlides/notesSlide1.xml" Id="R35086bc0d83b4e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33b294254d30" /><Relationship Type="http://schemas.openxmlformats.org/officeDocument/2006/relationships/notesSlide" Target="/ppt/notesSlides/notesSlide2.xml" Id="R8c8606c8f9cb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925ff475e4049" /><Relationship Type="http://schemas.openxmlformats.org/officeDocument/2006/relationships/notesSlide" Target="/ppt/notesSlides/notesSlide3.xml" Id="R2aa6a52b14f14a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66bd31fbc4f28" /><Relationship Type="http://schemas.openxmlformats.org/officeDocument/2006/relationships/notesSlide" Target="/ppt/notesSlides/notesSlide4.xml" Id="R4a3b2d9b265f41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796962fc4865" /><Relationship Type="http://schemas.openxmlformats.org/officeDocument/2006/relationships/notesSlide" Target="/ppt/notesSlides/notesSlide5.xml" Id="R6d946389c796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288656a7740c7" /><Relationship Type="http://schemas.openxmlformats.org/officeDocument/2006/relationships/notesSlide" Target="/ppt/notesSlides/notesSlide6.xml" Id="R8dfdc0764cc545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3962f33cb4c92" /><Relationship Type="http://schemas.openxmlformats.org/officeDocument/2006/relationships/image" Target="/ppt/media/image2.jpeg" Id="Re67cc29e9a244199" /><Relationship Type="http://schemas.openxmlformats.org/officeDocument/2006/relationships/notesSlide" Target="/ppt/notesSlides/notesSlide7.xml" Id="R9c3305e3fa034b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242e6c2a4424" /><Relationship Type="http://schemas.openxmlformats.org/officeDocument/2006/relationships/notesSlide" Target="/ppt/notesSlides/notesSlide8.xml" Id="R5b46e519c5974c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33508-D85B-48A8-9CBD-B0A1E9B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E2438-BBF2-4062-BAE0-B42A501A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LC4 Asset Record 71V572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73FE3-AF43-4127-B248-241C6973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Project equipment record and source-document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98ED6-94DC-41BF-ABF8-AB1DC53B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52c39444f457a"/>
          <a:stretch xmlns:a="http://schemas.openxmlformats.org/drawingml/2006/main"/>
        </p:blipFill>
        <p:spPr>
          <a:xfrm xmlns:a="http://schemas.openxmlformats.org/drawingml/2006/main">
            <a:off x="7182324" y="590550"/>
            <a:ext cx="3694753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10EB3-E06C-4E3A-96FD-11756BA3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883261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62D2B-B690-4872-A7ED-63B2A3C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BD82-5962-44F8-B2BA-A893D8B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D9A81-7B68-43BF-A230-A595CFAC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ADE67-101B-45DC-9728-C98C681E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1637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67EDC-C6F1-4A7F-A114-4D18E6F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2E271-143D-4622-8F62-DE24AACC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B502C-2B26-4575-A9B9-89ED9932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A89ED-B216-4FE6-8CD8-1AFA2EEE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71V572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E334-5E7D-4AEA-A508-EDB6ABBF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Asset/document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FDCA-697D-47EE-9384-532324DF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466AC-F054-41FE-B300-895DE05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LC4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3BC27-9930-4C3A-8D28-C084F085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Linen Craft 4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73FC1-E42C-473B-9533-8B188641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27B91-6D26-4E00-9FAC-9A54FEF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3D8A7-FEE2-4729-84A0-A21207E6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F166B-8022-4968-B07C-E21295A2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2169C-6D90-4894-8CFB-F9787822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063AA-88C7-4591-BD2C-B71DE2E4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8058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65E20-18A3-4FCE-8C03-06238BB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3D97-3063-4343-89B3-A5C0CAE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A01DC-CCBB-4B23-B19D-7C511838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record against the installed nameplate.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controlled source for signatures and exact identifiers.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BE6FD-2E71-498E-9FB0-2218AC0D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F5D48-5921-4095-B406-7EE586CF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Link the record to commissioning and warranty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asset register after approved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E0314-3425-4085-AA80-79BF26B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95DA1-585A-4FF6-AEB0-DFF4DE6D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A87AC-38BF-4BBB-A43D-ACB0724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2371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6E1BD-667C-481E-A94B-72FACB0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8E514-E164-411C-9683-761352F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B5831-269F-4ABD-BCF2-16615F15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6DB71-E376-4A63-9248-A8C0B0B7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364B6-A2E3-4884-A4B4-289BBD0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791B1-E931-4407-B500-E86648A8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DE6E8-77E1-4D02-8051-00E7C8E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D7008-6BC7-48E9-899D-AF767F7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2861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7DC2A-8640-4D7B-AED9-168E6EA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B42D2-DB9F-4524-B494-476702F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E2221-3C48-49BA-8D7B-D4EF0DA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66FBB-F952-41BE-A787-2734EE08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F8E17-4C6F-498A-A3A2-1843975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DD309-A698-4670-9B92-B6BF26D1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E4DA7-DA81-4C77-91B3-5647BE24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0A289-8FE8-4F92-BF83-2D9BDE7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1273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FC786-4218-4955-B490-525BCFA6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0E156-E9F6-4937-B67E-2CF6D41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A8AF0-E0A5-4C68-9226-7D4DAED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cc29e9a244199"/>
          <a:stretch xmlns:a="http://schemas.openxmlformats.org/drawingml/2006/main"/>
        </p:blipFill>
        <p:spPr>
          <a:xfrm xmlns:a="http://schemas.openxmlformats.org/drawingml/2006/main">
            <a:off x="2828747" y="1714500"/>
            <a:ext cx="295310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5BAC-541D-4B66-B087-74E3D83A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39FD-A3CC-418A-8C58-018624A5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1B680-D2D4-4EE3-A40C-45BB5014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B415A-A585-491A-A6ED-22A86BDA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EF18D-B3A9-4E90-8963-69F976B3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670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AC574-1FF3-437F-A69B-8F39F0F1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C4B13-A1FC-48EB-B6F9-BFBCEFE2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87D06-E7D8-4EE9-99A2-5A8599EC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6E14B-6C52-44A9-9B5A-F4E39C6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2AE8F-1FFF-483F-A00D-06D5D92A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456EF-00C6-43C6-92F7-448AE5B0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F5C2D-5A38-442C-AD6A-3E283DC2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BEBC9-BA35-4857-9B15-8E22DBC8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4208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2026-08-15T02:15:54.6510000Z</dcterms:created>
  <dcterms:modified xsi:type="dcterms:W3CDTF">2026-08-15T02:15:54.6510000Z</dcterms:modified>
</coreProperties>
</file>