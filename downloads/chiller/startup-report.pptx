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21d9d1a744266" /><Relationship Type="http://schemas.openxmlformats.org/officeDocument/2006/relationships/extended-properties" Target="/docProps/app.xml" Id="R796c44cdffd24bee" /><Relationship Type="http://schemas.openxmlformats.org/officeDocument/2006/relationships/officeDocument" Target="/ppt/presentation.xml" Id="R0c73efc4091f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c57e745704777"/>
  </p:sldMasterIdLst>
  <p:notesMasterIdLst>
    <p:notesMasterId xmlns:r="http://schemas.openxmlformats.org/officeDocument/2006/relationships" r:id="R95983d339e02417e"/>
  </p:notesMasterIdLst>
  <p:sldIdLst>
    <p:sldId xmlns:r="http://schemas.openxmlformats.org/officeDocument/2006/relationships" id="256" r:id="R528a42a3a1984c79"/>
    <p:sldId xmlns:r="http://schemas.openxmlformats.org/officeDocument/2006/relationships" id="257" r:id="Rd0fd0f8ef8704c98"/>
    <p:sldId xmlns:r="http://schemas.openxmlformats.org/officeDocument/2006/relationships" id="258" r:id="R9849156f41354115"/>
    <p:sldId xmlns:r="http://schemas.openxmlformats.org/officeDocument/2006/relationships" id="259" r:id="R3bdd0f8055ec401b"/>
    <p:sldId xmlns:r="http://schemas.openxmlformats.org/officeDocument/2006/relationships" id="260" r:id="R0149154e67414465"/>
    <p:sldId xmlns:r="http://schemas.openxmlformats.org/officeDocument/2006/relationships" id="261" r:id="Rbcad9adfb0be4d77"/>
    <p:sldId xmlns:r="http://schemas.openxmlformats.org/officeDocument/2006/relationships" id="262" r:id="R99310755a3e2491b"/>
    <p:sldId xmlns:r="http://schemas.openxmlformats.org/officeDocument/2006/relationships" id="263" r:id="R7fc2fa95b9a64145"/>
    <p:sldId xmlns:r="http://schemas.openxmlformats.org/officeDocument/2006/relationships" id="264" r:id="R52e5ba3a0a6c4866"/>
    <p:sldId xmlns:r="http://schemas.openxmlformats.org/officeDocument/2006/relationships" id="265" r:id="Rb851247762a24a62"/>
    <p:sldId xmlns:r="http://schemas.openxmlformats.org/officeDocument/2006/relationships" id="266" r:id="R559f8fc5c3f7430c"/>
    <p:sldId xmlns:r="http://schemas.openxmlformats.org/officeDocument/2006/relationships" id="267" r:id="R755a402bd1294d80"/>
    <p:sldId xmlns:r="http://schemas.openxmlformats.org/officeDocument/2006/relationships" id="268" r:id="R247f74549a7945d9"/>
    <p:sldId xmlns:r="http://schemas.openxmlformats.org/officeDocument/2006/relationships" id="269" r:id="Ree25ec631424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bb6067b664d03" /><Relationship Type="http://schemas.openxmlformats.org/officeDocument/2006/relationships/slideMaster" Target="/ppt/slideMasters/slideMaster1.xml" Id="Rb02c57e745704777" /><Relationship Type="http://schemas.openxmlformats.org/officeDocument/2006/relationships/notesMaster" Target="/ppt/notesMasters/notesMaster1.xml" Id="R95983d339e02417e" /><Relationship Type="http://schemas.openxmlformats.org/officeDocument/2006/relationships/presProps" Target="/ppt/presProps.xml" Id="Rcc1a4e8568314552" /><Relationship Type="http://schemas.openxmlformats.org/officeDocument/2006/relationships/tableStyles" Target="/ppt/tableStyles.xml" Id="Rd930f78dd36f48c1" /><Relationship Type="http://schemas.openxmlformats.org/officeDocument/2006/relationships/slide" Target="/ppt/slides/slide1.xml" Id="R528a42a3a1984c79" /><Relationship Type="http://schemas.openxmlformats.org/officeDocument/2006/relationships/slide" Target="/ppt/slides/slide2.xml" Id="Rd0fd0f8ef8704c98" /><Relationship Type="http://schemas.openxmlformats.org/officeDocument/2006/relationships/slide" Target="/ppt/slides/slide3.xml" Id="R9849156f41354115" /><Relationship Type="http://schemas.openxmlformats.org/officeDocument/2006/relationships/slide" Target="/ppt/slides/slide4.xml" Id="R3bdd0f8055ec401b" /><Relationship Type="http://schemas.openxmlformats.org/officeDocument/2006/relationships/slide" Target="/ppt/slides/slide5.xml" Id="R0149154e67414465" /><Relationship Type="http://schemas.openxmlformats.org/officeDocument/2006/relationships/slide" Target="/ppt/slides/slide6.xml" Id="Rbcad9adfb0be4d77" /><Relationship Type="http://schemas.openxmlformats.org/officeDocument/2006/relationships/slide" Target="/ppt/slides/slide7.xml" Id="R99310755a3e2491b" /><Relationship Type="http://schemas.openxmlformats.org/officeDocument/2006/relationships/slide" Target="/ppt/slides/slide8.xml" Id="R7fc2fa95b9a64145" /><Relationship Type="http://schemas.openxmlformats.org/officeDocument/2006/relationships/slide" Target="/ppt/slides/slide9.xml" Id="R52e5ba3a0a6c4866" /><Relationship Type="http://schemas.openxmlformats.org/officeDocument/2006/relationships/slide" Target="/ppt/slides/slide10.xml" Id="Rb851247762a24a62" /><Relationship Type="http://schemas.openxmlformats.org/officeDocument/2006/relationships/slide" Target="/ppt/slides/slide11.xml" Id="R559f8fc5c3f7430c" /><Relationship Type="http://schemas.openxmlformats.org/officeDocument/2006/relationships/slide" Target="/ppt/slides/slide12.xml" Id="R755a402bd1294d80" /><Relationship Type="http://schemas.openxmlformats.org/officeDocument/2006/relationships/slide" Target="/ppt/slides/slide13.xml" Id="R247f74549a7945d9" /><Relationship Type="http://schemas.openxmlformats.org/officeDocument/2006/relationships/slide" Target="/ppt/slides/slide14.xml" Id="Ree25ec631424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52e2f55a3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938e56b924f89" /><Relationship Type="http://schemas.openxmlformats.org/officeDocument/2006/relationships/notesMaster" Target="/ppt/notesMasters/notesMaster1.xml" Id="R19180e4a6c17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274fd8b9134b49" /><Relationship Type="http://schemas.openxmlformats.org/officeDocument/2006/relationships/notesMaster" Target="/ppt/notesMasters/notesMaster1.xml" Id="R637b97f3b5ca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a17ffec14b4f6b" /><Relationship Type="http://schemas.openxmlformats.org/officeDocument/2006/relationships/notesMaster" Target="/ppt/notesMasters/notesMaster1.xml" Id="Radb37d9849cd4b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a0c6ff0b2461c" /><Relationship Type="http://schemas.openxmlformats.org/officeDocument/2006/relationships/notesMaster" Target="/ppt/notesMasters/notesMaster1.xml" Id="Rfacc3209444241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a366bbe720447a" /><Relationship Type="http://schemas.openxmlformats.org/officeDocument/2006/relationships/notesMaster" Target="/ppt/notesMasters/notesMaster1.xml" Id="R4cc42f0914924d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34ccf498f4041" /><Relationship Type="http://schemas.openxmlformats.org/officeDocument/2006/relationships/notesMaster" Target="/ppt/notesMasters/notesMaster1.xml" Id="Rc235cdeb25bf40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2cc90940f34ccc" /><Relationship Type="http://schemas.openxmlformats.org/officeDocument/2006/relationships/notesMaster" Target="/ppt/notesMasters/notesMaster1.xml" Id="R8a9d1e3d87bd46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c0d5a084af46b9" /><Relationship Type="http://schemas.openxmlformats.org/officeDocument/2006/relationships/notesMaster" Target="/ppt/notesMasters/notesMaster1.xml" Id="Rd843c06b11c3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4d5405145e417d" /><Relationship Type="http://schemas.openxmlformats.org/officeDocument/2006/relationships/notesMaster" Target="/ppt/notesMasters/notesMaster1.xml" Id="R3ac2a5d637e44b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7ba686081741d6" /><Relationship Type="http://schemas.openxmlformats.org/officeDocument/2006/relationships/notesMaster" Target="/ppt/notesMasters/notesMaster1.xml" Id="R1fd00cae0cc845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c5d8ca383946ac" /><Relationship Type="http://schemas.openxmlformats.org/officeDocument/2006/relationships/notesMaster" Target="/ppt/notesMasters/notesMaster1.xml" Id="Rc8caa6d4f8004f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6de076d1554aa5" /><Relationship Type="http://schemas.openxmlformats.org/officeDocument/2006/relationships/notesMaster" Target="/ppt/notesMasters/notesMaster1.xml" Id="R1684db5b559246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57976d20d74406" /><Relationship Type="http://schemas.openxmlformats.org/officeDocument/2006/relationships/notesMaster" Target="/ppt/notesMasters/notesMaster1.xml" Id="R69c5134ceedc41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fa83bbeb6a47ca" /><Relationship Type="http://schemas.openxmlformats.org/officeDocument/2006/relationships/notesMaster" Target="/ppt/notesMasters/notesMaster1.xml" Id="R2a0aa4613a8942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Trane startup report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9dbced156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76b9922b248cb" /><Relationship Type="http://schemas.openxmlformats.org/officeDocument/2006/relationships/slideLayout" Target="/ppt/slideLayouts/slideLayout1.xml" Id="R8f57d4e5ba40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7d4e5ba40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5e50a4ea746e7" /><Relationship Type="http://schemas.openxmlformats.org/officeDocument/2006/relationships/notesSlide" Target="/ppt/notesSlides/notesSlide1.xml" Id="R906c2f76910d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3cb09ac1d40aa" /><Relationship Type="http://schemas.openxmlformats.org/officeDocument/2006/relationships/notesSlide" Target="/ppt/notesSlides/notesSlide2.xml" Id="R3d232244357b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e4bad6acf4853" /><Relationship Type="http://schemas.openxmlformats.org/officeDocument/2006/relationships/notesSlide" Target="/ppt/notesSlides/notesSlide3.xml" Id="R7f6ba534f3c7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48b5d8bc04eda" /><Relationship Type="http://schemas.openxmlformats.org/officeDocument/2006/relationships/notesSlide" Target="/ppt/notesSlides/notesSlide4.xml" Id="R1172d8b96e36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0ca2bd79a410c" /><Relationship Type="http://schemas.openxmlformats.org/officeDocument/2006/relationships/notesSlide" Target="/ppt/notesSlides/notesSlide5.xml" Id="R5a262e713cca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e7322abf4921" /><Relationship Type="http://schemas.openxmlformats.org/officeDocument/2006/relationships/notesSlide" Target="/ppt/notesSlides/notesSlide6.xml" Id="Rcb01be45a5e44b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471a6f324c9f" /><Relationship Type="http://schemas.openxmlformats.org/officeDocument/2006/relationships/notesSlide" Target="/ppt/notesSlides/notesSlide7.xml" Id="Rf171d2a5c271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f401b44744ef" /><Relationship Type="http://schemas.openxmlformats.org/officeDocument/2006/relationships/notesSlide" Target="/ppt/notesSlides/notesSlide8.xml" Id="R199c58e5c4e74a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3f05a52d4d9e" /><Relationship Type="http://schemas.openxmlformats.org/officeDocument/2006/relationships/notesSlide" Target="/ppt/notesSlides/notesSlide9.xml" Id="Rf81e15a9b8e940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03b7055024c51" /><Relationship Type="http://schemas.openxmlformats.org/officeDocument/2006/relationships/notesSlide" Target="/ppt/notesSlides/notesSlide10.xml" Id="Rbf8d613a6e514e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1ff0c82844d4e" /><Relationship Type="http://schemas.openxmlformats.org/officeDocument/2006/relationships/notesSlide" Target="/ppt/notesSlides/notesSlide11.xml" Id="R44d185fd75344d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be28c372b4210" /><Relationship Type="http://schemas.openxmlformats.org/officeDocument/2006/relationships/notesSlide" Target="/ppt/notesSlides/notesSlide12.xml" Id="R0e3de3384a3241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f8ceb19134416" /><Relationship Type="http://schemas.openxmlformats.org/officeDocument/2006/relationships/notesSlide" Target="/ppt/notesSlides/notesSlide13.xml" Id="R73beb8dadd8745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97c034a364f61" /><Relationship Type="http://schemas.openxmlformats.org/officeDocument/2006/relationships/notesSlide" Target="/ppt/notesSlides/notesSlide14.xml" Id="R5cad08756ced48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16608-BAE1-4F6E-BE42-A592919E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7D1B4-0A1C-4614-B25F-31043BB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Chiller 03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295E7-9065-45EA-A576-2F726B9E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First-start commissioning evidence - serial G24K04508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CAC2A-55B4-4C4A-8B5B-1AB6408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6B91A-C6D8-470C-BB5A-F834D17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869C7-88B9-4ACE-8974-5EF5E5CD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106874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FD3B-386D-4418-97E7-EBA5D7B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18630-8724-40D5-BE12-79B21313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6F7E3-81A5-4F35-A184-2AD056C9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FAF2D-C692-4541-B2B9-C62E6CB6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5973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87D8-3FC0-42B5-B1C8-6BA2D298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2CA0E-2FFB-4AC8-BEF7-3CC4C91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8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startup report records an acceptable installation and running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060FF-6316-4F92-81B0-B61F3A0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06E6-1245-4282-8D46-7F8CC54E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C580-0F0C-4491-9873-53E1BB6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2C974-0671-452D-A4F5-7042A48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D2A37-2C80-49EC-B626-76FFC9FC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G24K04508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683A6-25C4-4C54-8FB1-52C151D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Serial number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97E87-3914-4D15-B8DF-1A7CAF3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10F1B-E40B-401B-9D67-366DEAF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2A4B-2451-46CD-BEEC-BA93725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technician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17C8-13B2-4E5F-AB4E-E85A3F3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3095D-B268-453E-A9B7-29B97C44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F9A61-D38E-4614-8D77-7E15A5C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7480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E2FEF-5446-4FF6-A639-5A758A83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D905C-87E7-4501-89F6-0926D85D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service visit moved the unit from stopped to running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28E8-2F26-474D-A999-BD4BFB72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reason for call was to start the unit. • The plant status on arrival was recorded as stopped.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60DE2-3B79-4AF8-AF3B-AE390AD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2B3DE-BAA1-40AE-BB24-6C3FE691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plant status on leaving was recorded as running. • The report states that startup followed manufacturer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10D3-44BF-4A90-B402-416DEC8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04CCC-770B-4A4D-94EC-66291B53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7BD6A-DD6E-4CCA-8F66-980D2CF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7619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61FD9-4F45-410A-9513-70EE464A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3139C-A035-4633-B25E-3AF2665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conclusion permits startup without reservation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05205-8386-45A2-B7A9-C80F03C2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installation was recorded as acceptable. • The report states that the unit could be started without reserve.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1F0B3-37C3-4BF8-A861-D566246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243B1-5447-4ADA-B0C0-4D1AE731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job was marked completed with no quotation required. • Acceptance should remain linked to annex readings and open snags.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68882-CAEA-463F-A4A1-883DC164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6FE3C-D624-4434-9ABA-70B4C80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DABB6-A4BA-48BA-810C-842BF41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4792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CFE62-6D76-4416-ACE4-397C2CD4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1E7AC-C6D4-4561-9E2E-75C89E09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2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Commissioning records form the future performance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E106-2042-4B9E-A071-C5BD665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temperatures, pressures, currents, flow and control settings. • Record compressor starts and hours when 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FACF9-BAA1-4E91-8F66-1172011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966E9-AA77-4FF6-A149-F62C602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alarm history and sensor plausibility. • Use the baseline during warranty and repeat-failure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702F1-80D5-4460-A0E3-B6AD5E47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9CF71-551C-4BA3-9781-48669871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F7F4-712D-48B4-9D48-A96399A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960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AC087-4206-4BED-8016-0DFB1C09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D626A-7AEA-4AFC-8018-957F440B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1DA97-EE77-4C9B-BF7A-9D464D04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AFACD-7FF5-42DE-BAA7-F61281D3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7C6F9-4FE4-46CB-9875-7BD9C58D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05DBE-4726-4251-9662-CAB2D39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4454A-4B31-4BBE-8C7A-A1031671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F89FC-BD91-4B35-9D38-217885D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DEB14-804C-42C6-85FC-7FF9E5E7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7127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2B705-6E7E-408A-B91E-7E522928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254C2-06DB-4087-A832-C98C0A6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BFEC1-79AD-4595-8F2D-ABDB766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122-426C-4061-B53B-3F78CD6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DA958-4F69-4FA8-8CE9-E34B0F9F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86CB7-D8BD-41E7-87BD-C300D73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B0FF5-6ED7-4C72-9FF4-706997CD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64620-4414-44DA-8381-70E2A34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D352-B177-4954-8D18-920895D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706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E1952-C89E-4D4E-BF66-74D561A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B9BEC-2C17-4D99-B4CA-988630E0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B39F-0D26-4F0F-91A6-9656C0B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D1DD0-4DF6-4EE9-B31D-E5919AB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332A3-E35A-483C-9F90-4B578CD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0CE39-E6F4-4639-8BA3-492240A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1F3FB-5ADB-436F-9D3F-F95C543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240E8-D0BB-4369-B4E8-5114E00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5B51C-A94F-4988-A103-2FA433F5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8787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E95EC-CEC5-474A-A89E-580D2831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4DDD6-4E02-4666-92EA-73AB46A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74F16-FDD9-4811-90E4-548930BC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87977-4B66-43B9-B8D4-BFBA430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BBBB8-6D92-448E-A30B-0E61121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47102-FA7C-4EA8-ACD3-35B8817F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0A7B6-BC8F-4528-A9E7-5ACCDE8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20101-7FA8-4D75-A1AB-C63BA18E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9138-1C46-4B97-9CFC-169D82F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4851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0F0CB-E437-4AC0-901A-D6ED1B5D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B18D1-CB0B-4942-9D6D-E032C220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02A1D-15C8-4585-A818-BE018074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43B6F-6136-4A30-9D53-165B62A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63097-60A9-4EE7-B15D-2702E80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A7F2F-DE05-4FEC-80B7-18727BB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2089D-7213-4928-8F6B-BF5C66F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31E92-3C86-4750-983E-D2F19AD0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E74EB-C581-4908-928A-87CD754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148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A83B1-1B31-45BD-AB07-BC8ED9C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C3ED-0D0E-4129-A19F-7E7B8EC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7AC49-62F4-4C9D-A028-4CF9283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7ECAF-3ED3-400E-89FF-4A39BDC7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95F1-DE0E-43CA-98D6-00D80A7C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AFE9B-2250-45CF-A92B-84078BC9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2FD0E-4F48-4B84-AD1F-ECDAFC8B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82AE6-955C-4424-B184-2361DBF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12AB5-E058-434E-B54D-F95FC5A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5422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2844C-F656-4CB0-A547-9A4C4958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C37EB-F22E-4B4E-A4AA-505C7DE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D7089-93D3-4439-ACD9-5A04D258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602FF-648A-4F78-B288-05C43BF4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0A35-2389-428B-93A6-1C9F018D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8107A-2D5C-46CD-BC9C-34492AB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EB1B4-2F49-4773-A3CA-28542D84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87492-77DB-4D7A-8C5A-3992A00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C8078-C954-482B-97F4-3E14E1E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99746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8285-3C59-417F-9329-A893FF0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A0049-50A5-4B9F-B565-21A57FD7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2B7E3-964F-412A-9473-A9C4D326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60BEF-775E-464E-AC26-438BC940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EF365-4903-4CCD-8DEC-C00829D0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D2965-B0E3-4ACB-A9FB-7DB32220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18ABC-3193-4382-BED8-96E2E6D4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9A392-C283-43AA-815C-F71135F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19500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2026-08-15T02:49:52.3950000Z</dcterms:created>
  <dcterms:modified xsi:type="dcterms:W3CDTF">2026-08-15T02:49:52.3950000Z</dcterms:modified>
</coreProperties>
</file>