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1cad951f014d67" /><Relationship Type="http://schemas.openxmlformats.org/officeDocument/2006/relationships/extended-properties" Target="/docProps/app.xml" Id="Ra694e29a418f4320" /><Relationship Type="http://schemas.openxmlformats.org/officeDocument/2006/relationships/officeDocument" Target="/ppt/presentation.xml" Id="R24efa48ccab64c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a7a1cbcb524532"/>
  </p:sldMasterIdLst>
  <p:notesMasterIdLst>
    <p:notesMasterId xmlns:r="http://schemas.openxmlformats.org/officeDocument/2006/relationships" r:id="R3198665647be4e4e"/>
  </p:notesMasterIdLst>
  <p:sldIdLst>
    <p:sldId xmlns:r="http://schemas.openxmlformats.org/officeDocument/2006/relationships" id="256" r:id="R8869850c06a5447d"/>
    <p:sldId xmlns:r="http://schemas.openxmlformats.org/officeDocument/2006/relationships" id="257" r:id="R35c01ab36d294e9c"/>
    <p:sldId xmlns:r="http://schemas.openxmlformats.org/officeDocument/2006/relationships" id="258" r:id="Rd06299942ae24de5"/>
    <p:sldId xmlns:r="http://schemas.openxmlformats.org/officeDocument/2006/relationships" id="259" r:id="Ref235962003e409c"/>
    <p:sldId xmlns:r="http://schemas.openxmlformats.org/officeDocument/2006/relationships" id="260" r:id="R2ef5189fce3249fe"/>
    <p:sldId xmlns:r="http://schemas.openxmlformats.org/officeDocument/2006/relationships" id="261" r:id="R6ffff70edc024fde"/>
    <p:sldId xmlns:r="http://schemas.openxmlformats.org/officeDocument/2006/relationships" id="262" r:id="R32ce8527e87e48b2"/>
    <p:sldId xmlns:r="http://schemas.openxmlformats.org/officeDocument/2006/relationships" id="263" r:id="Ra5c55cfe46f74dcb"/>
    <p:sldId xmlns:r="http://schemas.openxmlformats.org/officeDocument/2006/relationships" id="264" r:id="R482b76748a9f48a6"/>
    <p:sldId xmlns:r="http://schemas.openxmlformats.org/officeDocument/2006/relationships" id="265" r:id="R089cb93e56e54e53"/>
    <p:sldId xmlns:r="http://schemas.openxmlformats.org/officeDocument/2006/relationships" id="266" r:id="R22b151ad85414303"/>
    <p:sldId xmlns:r="http://schemas.openxmlformats.org/officeDocument/2006/relationships" id="267" r:id="R8f9bfc1ec16b4d58"/>
    <p:sldId xmlns:r="http://schemas.openxmlformats.org/officeDocument/2006/relationships" id="268" r:id="Ra23057649464481a"/>
    <p:sldId xmlns:r="http://schemas.openxmlformats.org/officeDocument/2006/relationships" id="269" r:id="R9509bee7451048de"/>
    <p:sldId xmlns:r="http://schemas.openxmlformats.org/officeDocument/2006/relationships" id="270" r:id="Re5526555814e43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848c35b93a49f8" /><Relationship Type="http://schemas.openxmlformats.org/officeDocument/2006/relationships/slideMaster" Target="/ppt/slideMasters/slideMaster1.xml" Id="R81a7a1cbcb524532" /><Relationship Type="http://schemas.openxmlformats.org/officeDocument/2006/relationships/notesMaster" Target="/ppt/notesMasters/notesMaster1.xml" Id="R3198665647be4e4e" /><Relationship Type="http://schemas.openxmlformats.org/officeDocument/2006/relationships/presProps" Target="/ppt/presProps.xml" Id="R15a8b0b410614bed" /><Relationship Type="http://schemas.openxmlformats.org/officeDocument/2006/relationships/tableStyles" Target="/ppt/tableStyles.xml" Id="R0e3d628256ed43d9" /><Relationship Type="http://schemas.openxmlformats.org/officeDocument/2006/relationships/slide" Target="/ppt/slides/slide1.xml" Id="R8869850c06a5447d" /><Relationship Type="http://schemas.openxmlformats.org/officeDocument/2006/relationships/slide" Target="/ppt/slides/slide2.xml" Id="R35c01ab36d294e9c" /><Relationship Type="http://schemas.openxmlformats.org/officeDocument/2006/relationships/slide" Target="/ppt/slides/slide3.xml" Id="Rd06299942ae24de5" /><Relationship Type="http://schemas.openxmlformats.org/officeDocument/2006/relationships/slide" Target="/ppt/slides/slide4.xml" Id="Ref235962003e409c" /><Relationship Type="http://schemas.openxmlformats.org/officeDocument/2006/relationships/slide" Target="/ppt/slides/slide5.xml" Id="R2ef5189fce3249fe" /><Relationship Type="http://schemas.openxmlformats.org/officeDocument/2006/relationships/slide" Target="/ppt/slides/slide6.xml" Id="R6ffff70edc024fde" /><Relationship Type="http://schemas.openxmlformats.org/officeDocument/2006/relationships/slide" Target="/ppt/slides/slide7.xml" Id="R32ce8527e87e48b2" /><Relationship Type="http://schemas.openxmlformats.org/officeDocument/2006/relationships/slide" Target="/ppt/slides/slide8.xml" Id="Ra5c55cfe46f74dcb" /><Relationship Type="http://schemas.openxmlformats.org/officeDocument/2006/relationships/slide" Target="/ppt/slides/slide9.xml" Id="R482b76748a9f48a6" /><Relationship Type="http://schemas.openxmlformats.org/officeDocument/2006/relationships/slide" Target="/ppt/slides/slide10.xml" Id="R089cb93e56e54e53" /><Relationship Type="http://schemas.openxmlformats.org/officeDocument/2006/relationships/slide" Target="/ppt/slides/slide11.xml" Id="R22b151ad85414303" /><Relationship Type="http://schemas.openxmlformats.org/officeDocument/2006/relationships/slide" Target="/ppt/slides/slide12.xml" Id="R8f9bfc1ec16b4d58" /><Relationship Type="http://schemas.openxmlformats.org/officeDocument/2006/relationships/slide" Target="/ppt/slides/slide13.xml" Id="Ra23057649464481a" /><Relationship Type="http://schemas.openxmlformats.org/officeDocument/2006/relationships/slide" Target="/ppt/slides/slide14.xml" Id="R9509bee7451048de" /><Relationship Type="http://schemas.openxmlformats.org/officeDocument/2006/relationships/slide" Target="/ppt/slides/slide15.xml" Id="Re5526555814e43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fae1d6ed5c44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c3dc50e60f40b8" /><Relationship Type="http://schemas.openxmlformats.org/officeDocument/2006/relationships/notesMaster" Target="/ppt/notesMasters/notesMaster1.xml" Id="R82839da2318d44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d7440c34c54bc5" /><Relationship Type="http://schemas.openxmlformats.org/officeDocument/2006/relationships/notesMaster" Target="/ppt/notesMasters/notesMaster1.xml" Id="R503f1cb5e7c046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fc29bf4dd248f7" /><Relationship Type="http://schemas.openxmlformats.org/officeDocument/2006/relationships/notesMaster" Target="/ppt/notesMasters/notesMaster1.xml" Id="R41bef426312e44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040b65315749ab" /><Relationship Type="http://schemas.openxmlformats.org/officeDocument/2006/relationships/notesMaster" Target="/ppt/notesMasters/notesMaster1.xml" Id="R53d57213ba9f4f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a7f4b39e024b46" /><Relationship Type="http://schemas.openxmlformats.org/officeDocument/2006/relationships/notesMaster" Target="/ppt/notesMasters/notesMaster1.xml" Id="Refa39159675c44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1bfa08ff7e45fd" /><Relationship Type="http://schemas.openxmlformats.org/officeDocument/2006/relationships/notesMaster" Target="/ppt/notesMasters/notesMaster1.xml" Id="Ref1c7fea1dfc4d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0aa49c407340da" /><Relationship Type="http://schemas.openxmlformats.org/officeDocument/2006/relationships/notesMaster" Target="/ppt/notesMasters/notesMaster1.xml" Id="Re81952e8dfba468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2a2b3dd66984986" /><Relationship Type="http://schemas.openxmlformats.org/officeDocument/2006/relationships/notesMaster" Target="/ppt/notesMasters/notesMaster1.xml" Id="R13c0f4ea336043d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838fb68e504d59" /><Relationship Type="http://schemas.openxmlformats.org/officeDocument/2006/relationships/notesMaster" Target="/ppt/notesMasters/notesMaster1.xml" Id="R790b6634b75a4a8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505ae9080774fec" /><Relationship Type="http://schemas.openxmlformats.org/officeDocument/2006/relationships/notesMaster" Target="/ppt/notesMasters/notesMaster1.xml" Id="R68167799513f41d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b37c6adeb6d4739" /><Relationship Type="http://schemas.openxmlformats.org/officeDocument/2006/relationships/notesMaster" Target="/ppt/notesMasters/notesMaster1.xml" Id="Rf5eeeaf97e574ae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45a6debdb4a445e" /><Relationship Type="http://schemas.openxmlformats.org/officeDocument/2006/relationships/notesMaster" Target="/ppt/notesMasters/notesMaster1.xml" Id="R8c65343a3aac45c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d52bfd6f7ce4ae8" /><Relationship Type="http://schemas.openxmlformats.org/officeDocument/2006/relationships/notesMaster" Target="/ppt/notesMasters/notesMaster1.xml" Id="R1e2c2e3366c6489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b74678e7a444271" /><Relationship Type="http://schemas.openxmlformats.org/officeDocument/2006/relationships/notesMaster" Target="/ppt/notesMasters/notesMaster1.xml" Id="R385e8c57448b4ae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51a82e48dd546d5" /><Relationship Type="http://schemas.openxmlformats.org/officeDocument/2006/relationships/notesMaster" Target="/ppt/notesMasters/notesMaster1.xml" Id="R1ceecbfa63ea47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dcc23dbcb640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d4cd92eba342cc" /><Relationship Type="http://schemas.openxmlformats.org/officeDocument/2006/relationships/slideLayout" Target="/ppt/slideLayouts/slideLayout1.xml" Id="R019ccc635b134e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9ccc635b134e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2dc2aef3e849a0" /><Relationship Type="http://schemas.openxmlformats.org/officeDocument/2006/relationships/notesSlide" Target="/ppt/notesSlides/notesSlide1.xml" Id="R16e88e27638043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4f9ed5b1354959" /><Relationship Type="http://schemas.openxmlformats.org/officeDocument/2006/relationships/notesSlide" Target="/ppt/notesSlides/notesSlide2.xml" Id="R25a1c5c7d09643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43415e4326467e" /><Relationship Type="http://schemas.openxmlformats.org/officeDocument/2006/relationships/notesSlide" Target="/ppt/notesSlides/notesSlide3.xml" Id="R63f5dc05fb3b49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3dfdde9c6c447d" /><Relationship Type="http://schemas.openxmlformats.org/officeDocument/2006/relationships/notesSlide" Target="/ppt/notesSlides/notesSlide4.xml" Id="Re5fef69f186944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ca862ee394464c" /><Relationship Type="http://schemas.openxmlformats.org/officeDocument/2006/relationships/notesSlide" Target="/ppt/notesSlides/notesSlide5.xml" Id="R154915af02974c3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0f0c506e9c4a91" /><Relationship Type="http://schemas.openxmlformats.org/officeDocument/2006/relationships/notesSlide" Target="/ppt/notesSlides/notesSlide6.xml" Id="R2eecf72bff0c44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9f883bda64d40" /><Relationship Type="http://schemas.openxmlformats.org/officeDocument/2006/relationships/notesSlide" Target="/ppt/notesSlides/notesSlide7.xml" Id="R4d07be2a761c42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c8382b713f4679" /><Relationship Type="http://schemas.openxmlformats.org/officeDocument/2006/relationships/notesSlide" Target="/ppt/notesSlides/notesSlide8.xml" Id="R519ecebaa9de4e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68bc7069354fb2" /><Relationship Type="http://schemas.openxmlformats.org/officeDocument/2006/relationships/notesSlide" Target="/ppt/notesSlides/notesSlide9.xml" Id="Rcd7a8b7506cb427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65f6777fd4988" /><Relationship Type="http://schemas.openxmlformats.org/officeDocument/2006/relationships/notesSlide" Target="/ppt/notesSlides/notesSlide10.xml" Id="R923d6dfaaa054b4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60987c34f948a4" /><Relationship Type="http://schemas.openxmlformats.org/officeDocument/2006/relationships/notesSlide" Target="/ppt/notesSlides/notesSlide11.xml" Id="R1761c461c05c44c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410cb7f8e443fe" /><Relationship Type="http://schemas.openxmlformats.org/officeDocument/2006/relationships/notesSlide" Target="/ppt/notesSlides/notesSlide12.xml" Id="R20f096bde61c466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f8539192f4b34" /><Relationship Type="http://schemas.openxmlformats.org/officeDocument/2006/relationships/notesSlide" Target="/ppt/notesSlides/notesSlide13.xml" Id="R89f7c8c0c3364b5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6448cdcd9a454e" /><Relationship Type="http://schemas.openxmlformats.org/officeDocument/2006/relationships/notesSlide" Target="/ppt/notesSlides/notesSlide14.xml" Id="R0fde82e306f74e2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a787b4d6ba44c6" /><Relationship Type="http://schemas.openxmlformats.org/officeDocument/2006/relationships/notesSlide" Target="/ppt/notesSlides/notesSlide15.xml" Id="R78975c8224b943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5449A1-2E8E-424B-B134-535E666F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SERVICE REPORTS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50029F-7FBF-46F3-A190-D6EDDCA5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Chiller 03 Detailed Service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9B0C34-D2DA-4EEE-A75F-F8FFD620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Operating readings for RTAG285 serial G24K04508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D18EC4-72E7-4F58-9488-3383AA07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241F4D-784E-40A2-97DB-9AE79B08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3764F6-B064-462F-9A80-10D1CBA5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15933302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3927FB-B8C3-4ACD-8C2A-7205E4AC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SERVICE REPORTS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C488EA-2194-4515-AF7F-5547EE2F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A07CB9-44F9-4745-B419-B33482E2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656919-0CFE-469E-9BD5-54792040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263715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BB7EBC-573B-48CA-B668-F6C66498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7C607D-D48C-4ED8-9343-1FA145F1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3B6B9C-BD38-4F17-ACE7-35051129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9914D7-C0C4-4984-A317-78BA14D3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09 Jul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0CB01F-D6BE-476E-AEA6-98AF6296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Report date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7D8FD5-5FCE-4232-8941-0280EBB3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DBA9E2-30F2-43D4-B183-268121C6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RTAG285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B79615-4EFD-4F91-A512-B845FD95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Chiller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81B361-F5BF-4ABA-B708-E3720E2B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60B1FA-D4F3-4318-810A-7774CF0B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5E18E1-AA89-453C-B1E5-9B7FA1EF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Detailed report pages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7FB08F-8F18-403A-BFAB-BD9D9736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CCE027-A448-4413-968B-31643CC2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Service Reports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1E13DC-0583-4D41-ADF8-1A3FDACE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351507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72F659-93F4-4F1B-B1A5-C528CA9C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65691B-3E87-4EB4-9E32-F7F39E8C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2328D7-89E4-4CCA-93EA-54B6CFF4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Use readings to compare circuits, compressors and water-side performance. • Check sensor plausibility before drawing conclusions.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B246EB-5462-43D3-88F2-2D8E06B7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24B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8CCBB4-6F89-405D-9A08-BC7EC86C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Trend repeated alarms and abnormal load distribution. • Attach the verified corrective-action closeout.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A68F50-D986-4BCE-A492-20033834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AD5471-1D57-4F6B-B42E-E42D3DA8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Service Reports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FD0B47-E018-4A1C-ABC8-11B126FD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988822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6089E3-FF76-4FE1-8EC7-5AE2FE16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DF735D-A89E-4D73-9DD6-DF259459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A26AA1-DF8F-4A94-9FE0-5DE33BCA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0DB040-0C30-4893-9465-C77CA95B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24B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FA3CDE-A400-4D92-BB68-83DAD9E8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FCCA85-802B-429E-A784-17195AF4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72A051-A5AD-4698-AC70-86D2A284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Service Reports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E8AFD8-E944-4D8E-855D-A5341C89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879870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A17865-C665-42A0-9BBD-8D944D19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8922D0-301B-47EF-9529-327914F9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B27E0A-2E7D-479B-AEC4-153BDB4C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651996-B1D0-4FE4-A946-212C0AC8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24B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C08FA6-0720-4B1B-9648-122916D8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C8A50F-31A0-4E11-A3B9-FFF13EDE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BE72CA-1138-456F-9717-8AE5612E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Service Reports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6CE7D9-924F-4291-A2DB-0C84FF69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932728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1D768E-723C-4BB3-8820-66A32B7A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3A9346-AB1B-47CB-B3B0-4503CC1F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DA01F8-539C-484F-B1EA-3F57AF06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7409C9-718F-4985-84DE-BF438A95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69EC16-B71D-40FA-A3A4-B3774C34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AAAD9A-0D66-4AB5-99C9-263DE54C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05197C-5782-497D-95DB-1590B901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3D325C-A831-46D5-89D9-4D33AE08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Service Reports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BA540D-B3BD-4758-8DE4-4DDAFEB2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495570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B59332-BF9E-4FE3-A958-19ABE129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ADD3EF-D763-40CB-AFEC-50F7B09C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D43294-F713-429B-96EB-D9583D19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B3A9F9-3CFF-4F5E-B127-EB508260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724E06-C28B-452B-8F77-1FDE6B60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02EA99-5CD3-42B4-A210-F53C8736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C76D2D-EAEA-431F-A2E2-FD067015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A66D0E-3F26-4421-AB58-E186E067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Service Reports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87D46A-8B56-4EB2-9242-F6142DC0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744523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21B040-6D3B-4DE5-8193-D80FDE55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010820-AA4B-4807-9AEB-BF77B201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030F10-EDAF-4429-A98B-F0D00576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1A6BA1-B296-48DF-9D40-68E4DB7A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E63DCC-34FF-4EFC-8260-6074E663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DE11A8-6B76-465D-818E-9E394893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4D13C8-C894-4409-AC0A-D0CE4E36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D6F343-2781-4C2B-A3C7-4E95CE4E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Service Reports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D84A4-FB2F-4EB8-A04D-21FE6D5F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882237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211610-4391-4BC4-BD89-9ACE8658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ACA09F-A26C-4614-B1EE-E1A85EF5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7FE1E0-D24F-4E81-8498-8BAB2003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DFA926-81C1-4912-8205-B16BBC28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2AC5EF-896F-4B7D-B8B5-162772FF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AA332-760B-407B-AC57-E7625DBE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014E3-7B50-4316-A7B6-A674611A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B9D85A-0001-46AF-AE49-4D506E2C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Service Reports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764D3D-4017-4D28-B3DA-D4534DFA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94597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69A54-A950-485A-9BFF-10CCFEAA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485E16-BC44-4025-B5FF-89319267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188C23-CDEC-4C38-8656-875FB9A7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DCD06D-7A97-42C6-987B-C03EAB8F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6203AE-F499-4B05-A85A-8BB26741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7F1D11-E714-4843-B7A9-6F04C2B5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337D7B-D3DD-484F-8B68-0B6E71C3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A6E0CC-6D26-4F66-9B32-68A3AEF4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Service Reports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232750-BA8B-4DF4-85DE-1286B50E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088786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8C85EC-AFC4-4795-B218-247A4956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07B2B9-A75D-4FED-B592-3C22EF49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5FC58F-62A8-482A-A622-A94F65DD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E3193C-7624-4EA1-AF62-9737E0E3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5C157D-97E6-4DF6-A2E3-3DEC20CC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1CB214-FB14-434C-87BB-D36B5655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3279DD-8FAC-4D00-B2BF-12B09006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BD8A70-4287-4352-9CC4-91D740B8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Service Reports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EC16B1-B425-44D8-95CC-E49F3F93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33481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6ECAA9-68FA-4A25-8AF2-933B71EC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7153AB-0EC1-4701-9F11-72FAF9F4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0C3EBE-1704-448E-955B-ABEBDC1F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0491B7-BFC5-476B-A129-DEC78506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4F5778-D397-443C-96A8-1BD837BC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C5B7D0-44C0-46DA-A31C-53B1EAA9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A328B6-D801-485F-B9E8-A6B84E54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3D88D4-2B71-4B00-926B-C7AA6C1A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Service Reports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3AC936-20ED-48BE-B1B2-3E85341B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25435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D53B50-2E72-417C-9382-FD3421B4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7C862F-D2E9-4D90-8B2D-9559E4C0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EF6874-D9C9-4151-8560-DA547FC5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BF76DE-1C6D-43A5-90EE-5A83F975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F94441-FBF7-4A92-9047-0953AE04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0AD7A8-9E38-41E6-982F-A4D66C9F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657325-D4E6-41B0-BD2C-C71FB859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D257AB-53F8-4761-9766-DDCD2498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Service Reports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A84C60-D816-4406-9946-0EC140ED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95084095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9DCD00-2717-4B47-BF07-DD27C654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D9265F-831D-4CBF-9DF4-EA43EFC7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E09D22-543C-47D3-9434-1E13892A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446FE2-263B-46C5-A221-329B1B11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24B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8C21B2-BC3A-4877-9E94-37BF3C6C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A12932-8A30-414E-B63D-75CADDAA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F1D0EF-B7C4-469C-AEE4-D1A6A9BF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Service Reports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705597-4DA3-473D-8F73-4B381BA9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6349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2026-08-15T02:49:55.5320000Z</dcterms:created>
  <dcterms:modified xsi:type="dcterms:W3CDTF">2026-08-15T02:49:55.5320000Z</dcterms:modified>
</coreProperties>
</file>