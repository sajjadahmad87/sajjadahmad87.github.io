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259b408cec488c" /><Relationship Type="http://schemas.openxmlformats.org/officeDocument/2006/relationships/extended-properties" Target="/docProps/app.xml" Id="Rbaaa093c841142b6" /><Relationship Type="http://schemas.openxmlformats.org/officeDocument/2006/relationships/officeDocument" Target="/ppt/presentation.xml" Id="R35ca6f18b09e41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da189b286774dba"/>
  </p:sldMasterIdLst>
  <p:notesMasterIdLst>
    <p:notesMasterId xmlns:r="http://schemas.openxmlformats.org/officeDocument/2006/relationships" r:id="Ra3d9831fa8274f48"/>
  </p:notesMasterIdLst>
  <p:sldIdLst>
    <p:sldId xmlns:r="http://schemas.openxmlformats.org/officeDocument/2006/relationships" id="256" r:id="R622185ecf0a04ab4"/>
    <p:sldId xmlns:r="http://schemas.openxmlformats.org/officeDocument/2006/relationships" id="257" r:id="R0b9ec3d28e1644c3"/>
    <p:sldId xmlns:r="http://schemas.openxmlformats.org/officeDocument/2006/relationships" id="258" r:id="R2bb981d98e554d8f"/>
    <p:sldId xmlns:r="http://schemas.openxmlformats.org/officeDocument/2006/relationships" id="259" r:id="R8995a2eb1c9c42da"/>
    <p:sldId xmlns:r="http://schemas.openxmlformats.org/officeDocument/2006/relationships" id="260" r:id="R3229180d8aca497a"/>
    <p:sldId xmlns:r="http://schemas.openxmlformats.org/officeDocument/2006/relationships" id="261" r:id="Rfe6d7a9c8f784727"/>
    <p:sldId xmlns:r="http://schemas.openxmlformats.org/officeDocument/2006/relationships" id="262" r:id="Rd1bd92ca92364a3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9fc6162d7744fc" /><Relationship Type="http://schemas.openxmlformats.org/officeDocument/2006/relationships/slideMaster" Target="/ppt/slideMasters/slideMaster1.xml" Id="R8da189b286774dba" /><Relationship Type="http://schemas.openxmlformats.org/officeDocument/2006/relationships/notesMaster" Target="/ppt/notesMasters/notesMaster1.xml" Id="Ra3d9831fa8274f48" /><Relationship Type="http://schemas.openxmlformats.org/officeDocument/2006/relationships/presProps" Target="/ppt/presProps.xml" Id="Rdcb53ecbb4dd4c4c" /><Relationship Type="http://schemas.openxmlformats.org/officeDocument/2006/relationships/tableStyles" Target="/ppt/tableStyles.xml" Id="R13884945ac7c4354" /><Relationship Type="http://schemas.openxmlformats.org/officeDocument/2006/relationships/slide" Target="/ppt/slides/slide1.xml" Id="R622185ecf0a04ab4" /><Relationship Type="http://schemas.openxmlformats.org/officeDocument/2006/relationships/slide" Target="/ppt/slides/slide2.xml" Id="R0b9ec3d28e1644c3" /><Relationship Type="http://schemas.openxmlformats.org/officeDocument/2006/relationships/slide" Target="/ppt/slides/slide3.xml" Id="R2bb981d98e554d8f" /><Relationship Type="http://schemas.openxmlformats.org/officeDocument/2006/relationships/slide" Target="/ppt/slides/slide4.xml" Id="R8995a2eb1c9c42da" /><Relationship Type="http://schemas.openxmlformats.org/officeDocument/2006/relationships/slide" Target="/ppt/slides/slide5.xml" Id="R3229180d8aca497a" /><Relationship Type="http://schemas.openxmlformats.org/officeDocument/2006/relationships/slide" Target="/ppt/slides/slide6.xml" Id="Rfe6d7a9c8f784727" /><Relationship Type="http://schemas.openxmlformats.org/officeDocument/2006/relationships/slide" Target="/ppt/slides/slide7.xml" Id="Rd1bd92ca92364a3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6cf129bfac40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42d3cff1544c78" /><Relationship Type="http://schemas.openxmlformats.org/officeDocument/2006/relationships/notesMaster" Target="/ppt/notesMasters/notesMaster1.xml" Id="R335606c3e03b45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5d5fd0323c44398" /><Relationship Type="http://schemas.openxmlformats.org/officeDocument/2006/relationships/notesMaster" Target="/ppt/notesMasters/notesMaster1.xml" Id="R26fa704d8da140f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da8fcf38f2e45d0" /><Relationship Type="http://schemas.openxmlformats.org/officeDocument/2006/relationships/notesMaster" Target="/ppt/notesMasters/notesMaster1.xml" Id="Rb318fca0597e41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f1df0d0e6af475c" /><Relationship Type="http://schemas.openxmlformats.org/officeDocument/2006/relationships/notesMaster" Target="/ppt/notesMasters/notesMaster1.xml" Id="R572d919b4120408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eba137b1305453f" /><Relationship Type="http://schemas.openxmlformats.org/officeDocument/2006/relationships/notesMaster" Target="/ppt/notesMasters/notesMaster1.xml" Id="R1a0a4e29ca90464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b00678c1db84da0" /><Relationship Type="http://schemas.openxmlformats.org/officeDocument/2006/relationships/notesMaster" Target="/ppt/notesMasters/notesMaster1.xml" Id="R7093d20397424cd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2213a93993045f5" /><Relationship Type="http://schemas.openxmlformats.org/officeDocument/2006/relationships/notesMaster" Target="/ppt/notesMasters/notesMaster1.xml" Id="Rb715f418fdb9440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Flushing Smaple Report 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Flushing Smaple Report 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Flushing Smaple Report 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Flushing Smaple Report 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Flushing Smaple Report 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Flushing Smaple Report .pdf</a:t>
            </a:r>
          </a:p>
          <a:p xmlns:a="http://schemas.openxmlformats.org/drawingml/2006/main">
            <a:r>
              <a:t>- Evidence reference: Blutech Water FZC report 0116 - 21 April 2025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source: Flushing Smaple Report 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controlled project record, current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789da63662a4df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430438f018c4a52" /><Relationship Type="http://schemas.openxmlformats.org/officeDocument/2006/relationships/slideLayout" Target="/ppt/slideLayouts/slideLayout1.xml" Id="Rdfb2aaed14be40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b2aaed14be40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e215d641074455" /><Relationship Type="http://schemas.openxmlformats.org/officeDocument/2006/relationships/image" Target="/ppt/media/image.jpeg" Id="Rf76cabf83d294232" /><Relationship Type="http://schemas.openxmlformats.org/officeDocument/2006/relationships/notesSlide" Target="/ppt/notesSlides/notesSlide1.xml" Id="R9480ec039b2f42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22ec3a63a949c3" /><Relationship Type="http://schemas.openxmlformats.org/officeDocument/2006/relationships/notesSlide" Target="/ppt/notesSlides/notesSlide2.xml" Id="Rdd37b36d579749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61d90e179a4dba" /><Relationship Type="http://schemas.openxmlformats.org/officeDocument/2006/relationships/notesSlide" Target="/ppt/notesSlides/notesSlide3.xml" Id="R097697cc74184b5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9a793bd624278" /><Relationship Type="http://schemas.openxmlformats.org/officeDocument/2006/relationships/notesSlide" Target="/ppt/notesSlides/notesSlide4.xml" Id="R55fdc247097a4f4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409396d4aa4c3c" /><Relationship Type="http://schemas.openxmlformats.org/officeDocument/2006/relationships/notesSlide" Target="/ppt/notesSlides/notesSlide5.xml" Id="R715f65716c434fb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46dd9003e04975" /><Relationship Type="http://schemas.openxmlformats.org/officeDocument/2006/relationships/image" Target="/ppt/media/image2.jpeg" Id="R40d44b677ec4488f" /><Relationship Type="http://schemas.openxmlformats.org/officeDocument/2006/relationships/notesSlide" Target="/ppt/notesSlides/notesSlide6.xml" Id="Ra4099b8704e34d2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9883f7fac7464b" /><Relationship Type="http://schemas.openxmlformats.org/officeDocument/2006/relationships/notesSlide" Target="/ppt/notesSlides/notesSlide7.xml" Id="R7a7fe600e90d45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912841-6D2D-41D6-8155-81EC9CAB6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COMMISSIONING &amp; TESTING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D370D6-EBE4-45E8-BEAB-31A7DBCE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Chilled-Water Flushing &amp; Analysis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AB6EAF-98D2-43FA-849B-D292B9A75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water-quality acceptance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618097-CA68-4178-9752-E99DC706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6cabf83d294232"/>
          <a:stretch xmlns:a="http://schemas.openxmlformats.org/drawingml/2006/main"/>
        </p:blipFill>
        <p:spPr>
          <a:xfrm xmlns:a="http://schemas.openxmlformats.org/drawingml/2006/main">
            <a:off x="7012998" y="590550"/>
            <a:ext cx="4033405" cy="52197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8F4E78-C7BC-4470-B485-13A77032D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SAJJAD ENGINEERING ACADEMY</a:t>
            </a:r>
          </a:p>
        </p:txBody>
      </p:sp>
    </p:spTree>
    <p:extLst>
      <p:ext uri="{BB962C8B-B14F-4D97-AF65-F5344CB8AC3E}">
        <p14:creationId xmlns:p14="http://schemas.microsoft.com/office/powerpoint/2010/main" val="8344704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B8F299-1ABD-4A69-9B28-FB631D937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COMMISSIONING &amp; TESTING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B7AE4D-AA0C-493F-8B9E-B6E9CC66C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F1125A-F7E4-4CA6-9857-AE8596322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E0B013-CB78-4F86-A63A-C15063F0E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788651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5EC586-28C8-424D-9C5C-5DAA352DD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6E570A-4668-4184-9C7B-96389654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All six tested parameters were reported within control limits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126A1B-95C2-4E3D-A59E-6F77B272E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66CF1A-F61B-4FED-8736-0181B9A0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10.54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3C6F30-10A3-44E0-A545-33A0C9B92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pH (control 8.5-11.0)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951172-602B-4243-99A7-B780A2D6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5094E6-6EAB-40D9-BC3D-5B3DD1C4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2442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B33783-376D-4675-8328-944714A9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Conductivity, µS/cm (&lt;3000)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A55F03-092A-423D-BF7C-C710FCCA9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FE3B51-E691-4E48-A511-DEA9DFBDB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1120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3F2381-F6E3-41D2-AC36-F3735A845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Nitrite as NaNO₂, ppm (800-1200)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31BF55-1E54-4CD3-8201-D9F8C6516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1870F8-3EA8-46ED-9EB2-CBDAFF4A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Commissioning &amp; Testing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4E1AEB-FADA-4A36-BDBD-AE583FB3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397878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24EB00-45BE-43C8-ABCA-5306E0B5D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83FA03-7545-4C8F-AA6D-5001C592D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The sample supports initial chilled-water chemical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482F95-DA76-4037-8157-AB5E2EC36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TDS was 1,619 ppm against a control limit below 2,100 ppm.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Total iron was 0.32 ppm against a control limit below 1.0 ppm.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74693C-9D51-453F-B543-80718FB33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CAE5EF-2F44-46B0-9573-C8E79673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Suspended solids were reported as 6 ppm against a control limit below 30 ppm.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The laboratory conclusion states that all parameters were within control limits.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963404-09CE-4CB9-B5D7-420F4CAA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FA720AC-2149-48B0-92F3-B4D07124E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Commissioning &amp; Testing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76EF21-5B2D-4067-AF9F-E172F6E3F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815916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48D165-AA7B-46C4-A857-D641311A7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C5828EC-DD1B-4EC7-961B-0E2620D4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584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single compliant sample does not replace ongoing water management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8D1CD1-BE32-404C-BAA9-4405C468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sampling point, flushing completion and sample date.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Trend pH, conductivity, TDS, iron, suspended solids and inhibitor concentration.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E16455-B557-44A9-B27A-1DA7B1C6A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9B5A03-0373-4600-97D9-32BA1975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Investigate makeup-water ingress, corrosion products and unexplained conductivity rise.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Retain laboratory reports with chemical dosing and flushing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A395DD-DDD8-4AB5-9AF1-44447788C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444D33-9A60-4CA1-AE00-CD61CB730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Commissioning &amp; Testing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08A236-ECB3-4E2C-AF97-D31DB26F5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9613785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F46D53-4FF4-425C-B226-566CA793F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DA0551F-8F9E-4111-AE05-A0DB8794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Water-analysis service report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15F411-6DCF-4049-8805-EEF07503B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d44b677ec4488f"/>
          <a:stretch xmlns:a="http://schemas.openxmlformats.org/drawingml/2006/main"/>
        </p:blipFill>
        <p:spPr>
          <a:xfrm xmlns:a="http://schemas.openxmlformats.org/drawingml/2006/main">
            <a:off x="2693410" y="1714500"/>
            <a:ext cx="3223780" cy="4171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0596A3-B3D8-4A59-B809-1ED870A72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Blutech Water FZC report 0116 - 21 April 2025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8C4359-4595-4029-96F5-A25531D44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original report for signatures,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199AA63-7D5D-4EE6-90FD-D250C871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D9BE53-F008-4333-8136-9DC929443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Commissioning &amp; Testing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23D7FC-79CD-4FBC-B8DB-5C29BA8FA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3210656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7EA68A-0026-4536-A940-E13BD698E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3D8D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3D8DFF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DD3AEA-2E5A-4886-922D-8FBDE12D3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4C0F7E-DAD7-4B7B-95E2-4311AC99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F9BCE7-61DD-47AF-855F-7820C7F15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71DE42-C79A-4DAD-954A-540D71AC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026045-ECAF-4AD1-95C9-20CDFDE34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A0736C-22C8-4D4A-99D2-7B740E7DF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LC4 AIR-COOLED CHILLER  |  Commissioning &amp; Testing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4450E4-DD4D-4402-BBB4-B39FAE32C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5116200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2026-08-15T02:15:46.2830000Z</dcterms:created>
  <dcterms:modified xsi:type="dcterms:W3CDTF">2026-08-15T02:15:46.2840000Z</dcterms:modified>
</coreProperties>
</file>