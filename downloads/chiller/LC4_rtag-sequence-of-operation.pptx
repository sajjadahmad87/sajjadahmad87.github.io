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bfef0d399d403d" /><Relationship Type="http://schemas.openxmlformats.org/officeDocument/2006/relationships/extended-properties" Target="/docProps/app.xml" Id="Ree2825d3533346ac" /><Relationship Type="http://schemas.openxmlformats.org/officeDocument/2006/relationships/officeDocument" Target="/ppt/presentation.xml" Id="R69626e45347646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4b339d16274d9a"/>
  </p:sldMasterIdLst>
  <p:notesMasterIdLst>
    <p:notesMasterId xmlns:r="http://schemas.openxmlformats.org/officeDocument/2006/relationships" r:id="Rac8210b9ce3d4433"/>
  </p:notesMasterIdLst>
  <p:sldIdLst>
    <p:sldId xmlns:r="http://schemas.openxmlformats.org/officeDocument/2006/relationships" id="256" r:id="Rd5a250a1e8ab4bf4"/>
    <p:sldId xmlns:r="http://schemas.openxmlformats.org/officeDocument/2006/relationships" id="257" r:id="R12b77ab39fcb4727"/>
    <p:sldId xmlns:r="http://schemas.openxmlformats.org/officeDocument/2006/relationships" id="258" r:id="R605fddb3f2ef4cbb"/>
    <p:sldId xmlns:r="http://schemas.openxmlformats.org/officeDocument/2006/relationships" id="259" r:id="R9f56126922b741bc"/>
    <p:sldId xmlns:r="http://schemas.openxmlformats.org/officeDocument/2006/relationships" id="260" r:id="R188db56811524709"/>
    <p:sldId xmlns:r="http://schemas.openxmlformats.org/officeDocument/2006/relationships" id="261" r:id="R1e0bd91d2df24ab9"/>
    <p:sldId xmlns:r="http://schemas.openxmlformats.org/officeDocument/2006/relationships" id="262" r:id="R55a7c378a2944971"/>
    <p:sldId xmlns:r="http://schemas.openxmlformats.org/officeDocument/2006/relationships" id="263" r:id="Ra93d4f3dbac24023"/>
    <p:sldId xmlns:r="http://schemas.openxmlformats.org/officeDocument/2006/relationships" id="264" r:id="R312c9aa6bb0f4853"/>
    <p:sldId xmlns:r="http://schemas.openxmlformats.org/officeDocument/2006/relationships" id="265" r:id="R0c58140e54344812"/>
    <p:sldId xmlns:r="http://schemas.openxmlformats.org/officeDocument/2006/relationships" id="266" r:id="R13d23070284f471d"/>
    <p:sldId xmlns:r="http://schemas.openxmlformats.org/officeDocument/2006/relationships" id="267" r:id="Rf5f29a6a27774723"/>
    <p:sldId xmlns:r="http://schemas.openxmlformats.org/officeDocument/2006/relationships" id="268" r:id="R2fc1aec445314c37"/>
    <p:sldId xmlns:r="http://schemas.openxmlformats.org/officeDocument/2006/relationships" id="269" r:id="R3681ebec18d042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114da108274f43" /><Relationship Type="http://schemas.openxmlformats.org/officeDocument/2006/relationships/slideMaster" Target="/ppt/slideMasters/slideMaster1.xml" Id="R6c4b339d16274d9a" /><Relationship Type="http://schemas.openxmlformats.org/officeDocument/2006/relationships/notesMaster" Target="/ppt/notesMasters/notesMaster1.xml" Id="Rac8210b9ce3d4433" /><Relationship Type="http://schemas.openxmlformats.org/officeDocument/2006/relationships/presProps" Target="/ppt/presProps.xml" Id="R09544ee4ad6f4ea3" /><Relationship Type="http://schemas.openxmlformats.org/officeDocument/2006/relationships/tableStyles" Target="/ppt/tableStyles.xml" Id="R1d7793e9f93844c1" /><Relationship Type="http://schemas.openxmlformats.org/officeDocument/2006/relationships/slide" Target="/ppt/slides/slide1.xml" Id="Rd5a250a1e8ab4bf4" /><Relationship Type="http://schemas.openxmlformats.org/officeDocument/2006/relationships/slide" Target="/ppt/slides/slide2.xml" Id="R12b77ab39fcb4727" /><Relationship Type="http://schemas.openxmlformats.org/officeDocument/2006/relationships/slide" Target="/ppt/slides/slide3.xml" Id="R605fddb3f2ef4cbb" /><Relationship Type="http://schemas.openxmlformats.org/officeDocument/2006/relationships/slide" Target="/ppt/slides/slide4.xml" Id="R9f56126922b741bc" /><Relationship Type="http://schemas.openxmlformats.org/officeDocument/2006/relationships/slide" Target="/ppt/slides/slide5.xml" Id="R188db56811524709" /><Relationship Type="http://schemas.openxmlformats.org/officeDocument/2006/relationships/slide" Target="/ppt/slides/slide6.xml" Id="R1e0bd91d2df24ab9" /><Relationship Type="http://schemas.openxmlformats.org/officeDocument/2006/relationships/slide" Target="/ppt/slides/slide7.xml" Id="R55a7c378a2944971" /><Relationship Type="http://schemas.openxmlformats.org/officeDocument/2006/relationships/slide" Target="/ppt/slides/slide8.xml" Id="Ra93d4f3dbac24023" /><Relationship Type="http://schemas.openxmlformats.org/officeDocument/2006/relationships/slide" Target="/ppt/slides/slide9.xml" Id="R312c9aa6bb0f4853" /><Relationship Type="http://schemas.openxmlformats.org/officeDocument/2006/relationships/slide" Target="/ppt/slides/slide10.xml" Id="R0c58140e54344812" /><Relationship Type="http://schemas.openxmlformats.org/officeDocument/2006/relationships/slide" Target="/ppt/slides/slide11.xml" Id="R13d23070284f471d" /><Relationship Type="http://schemas.openxmlformats.org/officeDocument/2006/relationships/slide" Target="/ppt/slides/slide12.xml" Id="Rf5f29a6a27774723" /><Relationship Type="http://schemas.openxmlformats.org/officeDocument/2006/relationships/slide" Target="/ppt/slides/slide13.xml" Id="R2fc1aec445314c37" /><Relationship Type="http://schemas.openxmlformats.org/officeDocument/2006/relationships/slide" Target="/ppt/slides/slide14.xml" Id="R3681ebec18d042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42f92edf5c46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7aa649afc74d63" /><Relationship Type="http://schemas.openxmlformats.org/officeDocument/2006/relationships/notesMaster" Target="/ppt/notesMasters/notesMaster1.xml" Id="Rd8a432e02fc949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39c761ce10420d" /><Relationship Type="http://schemas.openxmlformats.org/officeDocument/2006/relationships/notesMaster" Target="/ppt/notesMasters/notesMaster1.xml" Id="Rc5430ab39902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1a608303d54775" /><Relationship Type="http://schemas.openxmlformats.org/officeDocument/2006/relationships/notesMaster" Target="/ppt/notesMasters/notesMaster1.xml" Id="R13f7765e555942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5ed1f0767e4326" /><Relationship Type="http://schemas.openxmlformats.org/officeDocument/2006/relationships/notesMaster" Target="/ppt/notesMasters/notesMaster1.xml" Id="R50e086a690724e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0bb39dd43c417b" /><Relationship Type="http://schemas.openxmlformats.org/officeDocument/2006/relationships/notesMaster" Target="/ppt/notesMasters/notesMaster1.xml" Id="R2285996d615c46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62cd8fe96e45fb" /><Relationship Type="http://schemas.openxmlformats.org/officeDocument/2006/relationships/notesMaster" Target="/ppt/notesMasters/notesMaster1.xml" Id="R165c286e82e04a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e8423500d34f93" /><Relationship Type="http://schemas.openxmlformats.org/officeDocument/2006/relationships/notesMaster" Target="/ppt/notesMasters/notesMaster1.xml" Id="Rcf5bd3cadef347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627b52c78e434b" /><Relationship Type="http://schemas.openxmlformats.org/officeDocument/2006/relationships/notesMaster" Target="/ppt/notesMasters/notesMaster1.xml" Id="R976c08651c15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bde4cee08a43b9" /><Relationship Type="http://schemas.openxmlformats.org/officeDocument/2006/relationships/notesMaster" Target="/ppt/notesMasters/notesMaster1.xml" Id="R150a01cc55e24b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3db0eac1004a6b" /><Relationship Type="http://schemas.openxmlformats.org/officeDocument/2006/relationships/notesMaster" Target="/ppt/notesMasters/notesMaster1.xml" Id="R1da6aa399f5246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e4207fe54c467e" /><Relationship Type="http://schemas.openxmlformats.org/officeDocument/2006/relationships/notesMaster" Target="/ppt/notesMasters/notesMaster1.xml" Id="R5929973f777c4d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695bd8dfef483d" /><Relationship Type="http://schemas.openxmlformats.org/officeDocument/2006/relationships/notesMaster" Target="/ppt/notesMasters/notesMaster1.xml" Id="R743df4f3f4ad46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37b95944f5448d" /><Relationship Type="http://schemas.openxmlformats.org/officeDocument/2006/relationships/notesMaster" Target="/ppt/notesMasters/notesMaster1.xml" Id="Rae9dfb9d537449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9a1f56373f4c4b" /><Relationship Type="http://schemas.openxmlformats.org/officeDocument/2006/relationships/notesMaster" Target="/ppt/notesMasters/notesMaster1.xml" Id="R3ec91aed0c8f40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>- Evidence reference: Source page 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 Sequence Of Operation.pdf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5381d9c4d948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d878b80e7a49a1" /><Relationship Type="http://schemas.openxmlformats.org/officeDocument/2006/relationships/slideLayout" Target="/ppt/slideLayouts/slideLayout1.xml" Id="R193bb90502fd48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3bb90502fd48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1d94565b14a09" /><Relationship Type="http://schemas.openxmlformats.org/officeDocument/2006/relationships/image" Target="/ppt/media/image.jpeg" Id="R2020fd2ba2f04e92" /><Relationship Type="http://schemas.openxmlformats.org/officeDocument/2006/relationships/notesSlide" Target="/ppt/notesSlides/notesSlide1.xml" Id="R90c67e92fe634a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95c98feb24517" /><Relationship Type="http://schemas.openxmlformats.org/officeDocument/2006/relationships/notesSlide" Target="/ppt/notesSlides/notesSlide2.xml" Id="R1715149b8ba047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8865d15c147ed" /><Relationship Type="http://schemas.openxmlformats.org/officeDocument/2006/relationships/notesSlide" Target="/ppt/notesSlides/notesSlide3.xml" Id="Ra290ff35ae7a49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9b6a6930e4671" /><Relationship Type="http://schemas.openxmlformats.org/officeDocument/2006/relationships/notesSlide" Target="/ppt/notesSlides/notesSlide4.xml" Id="R1100d3cd43944f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2e0660ea84854" /><Relationship Type="http://schemas.openxmlformats.org/officeDocument/2006/relationships/notesSlide" Target="/ppt/notesSlides/notesSlide5.xml" Id="R865507e9f07844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a58ab17e34846" /><Relationship Type="http://schemas.openxmlformats.org/officeDocument/2006/relationships/notesSlide" Target="/ppt/notesSlides/notesSlide6.xml" Id="R8f8e943a31e744b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35dff51a445ff" /><Relationship Type="http://schemas.openxmlformats.org/officeDocument/2006/relationships/image" Target="/ppt/media/image2.jpeg" Id="Ree25a74036f74daa" /><Relationship Type="http://schemas.openxmlformats.org/officeDocument/2006/relationships/notesSlide" Target="/ppt/notesSlides/notesSlide7.xml" Id="R5b031b60a9344e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f19792ca7424f" /><Relationship Type="http://schemas.openxmlformats.org/officeDocument/2006/relationships/image" Target="/ppt/media/image3.jpeg" Id="R5573dcc538d24e0a" /><Relationship Type="http://schemas.openxmlformats.org/officeDocument/2006/relationships/notesSlide" Target="/ppt/notesSlides/notesSlide8.xml" Id="R1816d8a0f6074e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0798af26448c1" /><Relationship Type="http://schemas.openxmlformats.org/officeDocument/2006/relationships/image" Target="/ppt/media/image4.jpeg" Id="R10a8dd95b9e44078" /><Relationship Type="http://schemas.openxmlformats.org/officeDocument/2006/relationships/notesSlide" Target="/ppt/notesSlides/notesSlide9.xml" Id="Rb495b85e95fe47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79454d9534e15" /><Relationship Type="http://schemas.openxmlformats.org/officeDocument/2006/relationships/image" Target="/ppt/media/image5.jpeg" Id="R42c9e4b9460d4e5b" /><Relationship Type="http://schemas.openxmlformats.org/officeDocument/2006/relationships/notesSlide" Target="/ppt/notesSlides/notesSlide10.xml" Id="Rcaf32f69a9a646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0f71230864cd8" /><Relationship Type="http://schemas.openxmlformats.org/officeDocument/2006/relationships/image" Target="/ppt/media/image6.jpeg" Id="R031c1ce68c58419f" /><Relationship Type="http://schemas.openxmlformats.org/officeDocument/2006/relationships/notesSlide" Target="/ppt/notesSlides/notesSlide11.xml" Id="Re86ddb630cc94a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fca4063e6475b" /><Relationship Type="http://schemas.openxmlformats.org/officeDocument/2006/relationships/image" Target="/ppt/media/image7.jpeg" Id="R9352db7340c641d6" /><Relationship Type="http://schemas.openxmlformats.org/officeDocument/2006/relationships/notesSlide" Target="/ppt/notesSlides/notesSlide12.xml" Id="R2916079a229547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79d86e50d4014" /><Relationship Type="http://schemas.openxmlformats.org/officeDocument/2006/relationships/image" Target="/ppt/media/image8.jpeg" Id="R2c53681457cd415b" /><Relationship Type="http://schemas.openxmlformats.org/officeDocument/2006/relationships/notesSlide" Target="/ppt/notesSlides/notesSlide13.xml" Id="R85a4ddb9155b4e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e71fd4a684b7d" /><Relationship Type="http://schemas.openxmlformats.org/officeDocument/2006/relationships/notesSlide" Target="/ppt/notesSlides/notesSlide14.xml" Id="Rb111141cf6274a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26740-0A7C-4D6C-A770-5A4BC62D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SEQUENCE &amp; DIAGNOSTICS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A3483F-3A80-44E2-AAE5-2E433DF0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52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RTAG Sequence of Operation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016B6-7F46-40DD-8759-926093B3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524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Controls, enable logic and technician service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05388-4142-4A11-A683-952E6B58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0fd2ba2f04e92"/>
          <a:stretch xmlns:a="http://schemas.openxmlformats.org/drawingml/2006/main"/>
        </p:blipFill>
        <p:spPr>
          <a:xfrm xmlns:a="http://schemas.openxmlformats.org/drawingml/2006/main">
            <a:off x="7012998" y="590550"/>
            <a:ext cx="4033405" cy="5219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F517D-D360-43AE-8EDC-D7C6BCFD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SAJJAD ENGINEERING ACADEMY</a:t>
            </a:r>
          </a:p>
        </p:txBody>
      </p:sp>
    </p:spTree>
    <p:extLst>
      <p:ext uri="{BB962C8B-B14F-4D97-AF65-F5344CB8AC3E}">
        <p14:creationId xmlns:p14="http://schemas.microsoft.com/office/powerpoint/2010/main" val="8910659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AC220-B923-4F24-896E-EB15BB1C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SEQUENCE &amp; DIAGNOSTICS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81460-4F86-4D59-A01D-4179298A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to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CE95B9-1BF4-4CAB-BEE6-F49862E1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2EC"/>
                </a:solidFill>
                <a:latin typeface="Arial"/>
                <a:ea typeface="Arial"/>
                <a:cs typeface="Arial"/>
              </a:rPr>
              <a:t>Evidence, interpretation and technician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913EA-B03E-41CB-9682-4C9E8123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24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229428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9C532-A582-48A4-8BF1-4E447E0E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KEY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241EF-3BD8-4507-A856-1654CD30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controlled technical reference for safe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099D4-AB05-4660-8EDB-74FD2778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79259-19C6-4E1B-80F6-688BCEA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TD7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31CA6-CA9F-4E38-8114-BC78526C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Operator interface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A4CEF-F56E-41A8-9461-352EA31B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782DA-67F4-40D4-BC4E-D7DBA7CF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Tracer TU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34960-3FB8-4CDA-AEF4-47D23D24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Required service tool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82E99-90F8-43B0-A89D-EABF3425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AFC24-F1E8-44F3-91C2-38D806EC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BA199F-D57F-46FA-A5ED-2200A9A6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3C3B5-32F8-4A7E-85B8-774CCC6C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95EE8-B678-447B-BF4F-0A478F88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A920D-270E-41BC-9A03-1B3693C3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249732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C61B2-643B-4C12-99CD-76B62457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365B2-1B77-485F-9F8F-FC0F93B5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manual as a machine-specific working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3D9AC4-FCDE-4379-BC75-5AC028E0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Understand enable, staging and protection logic before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Capture status and active diagnostics before reset.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75780-13DD-475C-BA5F-57847505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1B5645-95EC-44C7-9E58-795162E4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Tracer TU for configuration and major service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heaters and pre-start conditions before compressor operation.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7C278-972C-46D1-833B-CDD059FD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4F9D94-BFDB-4A29-BD84-1339A8BE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372D6-916D-473E-9B96-83BEA094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972986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31598-A508-484C-8D07-878AA4CD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CCCEF-5888-4665-8034-6DB0C7EC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a consistent safe-work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28B20-F1D2-4436-9259-4D891899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Confirm machine identity, model and document revision.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Isolate all energy sources and prove a safe state before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8D95C-B4E2-486E-A75E-22CB45A5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9B5B48-23E3-4787-88B2-8C57E2E2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Inspect, measure and diagnose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Function-test safeguards and record the completed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42C09-AD8F-4E30-B547-BD0D0933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8A8291-96D8-41AC-BAB2-DC864B9D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BFF21-78A8-4E71-9E18-293BD6EF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906474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4CBDC-5F6F-4570-B2F1-A930ED0C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0BC07-EBE2-4376-A658-85F5E58D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Parts and settings require configuration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73CDE-2F5E-41A8-ABB2-26E201B1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original settings and connections before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exact part numbers or approved supersessions.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8B767-87DF-45F8-BCDA-0B1FC1F1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4BDCE-4D38-4C16-B6AB-1B546520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firmware, program and parameter backups where applicable.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Update the maintenance history after each intervention.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ACF59-7AE7-484C-BE71-38962EC3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C9275-2CF2-470E-8615-DBE39536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B2AAA-8851-4D06-9991-BB72D3D8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846399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76DE5-E0AF-4B19-AB85-74484B77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074D6-2E4F-47AC-A230-BFB848E4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26630-6FB9-4CF5-B3C9-DF5A7A4F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5a74036f74daa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2B6A8-CF90-4703-9511-D8BBB103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6AE75-E83B-4338-B169-C2298F3D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437C6C-B7C6-4E53-BC5A-39E3A8D1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34D40-E8D1-4120-891B-C86151B3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6AD72-F621-4B76-AA71-4BDA7454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04028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409D2-2E55-4DC6-83E9-503C9694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03B2A-A66A-4E04-9C0E-81C049BF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68829-F2A7-4AC4-8258-9A6B86AD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3dcc538d24e0a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168E17-0C8A-4E2A-BD4D-4733566C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CB012-A016-47A7-BF79-6948724F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DDB3B-AAA4-47F5-939E-9532E46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A4CDE-236E-4A15-ABFC-FD748AD0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25663-C88E-45A6-83D6-A4269682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531356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14D10D-71FB-4212-8D56-1872DDDE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C29FC-1AE4-498E-8218-6542B3B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C3B766-3219-4B09-A6BA-EC5372A6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8dd95b9e44078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27C1D-372B-4CD8-8C65-BF46AE97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6CC20-2961-43AD-9609-DC09BC45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BD649-0BC4-444F-9EA9-E8A1E0E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6898B-CDBD-4CDD-83B2-8A9707E3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3F548-915F-4DE5-B736-61367D77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792585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4DB4D-263B-4EDF-B78D-23744EEE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90A90-B141-43CA-8575-0A3097EE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4048BD-C808-46A1-BA0D-93909E01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c9e4b9460d4e5b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A931E-DB21-4558-8F40-B5A71588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64F24-7375-452D-83BE-47FDA4E2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75104-22FE-4CE3-B9D5-AABC95D4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75159-6BCE-4CDF-9B0B-CAAF7E11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178B0-BFDF-462B-9404-F1307A21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037690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B5D3F-8C7C-48F6-B1B8-231CE992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B456EC-11F0-4721-BFAA-73A21C4D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BCCBC-6076-4DCD-B67E-372D0AD5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c1ce68c58419f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F795E-2EB0-4A7F-BF52-3745816B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3F7D5-F981-4B9D-82B2-B8BC8849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86FD3-C513-4776-9007-D81F6786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01107-6111-45FE-B6B2-B6EE1B34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3EB0F-5DEA-4285-B04C-F2BC51FF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28962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95BF6-B599-493A-ADB6-AA7469AD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A22B-413F-43A5-802D-11402C4F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4827F-35E7-4398-80D7-20FE843D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2db7340c641d6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A9384-684C-4756-93DB-A4020C49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AA403-8BB0-4664-AB8D-BBB2B21C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3D3A3-9EE2-4C7F-B7F3-95B3097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1645A-E811-4804-84B3-B56F8324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D20BE-BFFE-43CA-8EFE-41773D63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471075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EB5CD-B5BD-43A9-BC02-DECF8D00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750EB-3D54-46C2-971D-3D25CD19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8F73BF-54E8-40CC-BA4C-F6301AE1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3681457cd415b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9460B-341C-4932-AC5E-779BAE3B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C9F53-DC06-4AE9-86CA-8CBF309B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E6A00-8B86-4134-84B8-0EF5BAE9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E483DB-3BFC-4B30-9FFB-B704C64F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39F58-68EB-45F3-AA4F-43156C90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070311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B10C59-9614-4317-A6A3-2AE2449A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COMPETENCY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084DD-EA9E-421A-8CD6-98010C68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technicians must retain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072B2-778B-48C1-A8E8-185A2C0D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the correct controlled source before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readings, configuration and acceptance criteria.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D9BE3-7D60-42BB-834D-0C5E50A1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C3586-5607-4526-A69A-E657A3BA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evidence and escalate unresolved deviations.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 isolation, functional testing and handover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684EC-3022-4143-B6CE-5B776B50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C1599-F178-41C3-95C4-5880D736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D5F00-59C8-41CA-B0BF-075C827E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70905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2026-08-15T02:15:56.7010000Z</dcterms:created>
  <dcterms:modified xsi:type="dcterms:W3CDTF">2026-08-15T02:15:56.7010000Z</dcterms:modified>
</coreProperties>
</file>