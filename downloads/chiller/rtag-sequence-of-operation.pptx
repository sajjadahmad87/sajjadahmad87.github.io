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8f8d85db824f79" /><Relationship Type="http://schemas.openxmlformats.org/officeDocument/2006/relationships/extended-properties" Target="/docProps/app.xml" Id="Ra5a7fa33617341c8" /><Relationship Type="http://schemas.openxmlformats.org/officeDocument/2006/relationships/officeDocument" Target="/ppt/presentation.xml" Id="R47bd9176845243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cf53584a1b42d4"/>
  </p:sldMasterIdLst>
  <p:notesMasterIdLst>
    <p:notesMasterId xmlns:r="http://schemas.openxmlformats.org/officeDocument/2006/relationships" r:id="R62422666b6c54eb3"/>
  </p:notesMasterIdLst>
  <p:sldIdLst>
    <p:sldId xmlns:r="http://schemas.openxmlformats.org/officeDocument/2006/relationships" id="256" r:id="R6049d4592e4b4476"/>
    <p:sldId xmlns:r="http://schemas.openxmlformats.org/officeDocument/2006/relationships" id="257" r:id="R1bd2b3afab28415f"/>
    <p:sldId xmlns:r="http://schemas.openxmlformats.org/officeDocument/2006/relationships" id="258" r:id="R4ff907638bee448a"/>
    <p:sldId xmlns:r="http://schemas.openxmlformats.org/officeDocument/2006/relationships" id="259" r:id="Re63c405570564e29"/>
    <p:sldId xmlns:r="http://schemas.openxmlformats.org/officeDocument/2006/relationships" id="260" r:id="R664ec8ca26ba4c91"/>
    <p:sldId xmlns:r="http://schemas.openxmlformats.org/officeDocument/2006/relationships" id="261" r:id="Rabaafc19d47b4aba"/>
    <p:sldId xmlns:r="http://schemas.openxmlformats.org/officeDocument/2006/relationships" id="262" r:id="R0053627676034358"/>
    <p:sldId xmlns:r="http://schemas.openxmlformats.org/officeDocument/2006/relationships" id="263" r:id="R398576905a74443d"/>
    <p:sldId xmlns:r="http://schemas.openxmlformats.org/officeDocument/2006/relationships" id="264" r:id="Re647966a707b4900"/>
    <p:sldId xmlns:r="http://schemas.openxmlformats.org/officeDocument/2006/relationships" id="265" r:id="R0bcf5c0e5fd04215"/>
    <p:sldId xmlns:r="http://schemas.openxmlformats.org/officeDocument/2006/relationships" id="266" r:id="Rc081c5bce78c4034"/>
    <p:sldId xmlns:r="http://schemas.openxmlformats.org/officeDocument/2006/relationships" id="267" r:id="Re6e2ad09fe6147ed"/>
    <p:sldId xmlns:r="http://schemas.openxmlformats.org/officeDocument/2006/relationships" id="268" r:id="R189522219fb74f4d"/>
    <p:sldId xmlns:r="http://schemas.openxmlformats.org/officeDocument/2006/relationships" id="269" r:id="Ra69705e413194e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415eea713646cf" /><Relationship Type="http://schemas.openxmlformats.org/officeDocument/2006/relationships/slideMaster" Target="/ppt/slideMasters/slideMaster1.xml" Id="R68cf53584a1b42d4" /><Relationship Type="http://schemas.openxmlformats.org/officeDocument/2006/relationships/notesMaster" Target="/ppt/notesMasters/notesMaster1.xml" Id="R62422666b6c54eb3" /><Relationship Type="http://schemas.openxmlformats.org/officeDocument/2006/relationships/presProps" Target="/ppt/presProps.xml" Id="R60bcaa1d5ffa4a7a" /><Relationship Type="http://schemas.openxmlformats.org/officeDocument/2006/relationships/tableStyles" Target="/ppt/tableStyles.xml" Id="Rbf37ce8fcfef45d6" /><Relationship Type="http://schemas.openxmlformats.org/officeDocument/2006/relationships/slide" Target="/ppt/slides/slide1.xml" Id="R6049d4592e4b4476" /><Relationship Type="http://schemas.openxmlformats.org/officeDocument/2006/relationships/slide" Target="/ppt/slides/slide2.xml" Id="R1bd2b3afab28415f" /><Relationship Type="http://schemas.openxmlformats.org/officeDocument/2006/relationships/slide" Target="/ppt/slides/slide3.xml" Id="R4ff907638bee448a" /><Relationship Type="http://schemas.openxmlformats.org/officeDocument/2006/relationships/slide" Target="/ppt/slides/slide4.xml" Id="Re63c405570564e29" /><Relationship Type="http://schemas.openxmlformats.org/officeDocument/2006/relationships/slide" Target="/ppt/slides/slide5.xml" Id="R664ec8ca26ba4c91" /><Relationship Type="http://schemas.openxmlformats.org/officeDocument/2006/relationships/slide" Target="/ppt/slides/slide6.xml" Id="Rabaafc19d47b4aba" /><Relationship Type="http://schemas.openxmlformats.org/officeDocument/2006/relationships/slide" Target="/ppt/slides/slide7.xml" Id="R0053627676034358" /><Relationship Type="http://schemas.openxmlformats.org/officeDocument/2006/relationships/slide" Target="/ppt/slides/slide8.xml" Id="R398576905a74443d" /><Relationship Type="http://schemas.openxmlformats.org/officeDocument/2006/relationships/slide" Target="/ppt/slides/slide9.xml" Id="Re647966a707b4900" /><Relationship Type="http://schemas.openxmlformats.org/officeDocument/2006/relationships/slide" Target="/ppt/slides/slide10.xml" Id="R0bcf5c0e5fd04215" /><Relationship Type="http://schemas.openxmlformats.org/officeDocument/2006/relationships/slide" Target="/ppt/slides/slide11.xml" Id="Rc081c5bce78c4034" /><Relationship Type="http://schemas.openxmlformats.org/officeDocument/2006/relationships/slide" Target="/ppt/slides/slide12.xml" Id="Re6e2ad09fe6147ed" /><Relationship Type="http://schemas.openxmlformats.org/officeDocument/2006/relationships/slide" Target="/ppt/slides/slide13.xml" Id="R189522219fb74f4d" /><Relationship Type="http://schemas.openxmlformats.org/officeDocument/2006/relationships/slide" Target="/ppt/slides/slide14.xml" Id="Ra69705e413194e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b96fe1b05c4d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aec48695e6438c" /><Relationship Type="http://schemas.openxmlformats.org/officeDocument/2006/relationships/notesMaster" Target="/ppt/notesMasters/notesMaster1.xml" Id="Rb299c0de445c40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90b4c9065e49ba" /><Relationship Type="http://schemas.openxmlformats.org/officeDocument/2006/relationships/notesMaster" Target="/ppt/notesMasters/notesMaster1.xml" Id="R40284a05569842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b0c2668f9e4f0b" /><Relationship Type="http://schemas.openxmlformats.org/officeDocument/2006/relationships/notesMaster" Target="/ppt/notesMasters/notesMaster1.xml" Id="Rb6f38955532049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431c20504b457a" /><Relationship Type="http://schemas.openxmlformats.org/officeDocument/2006/relationships/notesMaster" Target="/ppt/notesMasters/notesMaster1.xml" Id="Rd96c80677f954f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79e4476c944d55" /><Relationship Type="http://schemas.openxmlformats.org/officeDocument/2006/relationships/notesMaster" Target="/ppt/notesMasters/notesMaster1.xml" Id="R565e636f852e45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5ce43ecb0e4844" /><Relationship Type="http://schemas.openxmlformats.org/officeDocument/2006/relationships/notesMaster" Target="/ppt/notesMasters/notesMaster1.xml" Id="Rf3c6a84caf0b43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5f5f9c07c744bd" /><Relationship Type="http://schemas.openxmlformats.org/officeDocument/2006/relationships/notesMaster" Target="/ppt/notesMasters/notesMaster1.xml" Id="Rce07c4b8fcff48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2d445be96444ba" /><Relationship Type="http://schemas.openxmlformats.org/officeDocument/2006/relationships/notesMaster" Target="/ppt/notesMasters/notesMaster1.xml" Id="Rf8dc412d1db344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51c76b586f4edf" /><Relationship Type="http://schemas.openxmlformats.org/officeDocument/2006/relationships/notesMaster" Target="/ppt/notesMasters/notesMaster1.xml" Id="R483b4545314947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f847c385364898" /><Relationship Type="http://schemas.openxmlformats.org/officeDocument/2006/relationships/notesMaster" Target="/ppt/notesMasters/notesMaster1.xml" Id="R9ff163eee528464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7393cd3ac65461a" /><Relationship Type="http://schemas.openxmlformats.org/officeDocument/2006/relationships/notesMaster" Target="/ppt/notesMasters/notesMaster1.xml" Id="R7544b5616e8746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7ae2a1576a648f9" /><Relationship Type="http://schemas.openxmlformats.org/officeDocument/2006/relationships/notesMaster" Target="/ppt/notesMasters/notesMaster1.xml" Id="Ra1f3ef9c51134c8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5fdc22f4f054ba8" /><Relationship Type="http://schemas.openxmlformats.org/officeDocument/2006/relationships/notesMaster" Target="/ppt/notesMasters/notesMaster1.xml" Id="R048db1b534eb40b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b1608fc535745bf" /><Relationship Type="http://schemas.openxmlformats.org/officeDocument/2006/relationships/notesMaster" Target="/ppt/notesMasters/notesMaster1.xml" Id="R9d745a56469b44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704854aec249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4e7213125b400c" /><Relationship Type="http://schemas.openxmlformats.org/officeDocument/2006/relationships/slideLayout" Target="/ppt/slideLayouts/slideLayout1.xml" Id="R10d068e19a8e45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d068e19a8e45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bf1f06e9e4682" /><Relationship Type="http://schemas.openxmlformats.org/officeDocument/2006/relationships/image" Target="/ppt/media/image.jpeg" Id="R3d0287e440d2456b" /><Relationship Type="http://schemas.openxmlformats.org/officeDocument/2006/relationships/notesSlide" Target="/ppt/notesSlides/notesSlide1.xml" Id="Rfbf592ad323c49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6438093d9458a" /><Relationship Type="http://schemas.openxmlformats.org/officeDocument/2006/relationships/notesSlide" Target="/ppt/notesSlides/notesSlide2.xml" Id="R637d6fbee5a543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70c2805b842f0" /><Relationship Type="http://schemas.openxmlformats.org/officeDocument/2006/relationships/notesSlide" Target="/ppt/notesSlides/notesSlide3.xml" Id="R8dc14192554544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d1c2587484b17" /><Relationship Type="http://schemas.openxmlformats.org/officeDocument/2006/relationships/notesSlide" Target="/ppt/notesSlides/notesSlide4.xml" Id="R60e487bd3ea54e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1aaf3e1c84f2f" /><Relationship Type="http://schemas.openxmlformats.org/officeDocument/2006/relationships/notesSlide" Target="/ppt/notesSlides/notesSlide5.xml" Id="R7a071369f17741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3aa0c29314f3f" /><Relationship Type="http://schemas.openxmlformats.org/officeDocument/2006/relationships/notesSlide" Target="/ppt/notesSlides/notesSlide6.xml" Id="Rbbb231fc26954e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9c8ca027e48e7" /><Relationship Type="http://schemas.openxmlformats.org/officeDocument/2006/relationships/image" Target="/ppt/media/image2.jpeg" Id="R1b72d5258c254cf8" /><Relationship Type="http://schemas.openxmlformats.org/officeDocument/2006/relationships/notesSlide" Target="/ppt/notesSlides/notesSlide7.xml" Id="R5d5d564d20a541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2f7297e1e49de" /><Relationship Type="http://schemas.openxmlformats.org/officeDocument/2006/relationships/image" Target="/ppt/media/image3.jpeg" Id="R5bacdc96e0a14a4e" /><Relationship Type="http://schemas.openxmlformats.org/officeDocument/2006/relationships/notesSlide" Target="/ppt/notesSlides/notesSlide8.xml" Id="R5c223ce6bae34f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d2bca633547ea" /><Relationship Type="http://schemas.openxmlformats.org/officeDocument/2006/relationships/image" Target="/ppt/media/image4.jpeg" Id="R28c8007217654e3f" /><Relationship Type="http://schemas.openxmlformats.org/officeDocument/2006/relationships/notesSlide" Target="/ppt/notesSlides/notesSlide9.xml" Id="R15fa42d19d8948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3cd8a2d1f4b11" /><Relationship Type="http://schemas.openxmlformats.org/officeDocument/2006/relationships/image" Target="/ppt/media/image5.jpeg" Id="Rd8fa9eecf66e4560" /><Relationship Type="http://schemas.openxmlformats.org/officeDocument/2006/relationships/notesSlide" Target="/ppt/notesSlides/notesSlide10.xml" Id="Rd4be1aeb22e84d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b6b361a0b46f0" /><Relationship Type="http://schemas.openxmlformats.org/officeDocument/2006/relationships/image" Target="/ppt/media/image6.jpeg" Id="R8139c67f598d40b9" /><Relationship Type="http://schemas.openxmlformats.org/officeDocument/2006/relationships/notesSlide" Target="/ppt/notesSlides/notesSlide11.xml" Id="Rfa7572fb03b14a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77cecce6f4772" /><Relationship Type="http://schemas.openxmlformats.org/officeDocument/2006/relationships/image" Target="/ppt/media/image7.jpeg" Id="R5df48f061c5f43f6" /><Relationship Type="http://schemas.openxmlformats.org/officeDocument/2006/relationships/notesSlide" Target="/ppt/notesSlides/notesSlide12.xml" Id="R19516488a0c0404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0c80c933147f7" /><Relationship Type="http://schemas.openxmlformats.org/officeDocument/2006/relationships/image" Target="/ppt/media/image8.jpeg" Id="R028cd3d1181b4aff" /><Relationship Type="http://schemas.openxmlformats.org/officeDocument/2006/relationships/notesSlide" Target="/ppt/notesSlides/notesSlide13.xml" Id="Rd74846197a2b4a7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07dd8ff724303" /><Relationship Type="http://schemas.openxmlformats.org/officeDocument/2006/relationships/notesSlide" Target="/ppt/notesSlides/notesSlide14.xml" Id="R9abf7b0c4f7442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C7AC8-EC48-46AE-94D9-089A553E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SEQUENCE &amp; DIAGNOSTICS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54D11-8521-4A95-A154-C79D81E6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Sequence of Operation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4B4AB-06D2-4AA2-A3F9-C2EC7487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Controls, enable logic and technician service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CD9D6-E5D2-4DB9-B860-13FA3AB4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287e440d2456b"/>
          <a:stretch xmlns:a="http://schemas.openxmlformats.org/drawingml/2006/main"/>
        </p:blipFill>
        <p:spPr>
          <a:xfrm xmlns:a="http://schemas.openxmlformats.org/drawingml/2006/main">
            <a:off x="7012998" y="590550"/>
            <a:ext cx="4033405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E802D-7B38-46F5-B001-BFE1B9BF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8765859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7EFDE2-ECB5-4E32-BEC2-2ABBDA38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SEQUENCE &amp; DIAGNOSTICS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C0653-889E-4359-931A-AE221C89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3F232-5BFB-4D62-BBDC-3B37AB41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762D1-B439-476F-B678-A8ACEF4E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553180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E10E82-E09B-4538-9109-99ACDDD4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486D1-9EA3-4727-8516-8C1ADACE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96E24-95F4-41E4-9DAB-EA21BADC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196DE-D615-42C6-9258-1265E2CC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TD7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EE02F-62B2-4A9F-B2A3-85744C6D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Operator interface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564D55-2303-4116-BDB9-014156A2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AAC59-E999-45BD-8A29-F8BC2320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Tracer TU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AD498-E0F1-42D2-B26D-66176ED2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Required service tool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32F76-CCA9-42C3-B469-E67C811A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1D003-230C-4440-B4E0-EB7CBF75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23DB38-ABE2-4D3F-BE78-E9E3000F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A3BC5A-CC4E-4732-B82B-ED2E1B04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12B2D-0FFB-4DA0-8851-8E943F12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Sequence &amp; Diagnostics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E0C52D-AFD2-426E-93D5-CEBF534F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775316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F4738-649F-440C-AD83-CCF309DF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E25F4-2174-4B2D-B3F4-4EEFA9C5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7E5A9-4A80-4EC2-A22D-44B06528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Understand enable, staging and protection logic before intervention. • Capture status and active diagnostics before reset.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B2346-7CDF-4895-8304-DB23B8FF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C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57B01-D4FD-40B2-9CAB-F31FC83F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Tracer TU for configuration and major service tasks. • Verify heaters and pre-start conditions before compressor operation.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5324CF-92F0-4B84-B15C-AD057CDE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C595E-575B-4C34-9568-2D7DB306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Sequence &amp; Diagnostics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F5934-95D3-4FEA-8315-F1733164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611790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1B40A-3918-42FA-A756-D7A7334D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0E660-87B0-46C9-85AD-A9BC0A10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37EBD-A1A7-44B9-91B6-DCF09141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83648-FBA9-4F8D-ADCA-DA2FDB8B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C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E6B52-74B1-4C8B-A782-328C83EB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BB07C-BE72-4BC1-94FF-B62AFC23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C4E0E-C84A-49DD-8359-B01E5D3C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Sequence &amp; Diagnostics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8286E8-F876-485F-ADD6-41006688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487281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39A95-4EE2-4460-AB73-D7F23554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5D761-5D52-4085-B299-BAD2E886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8FE00-F81B-49EB-A10B-8A032E10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33052-A841-4E9A-B241-FA9996E8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C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B2B3D-56C5-4DF1-AE8C-6F976B53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82A96-77F5-4BD2-B64F-65B03E2D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9AC7F6-D497-492A-A846-299AFB4E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Sequence &amp; Diagnostics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980B3-14EE-4738-8DF7-A344E1F8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524295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E1E61E-215E-4C0A-BEAC-A19E2A3E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6E24D-263A-4351-974C-7287C561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AA063-6ABF-49CF-84F2-EA08F43D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72d5258c254cf8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866AE-0B1F-46AD-8043-7F91E49E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2EDF1-6485-4E5D-B761-8943D63E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26DBC-7CB2-4CAE-9012-E7D402FC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E5403-D612-4841-B2EA-C1B90268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Sequence &amp; Diagnostics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64AA7-BDBD-4ADC-AD09-C1F575F0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645810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2E576-6025-4AC1-B871-A0061C69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C4434-AA15-4B8D-9F30-FCF4F564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05BCB-53E4-4C2E-B073-FC97F830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acdc96e0a14a4e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7E810-B8D3-47A4-9ECD-BF7FD90C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16749-5CA7-4F70-9946-1B6258E3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4B581A-27E5-4158-B454-AA14CB48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86EFD-0F69-4BB7-8C19-4BC249D9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Sequence &amp; Diagnostics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66458-BAF4-4D08-B86D-E6202373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213676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D8AEE-2F1A-4DC0-86C3-8E7AE8DC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0A016-09F7-4230-AD5C-3E9F8C10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852EC-9D6B-4F53-97BD-C40BA3A4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8007217654e3f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43194-D2B8-4F6C-BBB7-57392946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54D9E-EA0F-4AD4-940A-17B8C37B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C5523-D073-4618-97B7-97BEF9DF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290BA9-2246-4428-964C-DA1BB47E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Sequence &amp; Diagnostics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776BBE-76A6-4FEE-A864-8FF35982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45988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0BEA53-1B89-4F60-BB40-B6189F85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D6B3D-E1E9-418E-9B29-2154783C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3516C-8E5F-41D5-B50D-2FF7727D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a9eecf66e4560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ABBE1-199A-4FFD-8894-2E99219F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F69D4-ECF8-46FA-921E-A94CAD56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4F098-F7A8-43DE-A27C-01CE55AD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5ECFF-31FD-46DE-882C-0505C6AD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Sequence &amp; Diagnostics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6ADEE8-9F4E-4601-937D-6E9169BD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454021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380099-08DB-4956-A5BB-2091B877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10615-6EEE-4391-BDBC-DCA411E3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24728-9E79-42BF-84AA-B7D558BF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9c67f598d40b9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0F434-8478-4640-A54E-18EEE140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0B49C-F95A-472F-B93D-1223039C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AA696-8CAC-4A8C-AB18-FA5F8AB5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49276-3B5A-4E22-BBA8-A44497C8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Sequence &amp; Diagnostics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1F929-7D39-4242-B14F-2AFCF0C3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53291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C05A43-B6A9-45ED-8756-FB7A22FE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97FFC-DD43-45B8-A3DE-7F644D3C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DF606-2BF3-4C1E-95D4-28206525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48f061c5f43f6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F333D5-93E6-420A-B33B-DDC284F0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42F875-578C-4787-BA0F-0CB451BE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2BF30-0A6A-42B3-A1F8-BB3FBD7B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2B14C8-DF5F-4674-9E3F-789606BE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Sequence &amp; Diagnostics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0BCC23-CC0D-45EC-98B4-D4C615C2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12406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4F2B35-6980-47CE-8A47-890DBF6A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35D6A-85EA-4F4C-BB10-BB78589A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1C07C-9052-416E-9724-B2762BD7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cd3d1181b4aff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CCE3F-1624-4B5A-BB28-73C91A2D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6A8FD4-5285-4555-9C18-C823AAE4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3F3E8-D812-42FA-B697-EC322C0E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5FF44-6152-4EA6-B9C0-D992874B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Sequence &amp; Diagnostics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1241C-2128-4053-8D1F-85B6968C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929169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C9A62A-D77F-4FB3-9CEF-7B88F578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5C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B5CD6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F9D285-D910-4DB4-A5D6-65E5E87C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43C3E-3706-4C64-BD20-B10D3AFD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65870-5E24-4474-9902-4F0A4EA8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B5C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D9EF7-F1B1-45E4-8B29-5ADE0A44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60F39-DFF7-47E9-AA08-56646D5C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F0B46-0825-48A8-9D56-5551702F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Sequence &amp; Diagnostics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D2F69-10D3-42AE-8BC5-CC47878B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960934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2026-08-15T02:49:55.9950000Z</dcterms:created>
  <dcterms:modified xsi:type="dcterms:W3CDTF">2026-08-15T02:49:55.9950000Z</dcterms:modified>
</coreProperties>
</file>