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3dc06ca5f44a4" /><Relationship Type="http://schemas.openxmlformats.org/officeDocument/2006/relationships/extended-properties" Target="/docProps/app.xml" Id="R9ed3b886bfb04ecf" /><Relationship Type="http://schemas.openxmlformats.org/officeDocument/2006/relationships/officeDocument" Target="/ppt/presentation.xml" Id="Rb5358d6b1fbe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6e4745106f491f"/>
  </p:sldMasterIdLst>
  <p:notesMasterIdLst>
    <p:notesMasterId xmlns:r="http://schemas.openxmlformats.org/officeDocument/2006/relationships" r:id="Rfde5104291ec4315"/>
  </p:notesMasterIdLst>
  <p:sldIdLst>
    <p:sldId xmlns:r="http://schemas.openxmlformats.org/officeDocument/2006/relationships" id="256" r:id="Reb4784e5359e4ce3"/>
    <p:sldId xmlns:r="http://schemas.openxmlformats.org/officeDocument/2006/relationships" id="257" r:id="Rb0844a3b4cfe42f0"/>
    <p:sldId xmlns:r="http://schemas.openxmlformats.org/officeDocument/2006/relationships" id="258" r:id="R7cd6cb629e394492"/>
    <p:sldId xmlns:r="http://schemas.openxmlformats.org/officeDocument/2006/relationships" id="259" r:id="R7ba814747c2e4c0e"/>
    <p:sldId xmlns:r="http://schemas.openxmlformats.org/officeDocument/2006/relationships" id="260" r:id="Reaa8fce899374a9d"/>
    <p:sldId xmlns:r="http://schemas.openxmlformats.org/officeDocument/2006/relationships" id="261" r:id="R8ebb601996ac4224"/>
    <p:sldId xmlns:r="http://schemas.openxmlformats.org/officeDocument/2006/relationships" id="262" r:id="Ra978c8b354be4a61"/>
    <p:sldId xmlns:r="http://schemas.openxmlformats.org/officeDocument/2006/relationships" id="263" r:id="Rdf17f0ae69324646"/>
    <p:sldId xmlns:r="http://schemas.openxmlformats.org/officeDocument/2006/relationships" id="264" r:id="Rfd8bef6819804752"/>
    <p:sldId xmlns:r="http://schemas.openxmlformats.org/officeDocument/2006/relationships" id="265" r:id="Rb81a67e75c3b427c"/>
    <p:sldId xmlns:r="http://schemas.openxmlformats.org/officeDocument/2006/relationships" id="266" r:id="R74e8c7cae1ab4d89"/>
    <p:sldId xmlns:r="http://schemas.openxmlformats.org/officeDocument/2006/relationships" id="267" r:id="Rc3fabb518bcd4e47"/>
    <p:sldId xmlns:r="http://schemas.openxmlformats.org/officeDocument/2006/relationships" id="268" r:id="R6f90a7372b604024"/>
    <p:sldId xmlns:r="http://schemas.openxmlformats.org/officeDocument/2006/relationships" id="269" r:id="R9bf490ef3b794997"/>
    <p:sldId xmlns:r="http://schemas.openxmlformats.org/officeDocument/2006/relationships" id="270" r:id="Rd9ebcfba7d38491c"/>
    <p:sldId xmlns:r="http://schemas.openxmlformats.org/officeDocument/2006/relationships" id="271" r:id="Ra8d91f8da19d4237"/>
    <p:sldId xmlns:r="http://schemas.openxmlformats.org/officeDocument/2006/relationships" id="272" r:id="R7cf40879ec274f0e"/>
    <p:sldId xmlns:r="http://schemas.openxmlformats.org/officeDocument/2006/relationships" id="273" r:id="R364e3368dc5c44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86b334824410c" /><Relationship Type="http://schemas.openxmlformats.org/officeDocument/2006/relationships/slideMaster" Target="/ppt/slideMasters/slideMaster1.xml" Id="Rea6e4745106f491f" /><Relationship Type="http://schemas.openxmlformats.org/officeDocument/2006/relationships/notesMaster" Target="/ppt/notesMasters/notesMaster1.xml" Id="Rfde5104291ec4315" /><Relationship Type="http://schemas.openxmlformats.org/officeDocument/2006/relationships/presProps" Target="/ppt/presProps.xml" Id="Rc0aa744a922846c1" /><Relationship Type="http://schemas.openxmlformats.org/officeDocument/2006/relationships/tableStyles" Target="/ppt/tableStyles.xml" Id="R2372dab8dd3140f4" /><Relationship Type="http://schemas.openxmlformats.org/officeDocument/2006/relationships/slide" Target="/ppt/slides/slide1.xml" Id="Reb4784e5359e4ce3" /><Relationship Type="http://schemas.openxmlformats.org/officeDocument/2006/relationships/slide" Target="/ppt/slides/slide2.xml" Id="Rb0844a3b4cfe42f0" /><Relationship Type="http://schemas.openxmlformats.org/officeDocument/2006/relationships/slide" Target="/ppt/slides/slide3.xml" Id="R7cd6cb629e394492" /><Relationship Type="http://schemas.openxmlformats.org/officeDocument/2006/relationships/slide" Target="/ppt/slides/slide4.xml" Id="R7ba814747c2e4c0e" /><Relationship Type="http://schemas.openxmlformats.org/officeDocument/2006/relationships/slide" Target="/ppt/slides/slide5.xml" Id="Reaa8fce899374a9d" /><Relationship Type="http://schemas.openxmlformats.org/officeDocument/2006/relationships/slide" Target="/ppt/slides/slide6.xml" Id="R8ebb601996ac4224" /><Relationship Type="http://schemas.openxmlformats.org/officeDocument/2006/relationships/slide" Target="/ppt/slides/slide7.xml" Id="Ra978c8b354be4a61" /><Relationship Type="http://schemas.openxmlformats.org/officeDocument/2006/relationships/slide" Target="/ppt/slides/slide8.xml" Id="Rdf17f0ae69324646" /><Relationship Type="http://schemas.openxmlformats.org/officeDocument/2006/relationships/slide" Target="/ppt/slides/slide9.xml" Id="Rfd8bef6819804752" /><Relationship Type="http://schemas.openxmlformats.org/officeDocument/2006/relationships/slide" Target="/ppt/slides/slide10.xml" Id="Rb81a67e75c3b427c" /><Relationship Type="http://schemas.openxmlformats.org/officeDocument/2006/relationships/slide" Target="/ppt/slides/slide11.xml" Id="R74e8c7cae1ab4d89" /><Relationship Type="http://schemas.openxmlformats.org/officeDocument/2006/relationships/slide" Target="/ppt/slides/slide12.xml" Id="Rc3fabb518bcd4e47" /><Relationship Type="http://schemas.openxmlformats.org/officeDocument/2006/relationships/slide" Target="/ppt/slides/slide13.xml" Id="R6f90a7372b604024" /><Relationship Type="http://schemas.openxmlformats.org/officeDocument/2006/relationships/slide" Target="/ppt/slides/slide14.xml" Id="R9bf490ef3b794997" /><Relationship Type="http://schemas.openxmlformats.org/officeDocument/2006/relationships/slide" Target="/ppt/slides/slide15.xml" Id="Rd9ebcfba7d38491c" /><Relationship Type="http://schemas.openxmlformats.org/officeDocument/2006/relationships/slide" Target="/ppt/slides/slide16.xml" Id="Ra8d91f8da19d4237" /><Relationship Type="http://schemas.openxmlformats.org/officeDocument/2006/relationships/slide" Target="/ppt/slides/slide17.xml" Id="R7cf40879ec274f0e" /><Relationship Type="http://schemas.openxmlformats.org/officeDocument/2006/relationships/slide" Target="/ppt/slides/slide18.xml" Id="R364e3368dc5c44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6979dd0c8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616e8fd3044b5e" /><Relationship Type="http://schemas.openxmlformats.org/officeDocument/2006/relationships/notesMaster" Target="/ppt/notesMasters/notesMaster1.xml" Id="R8de77f5fecb34e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acbd08edb645c0" /><Relationship Type="http://schemas.openxmlformats.org/officeDocument/2006/relationships/notesMaster" Target="/ppt/notesMasters/notesMaster1.xml" Id="R2d96bd8e350544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292442753744ef" /><Relationship Type="http://schemas.openxmlformats.org/officeDocument/2006/relationships/notesMaster" Target="/ppt/notesMasters/notesMaster1.xml" Id="Rf100ac600be0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2475bfbcc47c8" /><Relationship Type="http://schemas.openxmlformats.org/officeDocument/2006/relationships/notesMaster" Target="/ppt/notesMasters/notesMaster1.xml" Id="Rb31dd9ea07cb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39f12282494757" /><Relationship Type="http://schemas.openxmlformats.org/officeDocument/2006/relationships/notesMaster" Target="/ppt/notesMasters/notesMaster1.xml" Id="R194b28be821642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b18b119ce94ea0" /><Relationship Type="http://schemas.openxmlformats.org/officeDocument/2006/relationships/notesMaster" Target="/ppt/notesMasters/notesMaster1.xml" Id="R1ac406a089cb4a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4c552def23443b" /><Relationship Type="http://schemas.openxmlformats.org/officeDocument/2006/relationships/notesMaster" Target="/ppt/notesMasters/notesMaster1.xml" Id="R7750b0b104d34f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30c5fe2b1e46b3" /><Relationship Type="http://schemas.openxmlformats.org/officeDocument/2006/relationships/notesMaster" Target="/ppt/notesMasters/notesMaster1.xml" Id="R23b95d47ff1e4d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bcc612929b4a5c" /><Relationship Type="http://schemas.openxmlformats.org/officeDocument/2006/relationships/notesMaster" Target="/ppt/notesMasters/notesMaster1.xml" Id="R87fdf12f68aa40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7ba436647d419d" /><Relationship Type="http://schemas.openxmlformats.org/officeDocument/2006/relationships/notesMaster" Target="/ppt/notesMasters/notesMaster1.xml" Id="R144e92e83d5a4b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ea493ea0aa4406" /><Relationship Type="http://schemas.openxmlformats.org/officeDocument/2006/relationships/notesMaster" Target="/ppt/notesMasters/notesMaster1.xml" Id="R5f2dd130132840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4dbe5a63bc4d2d" /><Relationship Type="http://schemas.openxmlformats.org/officeDocument/2006/relationships/notesMaster" Target="/ppt/notesMasters/notesMaster1.xml" Id="Rcd3778db37ca4f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97c08e16134f00" /><Relationship Type="http://schemas.openxmlformats.org/officeDocument/2006/relationships/notesMaster" Target="/ppt/notesMasters/notesMaster1.xml" Id="R52d2808975a948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edb4e72af14592" /><Relationship Type="http://schemas.openxmlformats.org/officeDocument/2006/relationships/notesMaster" Target="/ppt/notesMasters/notesMaster1.xml" Id="R13015bb06f044e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f9c32f7fd84793" /><Relationship Type="http://schemas.openxmlformats.org/officeDocument/2006/relationships/notesMaster" Target="/ppt/notesMasters/notesMaster1.xml" Id="R153f6ef01f324b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94a672e41349ae" /><Relationship Type="http://schemas.openxmlformats.org/officeDocument/2006/relationships/notesMaster" Target="/ppt/notesMasters/notesMaster1.xml" Id="R88a030e0929c4e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a68d8d127b471f" /><Relationship Type="http://schemas.openxmlformats.org/officeDocument/2006/relationships/notesMaster" Target="/ppt/notesMasters/notesMaster1.xml" Id="R5ecd0662d6ef47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ae4e715eb74c87" /><Relationship Type="http://schemas.openxmlformats.org/officeDocument/2006/relationships/notesMaster" Target="/ppt/notesMasters/notesMaster1.xml" Id="R4c931967377448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RTAG285IUP5 - source page 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95f8a18fa46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ef9d5e58ba48be" /><Relationship Type="http://schemas.openxmlformats.org/officeDocument/2006/relationships/slideLayout" Target="/ppt/slideLayouts/slideLayout1.xml" Id="R439770c84f5e41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770c84f5e41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7b3428b404b68" /><Relationship Type="http://schemas.openxmlformats.org/officeDocument/2006/relationships/image" Target="/ppt/media/image.jpeg" Id="R001a5bfe17304e61" /><Relationship Type="http://schemas.openxmlformats.org/officeDocument/2006/relationships/notesSlide" Target="/ppt/notesSlides/notesSlide1.xml" Id="Rcdbe9a05d99741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16d6d9508481a" /><Relationship Type="http://schemas.openxmlformats.org/officeDocument/2006/relationships/notesSlide" Target="/ppt/notesSlides/notesSlide2.xml" Id="R1a8b44ee320a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3e2e1a389493f" /><Relationship Type="http://schemas.openxmlformats.org/officeDocument/2006/relationships/notesSlide" Target="/ppt/notesSlides/notesSlide3.xml" Id="Rd33a2b8d4a7444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fa25f8e774161" /><Relationship Type="http://schemas.openxmlformats.org/officeDocument/2006/relationships/notesSlide" Target="/ppt/notesSlides/notesSlide4.xml" Id="R18f80dcbe0f74d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12f4a24cd4e13" /><Relationship Type="http://schemas.openxmlformats.org/officeDocument/2006/relationships/notesSlide" Target="/ppt/notesSlides/notesSlide5.xml" Id="R5737b2e4bec541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5f048bf3c4757" /><Relationship Type="http://schemas.openxmlformats.org/officeDocument/2006/relationships/image" Target="/ppt/media/image2.jpeg" Id="Rbd1076ecc5c240cc" /><Relationship Type="http://schemas.openxmlformats.org/officeDocument/2006/relationships/notesSlide" Target="/ppt/notesSlides/notesSlide6.xml" Id="R56c454ae5f104a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8854afc274ad1" /><Relationship Type="http://schemas.openxmlformats.org/officeDocument/2006/relationships/image" Target="/ppt/media/image3.jpeg" Id="Reefb0be9d91c47c5" /><Relationship Type="http://schemas.openxmlformats.org/officeDocument/2006/relationships/notesSlide" Target="/ppt/notesSlides/notesSlide7.xml" Id="R9c951958335645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87228d25a4333" /><Relationship Type="http://schemas.openxmlformats.org/officeDocument/2006/relationships/image" Target="/ppt/media/image4.jpeg" Id="R2d8625cff7d9496f" /><Relationship Type="http://schemas.openxmlformats.org/officeDocument/2006/relationships/notesSlide" Target="/ppt/notesSlides/notesSlide8.xml" Id="R5084bc96708740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dccc2e10b48b4" /><Relationship Type="http://schemas.openxmlformats.org/officeDocument/2006/relationships/image" Target="/ppt/media/image5.jpeg" Id="R07cc2fb598914cd9" /><Relationship Type="http://schemas.openxmlformats.org/officeDocument/2006/relationships/notesSlide" Target="/ppt/notesSlides/notesSlide9.xml" Id="Rcac331f00f034d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9d9eaf8ee4af5" /><Relationship Type="http://schemas.openxmlformats.org/officeDocument/2006/relationships/image" Target="/ppt/media/image6.jpeg" Id="R1d959dc789ea47e0" /><Relationship Type="http://schemas.openxmlformats.org/officeDocument/2006/relationships/notesSlide" Target="/ppt/notesSlides/notesSlide10.xml" Id="R2536939fee454c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064d51034ffc" /><Relationship Type="http://schemas.openxmlformats.org/officeDocument/2006/relationships/image" Target="/ppt/media/image7.jpeg" Id="R34395ee298a3484f" /><Relationship Type="http://schemas.openxmlformats.org/officeDocument/2006/relationships/notesSlide" Target="/ppt/notesSlides/notesSlide11.xml" Id="R8a6ad0fe393a42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fb00e727a4c5c" /><Relationship Type="http://schemas.openxmlformats.org/officeDocument/2006/relationships/image" Target="/ppt/media/image8.jpeg" Id="R8ba73ad353d7427f" /><Relationship Type="http://schemas.openxmlformats.org/officeDocument/2006/relationships/notesSlide" Target="/ppt/notesSlides/notesSlide12.xml" Id="Re86edc94a9a543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8f1f773d45ec" /><Relationship Type="http://schemas.openxmlformats.org/officeDocument/2006/relationships/image" Target="/ppt/media/image9.jpeg" Id="Rc94e8ee7a83d45c8" /><Relationship Type="http://schemas.openxmlformats.org/officeDocument/2006/relationships/notesSlide" Target="/ppt/notesSlides/notesSlide13.xml" Id="R5676ffc9e9584b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50d7156114a1b" /><Relationship Type="http://schemas.openxmlformats.org/officeDocument/2006/relationships/image" Target="/ppt/media/image10.jpeg" Id="R53e74ef0bbd64b40" /><Relationship Type="http://schemas.openxmlformats.org/officeDocument/2006/relationships/notesSlide" Target="/ppt/notesSlides/notesSlide14.xml" Id="R67a8d463f9e24d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9d079568f473e" /><Relationship Type="http://schemas.openxmlformats.org/officeDocument/2006/relationships/image" Target="/ppt/media/image11.jpeg" Id="R8a749782c77b4152" /><Relationship Type="http://schemas.openxmlformats.org/officeDocument/2006/relationships/notesSlide" Target="/ppt/notesSlides/notesSlide15.xml" Id="R23117abaa41e4f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77e24002945a8" /><Relationship Type="http://schemas.openxmlformats.org/officeDocument/2006/relationships/image" Target="/ppt/media/image12.jpeg" Id="Rc702e91958ab41f6" /><Relationship Type="http://schemas.openxmlformats.org/officeDocument/2006/relationships/notesSlide" Target="/ppt/notesSlides/notesSlide16.xml" Id="Rab741b36959e48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fb716cd2a4e96" /><Relationship Type="http://schemas.openxmlformats.org/officeDocument/2006/relationships/image" Target="/ppt/media/image13.jpeg" Id="R021ba57e94a6424c" /><Relationship Type="http://schemas.openxmlformats.org/officeDocument/2006/relationships/notesSlide" Target="/ppt/notesSlides/notesSlide17.xml" Id="Ra802062cce6741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6045b5e944b19" /><Relationship Type="http://schemas.openxmlformats.org/officeDocument/2006/relationships/notesSlide" Target="/ppt/notesSlides/notesSlide18.xml" Id="Rfa628e2caf514b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97295-F845-4DAD-BC14-6E7A28A7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E3676-31CE-4ED3-8008-94CCEC7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63B0E-9AF7-4AC1-A9D1-98FBD83C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Model-specific parts identification and ordering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4C7C0-4C75-44E1-8B57-D39F4452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a5bfe17304e61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98D4D-E5B1-45C7-8D78-C739D495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42890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641E7-859E-42CD-B8BC-BD37E009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A6E03-1BEC-4AB7-8F89-B8745544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AC0BD-3E5C-4574-A2EA-A1BABFA3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84790-EBB7-4692-8FB8-187FFC3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0406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F44F0-03A0-4482-BD15-EF84BD68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95930-4639-43D6-8152-03A7C6C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catalogue is tied to one complete RTAG285 model string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FB133-4E83-44BC-8A7A-3E2A3E91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E0E0C-6C8C-4D8B-B04A-AFC66B76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33C70-D4C0-46E5-93DC-1AB6175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C1A5-F11A-4A58-BD16-F04ED10E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C2F0F-E331-4ACB-B8C8-085D4E42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RTAG285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5251D-325E-4BC1-8163-03DEDEF4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27B07-8394-4611-9939-AAFB8DF7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0EB22-5BF6-4FB4-B1D3-E70D1615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IUP5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AE48D-EC67-4143-8D38-F6473541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Parts-list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E05BB-DCE9-43DC-834E-FB4E438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41407-C95F-467F-A360-AD9DD639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8CB41-841F-4C9E-8F3F-7A7EE8E1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0595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B7935-E96E-410C-9790-A116BFF0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446C2-F69F-4637-9B84-F0730752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Correct ordering starts with complete machine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03B93-AD0B-4809-BC64-90B7D9B2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full model number and unit serial number. • Confirm design revision and installed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D20F-05C0-4BBF-A558-FCB6D27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E69C6-C982-44E2-A525-7B7D417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 drawing reference numbers to the physical assembly. • Record superseded part numbers and OEM-approved substitutions.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F1802-D8C3-4A9E-8F47-E213515F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9323D-E49B-4FB6-84B8-C47D656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61777-FF58-4EBA-9B96-C26DE04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5885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4B68D-557B-493D-B34E-9ACFE14F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943BF-C747-4C50-AFEB-B2225CF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2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 quantity in a drawing is not automatically the stock quantity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7A79-25E6-44E6-9398-91EADD7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Distinguish quantity per assembly from quantity per machine. • Separate consumables, repair kits and complete assemblies.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A6330-22A2-476D-9313-9933E52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3D41E-BE7F-4F57-AD2E-2F5171F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failure history and lead time to define local stock. • Preserve warranty and traceability records after installation.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8C000-47AE-40E5-A2AB-55038AAD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DF7C6-14E6-4854-B24B-88386FD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B6408-1B2E-4360-9631-8B32C62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9688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82C6F-B13E-4735-9AFA-85AEDFB8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CE80C-E507-4405-88C8-5A7AAFB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FACDF-961E-4469-9C0C-60F57183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076ecc5c240c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F35C4-19BE-4FB0-8B7F-D7E9065E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FEB70-0F98-49AA-A65C-2BEF056A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92E85-07B0-4793-9655-EEC58CB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341F3-A29B-42E4-B70B-C1D7E045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2BC38-BF0B-49B6-B075-0D0AAC0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8662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D5DF4-ADD2-4983-8BE5-7E79F348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C78DA-6ACF-41C0-B60C-2BC5F9B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65EEE-233E-4BA2-8100-45C26CC1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b0be9d91c47c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CC407-DE52-4AA0-8B77-4C33F260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B6EDE-A710-4555-A233-F795A7D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B08F7-810B-424B-BDF8-52AC6269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97006-3EB9-4BCA-B129-227F3935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24450-56BB-481A-BEA3-8EAFEB2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8032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073CF-4629-4824-A172-BE99AA0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DC5BF-74EF-44FE-A9A5-556ABB23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F95D4-A695-4C5F-A9A7-A1EA545E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625cff7d9496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0C5AC-1EA7-4014-9C65-D4F0887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34F28-1A53-4133-9800-064EBC6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461AE-3757-4089-8573-3DDCEA2B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A2688-2833-40DD-9028-7994B9A3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07CD8-2ABC-4CD1-AD59-BDA391B0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76671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5B15A-B2DB-4549-BBC2-2F889F67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3ED1-96CA-43AC-98E3-1673F9E1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0288E-1165-44A3-9B67-7B27AAC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c2fb598914cd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A239B-8EEC-48B5-8E6D-54D60245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04C8C-CF44-477C-BB56-94BFED63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1F0A2-7CE9-4144-9976-EF1BA4CC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CF44A-EA19-44FC-9C62-9B20BAF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5CBEA-DB2F-4130-9341-51BDB1B7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8679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C4FC0-28FB-47CD-A6C8-36486765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DAB13-D338-480F-AF53-3B8865D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A2F44-ABE8-4EBA-B135-E9D7C9F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59dc789ea47e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2A8F-C813-4113-AB86-8D99910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8253C-5E98-4D8A-ADBA-FC23EEA6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F3002-B212-4CC5-AAFA-8EE135C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C6B53-D647-4CCA-8D11-A8DF0FF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D2F47-FF19-4E69-85D5-BC5AE33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6900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FDB43-63C7-472C-BD8D-12DCE9E0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E98B0-25D4-437D-914F-C17DD007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5D8E4-4E75-46DB-A611-18DEAFFC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95ee298a3484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0C509-6868-43B8-84A0-4C645F0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0425A-D581-4CEC-AC65-441FDB99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19F38-8997-48AB-B9C1-D6A9ADB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A0ABD-7FE2-4CE9-9CFD-969D05C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32E52-45C6-4D90-AC61-A7CE641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9418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767AE-C6E3-4D65-ADAD-0F76B978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D5ADA-63B5-407C-AE09-B421503E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3D6E5-C0E6-4BBD-A559-627389F6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73ad353d7427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A2896-9831-41DD-AD48-92940742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6BE51-FB76-4F13-B0B8-47DB82B2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55FC6-FCCF-43C1-AFDF-2448D1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6B4EF-D3B0-44FC-A0AF-472C833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9CE27-7121-47E4-ABCD-C64579E9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0019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1B0F0-C4DC-42BE-8E2A-73B6843B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901C3-2E56-43E4-92EB-8A22FD6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9806E-9279-482D-818D-AC02437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e8ee7a83d45c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5F742-854E-4408-815E-71A1AC5C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B2886-E594-4927-AF06-99DAB1A1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2C532-A77D-4BF7-B25E-D155A5E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01F6D-60D5-421F-ABC3-A2BFDC77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2911C-9649-4B9A-BE17-E272D992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1153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B2A98-16BD-45E3-8FA2-BAB3511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197C3-DF8F-4EEB-9D07-BCADF5F9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B2B31-3C4B-4911-90FA-32951B97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4ef0bbd64b40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828EE-EAC7-467B-8181-E47EE758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8C4A8-1865-48E6-BA98-DA96E883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174A0-2117-4277-8EC1-73C082B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B8769-1127-415F-9DB0-4F15B72B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C0D86-573A-4D01-9834-13406336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9000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1C5D-2339-4644-BF7E-916FD63B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E48D8-8D71-46E5-8D44-FC953B7C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F8A2C-3DC3-4FDA-B7E2-407CA18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49782c77b415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1D3DE-56BE-4AB2-AC40-6B5690A0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4B87F-6D9D-4AB5-B849-1FEAE67C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C2DEE-3E6C-4775-B8FE-7EAD3EE8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E46FC-CF0F-47C5-ACFD-8CC49607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E9AE7-764C-4390-B065-1ABAD087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06188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DB3FD-B63A-4929-9A7C-F176CDFB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55B90-9EB9-482F-95E8-C283AF7E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FFCE9-771D-4AC2-A2E7-C4FAB17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2e91958ab41f6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31E95-4EC5-44E1-B514-29DF7528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91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42116-5EDE-4BE3-8F6B-241A514B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80A57-DFCF-448F-BF01-63C6B83C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DCBC2-8D96-4473-A21C-0C308724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99576-2ED8-4F06-A48C-AD3D4BA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67335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0088E-7E81-48CE-B2D3-7AB2FDE8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4D106-D418-4A9B-B325-F0A95AA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catalogue reference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AB588-3B0F-4112-926B-6782D5ED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ba57e94a6424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83DC8-C164-404F-8740-F3A2743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RTAG285IUP5 - source page 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68073-DC5B-45AD-B744-6735E87E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EF47D-B2A7-487A-9E9E-AB3BCDF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339CE-6F0C-40DE-A1F3-47833A8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4BC4F-C9E4-48AC-A7B9-1AF2D65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41461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639D4-F609-42E9-A62A-15995AAC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9CCA-9A6A-419B-96CD-D66BA8B7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479F3-53C4-43DC-85BA-7E3BC5EB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D31B7-1C7F-4C48-9A53-00EBEF4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2BAA-511C-4387-B19B-D390A7C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7BCE5-D1DA-4F17-AAED-AEABCC1A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305AB-6EFB-40C9-B295-20539F87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7DDEA-6C8A-4606-95D1-BDD54A5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0369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2026-08-15T02:49:51.7600000Z</dcterms:created>
  <dcterms:modified xsi:type="dcterms:W3CDTF">2026-08-15T02:49:51.7600000Z</dcterms:modified>
</coreProperties>
</file>