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8c9821f98c45ae" /><Relationship Type="http://schemas.openxmlformats.org/officeDocument/2006/relationships/extended-properties" Target="/docProps/app.xml" Id="R3f3da3e1699c47bc" /><Relationship Type="http://schemas.openxmlformats.org/officeDocument/2006/relationships/officeDocument" Target="/ppt/presentation.xml" Id="Ra9b19244c4e543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3f946b848b4fd9"/>
  </p:sldMasterIdLst>
  <p:notesMasterIdLst>
    <p:notesMasterId xmlns:r="http://schemas.openxmlformats.org/officeDocument/2006/relationships" r:id="R5a47dd94ab724ba6"/>
  </p:notesMasterIdLst>
  <p:sldIdLst>
    <p:sldId xmlns:r="http://schemas.openxmlformats.org/officeDocument/2006/relationships" id="256" r:id="R1a27194a9c0b4dfa"/>
    <p:sldId xmlns:r="http://schemas.openxmlformats.org/officeDocument/2006/relationships" id="257" r:id="R2bfc0339b92e4d32"/>
    <p:sldId xmlns:r="http://schemas.openxmlformats.org/officeDocument/2006/relationships" id="258" r:id="R92755c7061754d26"/>
    <p:sldId xmlns:r="http://schemas.openxmlformats.org/officeDocument/2006/relationships" id="259" r:id="R772fd8adc00143b9"/>
    <p:sldId xmlns:r="http://schemas.openxmlformats.org/officeDocument/2006/relationships" id="260" r:id="Rbaabfb6c26314d62"/>
    <p:sldId xmlns:r="http://schemas.openxmlformats.org/officeDocument/2006/relationships" id="261" r:id="Ra9ee3c8876c742b6"/>
    <p:sldId xmlns:r="http://schemas.openxmlformats.org/officeDocument/2006/relationships" id="262" r:id="R16e428068f2b452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18c235a52c48ff" /><Relationship Type="http://schemas.openxmlformats.org/officeDocument/2006/relationships/slideMaster" Target="/ppt/slideMasters/slideMaster1.xml" Id="R623f946b848b4fd9" /><Relationship Type="http://schemas.openxmlformats.org/officeDocument/2006/relationships/notesMaster" Target="/ppt/notesMasters/notesMaster1.xml" Id="R5a47dd94ab724ba6" /><Relationship Type="http://schemas.openxmlformats.org/officeDocument/2006/relationships/presProps" Target="/ppt/presProps.xml" Id="R30f4b422b22e4314" /><Relationship Type="http://schemas.openxmlformats.org/officeDocument/2006/relationships/tableStyles" Target="/ppt/tableStyles.xml" Id="Re908d38329de46c2" /><Relationship Type="http://schemas.openxmlformats.org/officeDocument/2006/relationships/slide" Target="/ppt/slides/slide1.xml" Id="R1a27194a9c0b4dfa" /><Relationship Type="http://schemas.openxmlformats.org/officeDocument/2006/relationships/slide" Target="/ppt/slides/slide2.xml" Id="R2bfc0339b92e4d32" /><Relationship Type="http://schemas.openxmlformats.org/officeDocument/2006/relationships/slide" Target="/ppt/slides/slide3.xml" Id="R92755c7061754d26" /><Relationship Type="http://schemas.openxmlformats.org/officeDocument/2006/relationships/slide" Target="/ppt/slides/slide4.xml" Id="R772fd8adc00143b9" /><Relationship Type="http://schemas.openxmlformats.org/officeDocument/2006/relationships/slide" Target="/ppt/slides/slide5.xml" Id="Rbaabfb6c26314d62" /><Relationship Type="http://schemas.openxmlformats.org/officeDocument/2006/relationships/slide" Target="/ppt/slides/slide6.xml" Id="Ra9ee3c8876c742b6" /><Relationship Type="http://schemas.openxmlformats.org/officeDocument/2006/relationships/slide" Target="/ppt/slides/slide7.xml" Id="R16e428068f2b45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abbb64e9c7540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ad70702855422a" /><Relationship Type="http://schemas.openxmlformats.org/officeDocument/2006/relationships/notesMaster" Target="/ppt/notesMasters/notesMaster1.xml" Id="R2d6924cb85a3421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fbe2b8b7b34ed5" /><Relationship Type="http://schemas.openxmlformats.org/officeDocument/2006/relationships/notesMaster" Target="/ppt/notesMasters/notesMaster1.xml" Id="Rc0884796d9fe487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84c2a2ecf3e458c" /><Relationship Type="http://schemas.openxmlformats.org/officeDocument/2006/relationships/notesMaster" Target="/ppt/notesMasters/notesMaster1.xml" Id="R21c06c6a524145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4300bc325c944a8" /><Relationship Type="http://schemas.openxmlformats.org/officeDocument/2006/relationships/notesMaster" Target="/ppt/notesMasters/notesMaster1.xml" Id="R101d3f3a5152435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369439166834c3d" /><Relationship Type="http://schemas.openxmlformats.org/officeDocument/2006/relationships/notesMaster" Target="/ppt/notesMasters/notesMaster1.xml" Id="R54a84b142dbf426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b59eca02bcb477c" /><Relationship Type="http://schemas.openxmlformats.org/officeDocument/2006/relationships/notesMaster" Target="/ppt/notesMasters/notesMaster1.xml" Id="R9ef5a6fdd431465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cc0e706073c44ed" /><Relationship Type="http://schemas.openxmlformats.org/officeDocument/2006/relationships/notesMaster" Target="/ppt/notesMasters/notesMaster1.xml" Id="Re4e93251556c4e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Blutech Water FZC report 0116 - 21 April 2025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f3ac72339647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19ed16bda2f4aa0" /><Relationship Type="http://schemas.openxmlformats.org/officeDocument/2006/relationships/slideLayout" Target="/ppt/slideLayouts/slideLayout1.xml" Id="R871e2aa16ed244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1e2aa16ed244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33fdff90564ceb" /><Relationship Type="http://schemas.openxmlformats.org/officeDocument/2006/relationships/notesSlide" Target="/ppt/notesSlides/notesSlide1.xml" Id="R84f18ccbd6da4e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fd46fa6e6b48f3" /><Relationship Type="http://schemas.openxmlformats.org/officeDocument/2006/relationships/notesSlide" Target="/ppt/notesSlides/notesSlide2.xml" Id="R4876e5f7d18140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6abf7d50144437" /><Relationship Type="http://schemas.openxmlformats.org/officeDocument/2006/relationships/notesSlide" Target="/ppt/notesSlides/notesSlide3.xml" Id="R04f944338d0f4c5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9d8ed2d3ae4172" /><Relationship Type="http://schemas.openxmlformats.org/officeDocument/2006/relationships/notesSlide" Target="/ppt/notesSlides/notesSlide4.xml" Id="Rbaf23fc27a204a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79d98511f44d49" /><Relationship Type="http://schemas.openxmlformats.org/officeDocument/2006/relationships/notesSlide" Target="/ppt/notesSlides/notesSlide5.xml" Id="R535d5d1cb4694c5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9a541ccc4e401f" /><Relationship Type="http://schemas.openxmlformats.org/officeDocument/2006/relationships/notesSlide" Target="/ppt/notesSlides/notesSlide6.xml" Id="Rf7bf58ea773a46d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25ad83a6fd4197" /><Relationship Type="http://schemas.openxmlformats.org/officeDocument/2006/relationships/notesSlide" Target="/ppt/notesSlides/notesSlide7.xml" Id="Rbc13c0a249ee4bb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D8BC11-9A2F-4AE4-8043-B36FF9A25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COMMISSIONING &amp; TESTING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3E9E5E-551E-477F-BFB1-4DF4B80F3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Chilled-Water Flushing &amp;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6517A9-25B4-4C1E-B2AB-A05704CC2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Project water-quality acceptance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987CC3-D500-4C15-B033-CF810D123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0440B0-6837-45CD-B717-CF0FAA7CB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4343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TECHNICAL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309D2C-ADAA-498E-85A5-A7D160D8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TECHNICAL TRAINING RESOURCE</a:t>
            </a:r>
          </a:p>
        </p:txBody>
      </p:sp>
    </p:spTree>
    <p:extLst>
      <p:ext uri="{BB962C8B-B14F-4D97-AF65-F5344CB8AC3E}">
        <p14:creationId xmlns:p14="http://schemas.microsoft.com/office/powerpoint/2010/main" val="9925082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5FD962-B312-4E68-B419-86021318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COMMISSIONING &amp; TESTING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A85E36-7CC4-40FB-AE8C-C4600D3C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A7A0E2-877D-4A9F-8195-486518B4F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FC1D0B-CF94-4FB4-847D-592F6302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682756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B7D086-6907-4D73-B737-AB0E03FF8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8696D1-CCCD-4DC0-840A-C051D452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All six tested parameters were reported within control limits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DA12EA-E676-4B28-90D4-C33CA94C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0ECB5F-E76E-4128-B98F-4E64DE598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10.54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DC010B-58AE-4B76-8FB6-A3B61B35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pH (control 8.5-11.0)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ECAC50-1DA1-4206-A185-664B571EE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5F8BAA-56F4-47E9-8962-28DD247C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2442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277A9E-D070-4AD6-9131-69F17ECDF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Conductivity, µS/cm (&lt;3000)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CAE0C7-DAAC-46D4-BDC2-C7EA49D1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AF7645-584B-439C-93A2-2F39A2ED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1120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B4D5A8-617B-4260-8A2B-8430D2E38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Nitrite as NaNO₂, ppm (800-1200)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931056-FB14-4AFB-A22A-E5F33DBD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6D391F-8F40-40D7-B094-C7B5D83D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Commissioning &amp; Testing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ECAFDD-CAB5-4C8A-BA7D-93CDB93E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178023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57FF41-C370-43BF-B3F3-6FF71A6A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ED4C59-3003-4BB6-8C96-6FF00FE5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sample supports initial chilled-water chemical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9FA929-35D6-475A-BD71-B2080CCD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TDS was 1,619 ppm against a control limit below 2,100 ppm. • Total iron was 0.32 ppm against a control limit below 1.0 ppm.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56498F-909A-4354-8320-405CBA66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718A06-6A22-410E-8A77-2F9871FF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Suspended solids were reported as 6 ppm against a control limit below 30 ppm. • The laboratory conclusion states that all parameters were within control limits.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F38370-2C13-40F7-8852-BF77FCDA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9D58AC-62C5-4C64-B348-CF1B745D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Commissioning &amp; Testing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6B7DB9-3B13-4D18-B1D2-34FC28066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00498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04CD8E-B834-4E59-8CF8-AEF9CB175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9BD974-EF9D-4BEF-9F66-9EEC86BE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584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single compliant sample does not replace ongoing water management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F7A2D1-5C38-4487-90A0-E7666A33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sampling point, flushing completion and sample date. • Trend pH, conductivity, TDS, iron, suspended solids and inhibitor concentration.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7C7FD8-E9C7-4E17-8F62-76CDE32E4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99519D-369B-4237-9DE0-D68BCDDD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Investigate makeup-water ingress, corrosion products and unexplained conductivity rise. • Retain laboratory reports with chemical dosing and flushing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F6AF9B-EA08-48AE-BD99-B665B497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EB5A76-4C7A-469B-B40D-6DC8525C9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Commissioning &amp; Testing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C22443-D9CD-43D2-B904-AAE0EAA1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614218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228B33-0090-4FFD-A029-4A48560F2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2849B4-2527-4E8E-887F-728E5369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Water-analysis service report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40C6A9-6798-4C8C-B727-AA01E81D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A7CC05-DA53-42C3-8E8F-BB7C5B25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7276F8-6D51-4571-B3ED-DCA4D99D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Blutech Water FZC report 0116 - 21 April 2025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8A9CC7-B6B1-4F43-92DE-81FA49D2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62877B-3DE4-4312-BCB0-338119F78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98C764-2095-4B03-AEC4-14B919C4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Commissioning &amp; Testing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A97B9C-5347-4B80-AFC8-311F7D88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50324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FC685E-13E3-44E4-88CA-8BAD5762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F5F926-B81E-4C51-87B3-86A88FC7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50C6CB-4684-4C23-94C6-DF130C32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 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767D31-ED4E-450C-8DCA-9024A782B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CB5945-E5A5-401A-9102-E19C141A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 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354BA6-EA95-4BD3-907D-39A59300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34CA91-F45A-4589-970E-5C3F9F4E0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Commissioning &amp; Testing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A3B8E1-A5BE-41EB-BF6B-A5699BA88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144012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2026-08-15T02:49:46.3060000Z</dcterms:created>
  <dcterms:modified xsi:type="dcterms:W3CDTF">2026-08-15T02:49:46.3060000Z</dcterms:modified>
</coreProperties>
</file>