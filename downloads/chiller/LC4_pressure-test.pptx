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0f8209e7e14e18" /><Relationship Type="http://schemas.openxmlformats.org/officeDocument/2006/relationships/extended-properties" Target="/docProps/app.xml" Id="R6a4786475a204cc2" /><Relationship Type="http://schemas.openxmlformats.org/officeDocument/2006/relationships/officeDocument" Target="/ppt/presentation.xml" Id="R07a5e1240f5a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8083c6ff548b5"/>
  </p:sldMasterIdLst>
  <p:notesMasterIdLst>
    <p:notesMasterId xmlns:r="http://schemas.openxmlformats.org/officeDocument/2006/relationships" r:id="Ra7736a5a4f8f49a4"/>
  </p:notesMasterIdLst>
  <p:sldIdLst>
    <p:sldId xmlns:r="http://schemas.openxmlformats.org/officeDocument/2006/relationships" id="256" r:id="R1f5850ef3aed4b70"/>
    <p:sldId xmlns:r="http://schemas.openxmlformats.org/officeDocument/2006/relationships" id="257" r:id="Raf601424be5a4d4f"/>
    <p:sldId xmlns:r="http://schemas.openxmlformats.org/officeDocument/2006/relationships" id="258" r:id="Rdfb89d264eae460c"/>
    <p:sldId xmlns:r="http://schemas.openxmlformats.org/officeDocument/2006/relationships" id="259" r:id="Rfc5b3bd015bd436e"/>
    <p:sldId xmlns:r="http://schemas.openxmlformats.org/officeDocument/2006/relationships" id="260" r:id="Rcafb12cbafe745b6"/>
    <p:sldId xmlns:r="http://schemas.openxmlformats.org/officeDocument/2006/relationships" id="261" r:id="Re962740de111430f"/>
    <p:sldId xmlns:r="http://schemas.openxmlformats.org/officeDocument/2006/relationships" id="262" r:id="R499cca31e0b74e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1f64565ca74f1f" /><Relationship Type="http://schemas.openxmlformats.org/officeDocument/2006/relationships/slideMaster" Target="/ppt/slideMasters/slideMaster1.xml" Id="R9ce8083c6ff548b5" /><Relationship Type="http://schemas.openxmlformats.org/officeDocument/2006/relationships/notesMaster" Target="/ppt/notesMasters/notesMaster1.xml" Id="Ra7736a5a4f8f49a4" /><Relationship Type="http://schemas.openxmlformats.org/officeDocument/2006/relationships/presProps" Target="/ppt/presProps.xml" Id="Ra68b7fe159cd44e5" /><Relationship Type="http://schemas.openxmlformats.org/officeDocument/2006/relationships/tableStyles" Target="/ppt/tableStyles.xml" Id="Raae934af802c41a0" /><Relationship Type="http://schemas.openxmlformats.org/officeDocument/2006/relationships/slide" Target="/ppt/slides/slide1.xml" Id="R1f5850ef3aed4b70" /><Relationship Type="http://schemas.openxmlformats.org/officeDocument/2006/relationships/slide" Target="/ppt/slides/slide2.xml" Id="Raf601424be5a4d4f" /><Relationship Type="http://schemas.openxmlformats.org/officeDocument/2006/relationships/slide" Target="/ppt/slides/slide3.xml" Id="Rdfb89d264eae460c" /><Relationship Type="http://schemas.openxmlformats.org/officeDocument/2006/relationships/slide" Target="/ppt/slides/slide4.xml" Id="Rfc5b3bd015bd436e" /><Relationship Type="http://schemas.openxmlformats.org/officeDocument/2006/relationships/slide" Target="/ppt/slides/slide5.xml" Id="Rcafb12cbafe745b6" /><Relationship Type="http://schemas.openxmlformats.org/officeDocument/2006/relationships/slide" Target="/ppt/slides/slide6.xml" Id="Re962740de111430f" /><Relationship Type="http://schemas.openxmlformats.org/officeDocument/2006/relationships/slide" Target="/ppt/slides/slide7.xml" Id="R499cca31e0b74e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0c470b39ce47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13a3b6a23a4838" /><Relationship Type="http://schemas.openxmlformats.org/officeDocument/2006/relationships/notesMaster" Target="/ppt/notesMasters/notesMaster1.xml" Id="Re296d1a5f61249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2dfad8485840bf" /><Relationship Type="http://schemas.openxmlformats.org/officeDocument/2006/relationships/notesMaster" Target="/ppt/notesMasters/notesMaster1.xml" Id="Re9e6a2e5604f4f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f860f29ed4445c" /><Relationship Type="http://schemas.openxmlformats.org/officeDocument/2006/relationships/notesMaster" Target="/ppt/notesMasters/notesMaster1.xml" Id="Rc407a0605ed142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31cc92a4a44cea" /><Relationship Type="http://schemas.openxmlformats.org/officeDocument/2006/relationships/notesMaster" Target="/ppt/notesMasters/notesMaster1.xml" Id="R1d08485db7f146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7bd76425a1420e" /><Relationship Type="http://schemas.openxmlformats.org/officeDocument/2006/relationships/notesMaster" Target="/ppt/notesMasters/notesMaster1.xml" Id="R4f601a100abf4d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3a5051ef654556" /><Relationship Type="http://schemas.openxmlformats.org/officeDocument/2006/relationships/notesMaster" Target="/ppt/notesMasters/notesMaster1.xml" Id="R6410f212404649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426b96a1414520" /><Relationship Type="http://schemas.openxmlformats.org/officeDocument/2006/relationships/notesMaster" Target="/ppt/notesMasters/notesMaster1.xml" Id="R20ca3de018174c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Pressure Test 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Pressure Test 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Pressure Test 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Pressure Test 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Pressure Test 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Pressure Test report.pdf</a:t>
            </a:r>
          </a:p>
          <a:p xmlns:a="http://schemas.openxmlformats.org/drawingml/2006/main">
            <a:r>
              <a:t>- Evidence reference: LC4 chilled-water supply and return lines CH3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Pressure Test 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7c80fb4604e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cff3f458eb410a" /><Relationship Type="http://schemas.openxmlformats.org/officeDocument/2006/relationships/slideLayout" Target="/ppt/slideLayouts/slideLayout1.xml" Id="Rf915b671105648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15b671105648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85ca35acf4779" /><Relationship Type="http://schemas.openxmlformats.org/officeDocument/2006/relationships/image" Target="/ppt/media/image.jpeg" Id="R07196e79fc404b61" /><Relationship Type="http://schemas.openxmlformats.org/officeDocument/2006/relationships/notesSlide" Target="/ppt/notesSlides/notesSlide1.xml" Id="R2fe5cf1e190240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c670c616b4818" /><Relationship Type="http://schemas.openxmlformats.org/officeDocument/2006/relationships/notesSlide" Target="/ppt/notesSlides/notesSlide2.xml" Id="Rde15842095a34f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9e25eb09143fc" /><Relationship Type="http://schemas.openxmlformats.org/officeDocument/2006/relationships/notesSlide" Target="/ppt/notesSlides/notesSlide3.xml" Id="R7d11fe2badff4b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4a50a77b14923" /><Relationship Type="http://schemas.openxmlformats.org/officeDocument/2006/relationships/notesSlide" Target="/ppt/notesSlides/notesSlide4.xml" Id="Rc593de0e0d1c49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9ad51c1e1461c" /><Relationship Type="http://schemas.openxmlformats.org/officeDocument/2006/relationships/notesSlide" Target="/ppt/notesSlides/notesSlide5.xml" Id="R25d05af6594d42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1a048bd7f4643" /><Relationship Type="http://schemas.openxmlformats.org/officeDocument/2006/relationships/image" Target="/ppt/media/image2.jpeg" Id="Rdbff87c6b1384ca5" /><Relationship Type="http://schemas.openxmlformats.org/officeDocument/2006/relationships/notesSlide" Target="/ppt/notesSlides/notesSlide6.xml" Id="R9c9671573a4648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5165eb8764627" /><Relationship Type="http://schemas.openxmlformats.org/officeDocument/2006/relationships/notesSlide" Target="/ppt/notesSlides/notesSlide7.xml" Id="R35c726cec30945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D6552-2532-4614-BCBF-1AB9C813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D4CF5-3649-44C8-8234-9E5DF833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Chilled-Water Pressure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C0F37-1CA8-4DDD-BDF4-F81440FD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Supply and return piping integrity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16D05-84E3-4D7F-A80A-E6795458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96e79fc404b61"/>
          <a:stretch xmlns:a="http://schemas.openxmlformats.org/drawingml/2006/main"/>
        </p:blipFill>
        <p:spPr>
          <a:xfrm xmlns:a="http://schemas.openxmlformats.org/drawingml/2006/main">
            <a:off x="7183845" y="590550"/>
            <a:ext cx="3691711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7D57D-9CDD-4E66-BF31-C856139A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768286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4CE70-9DFD-49EF-8E29-75B52EEA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42422-E210-4224-946A-06325BC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E36E2-AFC2-4AA3-9E96-E457BCE0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61902-AA1A-42E6-972C-A176410F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8930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6C726-DF32-4D44-A018-8CF413F9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D460A-495E-4906-8F0E-CD1C2E21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Pressure remained at 10 bar for both CH3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58999-F1DC-4C54-A0FF-A2E03B8C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E5B40-9DB9-418F-8FF1-D580457D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85EAF-88CC-421D-9240-145D06FF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Initial pressure, 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6A560-2CB2-423B-ACD7-C037BBC5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9F7D6-592E-4056-A5F3-806345EF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10.00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74AE9-5A60-41E9-ACB3-7CA87B45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Final pressure, bar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C5767-36A4-43BA-A374-582C455F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D4AC1-2899-4B78-B4D7-0DD8A49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21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99220-1020-44A1-A190-DDC285FF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test duration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870A1-A094-4471-939F-404633A3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51D18-45EE-4B8A-AC03-DDC3044C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69625-0CC4-487A-8870-F1E86413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77746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D3B2C-DB39-4BD3-BFED-45911AA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49DD9-C670-4F09-AC38-DC0F1272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report records no pressure decay across the test window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05B96-9793-4F6C-BE2B-3310C918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Supply chilled-water line CH3 was tested.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Return chilled-water line CH3 was tested.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6D18D-0344-4529-976F-1B86E61C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2016C-A325-4CE8-9EDC-F9894B0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Initial readings were taken 17 April at 5 PM.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Final readings were taken 18 April at 2 PM.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EF1FA-B97D-4159-B038-620A02F3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C8D89-5666-465E-8336-4A3EB5DD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5F608-57DF-4341-8054-5D22E77C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13472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E8971-1B16-496D-BFB5-4782E80B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C00CA-2E51-4C01-9D45-5A6F65CA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1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Closeout should confirm the complete pressure-test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AEA29-B324-444D-8680-28DDA2FF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isolated valves, blanking points and tested pipe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gauge range, calibration and elevation correction where applicable.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C6EBD-9E43-4F85-8302-4D78C129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68A27-1DAB-4507-9A18-08004DCD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leak inspection results at joints, valves and equipment connections.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safe depressurization and reinstatement after acceptance.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0569D-977B-4CA6-87A0-97F2FC5B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A7753-9F12-4A5D-91CA-2253068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8EE377-F556-426D-BB98-AC5A480B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4163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92913-9BF9-4D6E-ABEC-4078BA82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CAEE7-0FFF-4B43-9713-DF131F0E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Pressure-test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90149-7FA3-4557-B73A-9F699296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f87c6b1384ca5"/>
          <a:stretch xmlns:a="http://schemas.openxmlformats.org/drawingml/2006/main"/>
        </p:blipFill>
        <p:spPr>
          <a:xfrm xmlns:a="http://schemas.openxmlformats.org/drawingml/2006/main">
            <a:off x="2829963" y="1714500"/>
            <a:ext cx="295067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1DEB3-91EA-4800-A5EB-DC4DFCB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LC4 chilled-water supply and return lines CH3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FDE56-624D-4669-A5E7-E8FC18E0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73685-C1DD-4AFC-8A6A-97A65F1A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15A40-C52D-4FB2-9A17-079F9EB0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F07DF-A972-4B44-8F95-51DD2158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27284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0D42A2-015E-4951-BDA0-3E8766F0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E4082-9A7F-44C1-9BD4-D40CE253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6643D-5B90-4F16-821F-91F9E655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92771-728E-44ED-AE15-397E1125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3E1CB-5C20-4C94-A3F2-2737789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DF239-6AFD-4DBC-829D-69AB3B22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E8076-ACFA-45EE-9A1D-247F4C4A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D72CA-12EC-467F-9B58-878C48F0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6931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2026-08-15T02:15:47.8440000Z</dcterms:created>
  <dcterms:modified xsi:type="dcterms:W3CDTF">2026-08-15T02:15:47.8440000Z</dcterms:modified>
</coreProperties>
</file>