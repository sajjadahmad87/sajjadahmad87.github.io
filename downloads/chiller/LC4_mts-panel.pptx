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156d888c6d411f" /><Relationship Type="http://schemas.openxmlformats.org/officeDocument/2006/relationships/extended-properties" Target="/docProps/app.xml" Id="Recc19d965186425a" /><Relationship Type="http://schemas.openxmlformats.org/officeDocument/2006/relationships/officeDocument" Target="/ppt/presentation.xml" Id="R92201e69c5434d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df2a169cd74b4e"/>
  </p:sldMasterIdLst>
  <p:notesMasterIdLst>
    <p:notesMasterId xmlns:r="http://schemas.openxmlformats.org/officeDocument/2006/relationships" r:id="R49d3f59e17a6446e"/>
  </p:notesMasterIdLst>
  <p:sldIdLst>
    <p:sldId xmlns:r="http://schemas.openxmlformats.org/officeDocument/2006/relationships" id="256" r:id="R50fe975e5d054097"/>
    <p:sldId xmlns:r="http://schemas.openxmlformats.org/officeDocument/2006/relationships" id="257" r:id="R3b0f028acaed4ca5"/>
    <p:sldId xmlns:r="http://schemas.openxmlformats.org/officeDocument/2006/relationships" id="258" r:id="R388b7a4348864b23"/>
    <p:sldId xmlns:r="http://schemas.openxmlformats.org/officeDocument/2006/relationships" id="259" r:id="Rc366817f407c48e8"/>
    <p:sldId xmlns:r="http://schemas.openxmlformats.org/officeDocument/2006/relationships" id="260" r:id="R9baea53517364a3a"/>
    <p:sldId xmlns:r="http://schemas.openxmlformats.org/officeDocument/2006/relationships" id="261" r:id="Rec725d815a1d418e"/>
    <p:sldId xmlns:r="http://schemas.openxmlformats.org/officeDocument/2006/relationships" id="262" r:id="R527f64cb41734c81"/>
    <p:sldId xmlns:r="http://schemas.openxmlformats.org/officeDocument/2006/relationships" id="263" r:id="R4480b40042924427"/>
    <p:sldId xmlns:r="http://schemas.openxmlformats.org/officeDocument/2006/relationships" id="264" r:id="Rc06344a1635840cf"/>
    <p:sldId xmlns:r="http://schemas.openxmlformats.org/officeDocument/2006/relationships" id="265" r:id="R25583f72642b437b"/>
    <p:sldId xmlns:r="http://schemas.openxmlformats.org/officeDocument/2006/relationships" id="266" r:id="R26aaae1776374334"/>
    <p:sldId xmlns:r="http://schemas.openxmlformats.org/officeDocument/2006/relationships" id="267" r:id="R3893ff68fc1148a8"/>
    <p:sldId xmlns:r="http://schemas.openxmlformats.org/officeDocument/2006/relationships" id="268" r:id="R87e205cc31784d9a"/>
    <p:sldId xmlns:r="http://schemas.openxmlformats.org/officeDocument/2006/relationships" id="269" r:id="Re8288a7d5d6f49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dd4a7165384c46" /><Relationship Type="http://schemas.openxmlformats.org/officeDocument/2006/relationships/slideMaster" Target="/ppt/slideMasters/slideMaster1.xml" Id="Rb5df2a169cd74b4e" /><Relationship Type="http://schemas.openxmlformats.org/officeDocument/2006/relationships/notesMaster" Target="/ppt/notesMasters/notesMaster1.xml" Id="R49d3f59e17a6446e" /><Relationship Type="http://schemas.openxmlformats.org/officeDocument/2006/relationships/presProps" Target="/ppt/presProps.xml" Id="R7810290dd2be4e49" /><Relationship Type="http://schemas.openxmlformats.org/officeDocument/2006/relationships/tableStyles" Target="/ppt/tableStyles.xml" Id="R80f5d2126f57454d" /><Relationship Type="http://schemas.openxmlformats.org/officeDocument/2006/relationships/slide" Target="/ppt/slides/slide1.xml" Id="R50fe975e5d054097" /><Relationship Type="http://schemas.openxmlformats.org/officeDocument/2006/relationships/slide" Target="/ppt/slides/slide2.xml" Id="R3b0f028acaed4ca5" /><Relationship Type="http://schemas.openxmlformats.org/officeDocument/2006/relationships/slide" Target="/ppt/slides/slide3.xml" Id="R388b7a4348864b23" /><Relationship Type="http://schemas.openxmlformats.org/officeDocument/2006/relationships/slide" Target="/ppt/slides/slide4.xml" Id="Rc366817f407c48e8" /><Relationship Type="http://schemas.openxmlformats.org/officeDocument/2006/relationships/slide" Target="/ppt/slides/slide5.xml" Id="R9baea53517364a3a" /><Relationship Type="http://schemas.openxmlformats.org/officeDocument/2006/relationships/slide" Target="/ppt/slides/slide6.xml" Id="Rec725d815a1d418e" /><Relationship Type="http://schemas.openxmlformats.org/officeDocument/2006/relationships/slide" Target="/ppt/slides/slide7.xml" Id="R527f64cb41734c81" /><Relationship Type="http://schemas.openxmlformats.org/officeDocument/2006/relationships/slide" Target="/ppt/slides/slide8.xml" Id="R4480b40042924427" /><Relationship Type="http://schemas.openxmlformats.org/officeDocument/2006/relationships/slide" Target="/ppt/slides/slide9.xml" Id="Rc06344a1635840cf" /><Relationship Type="http://schemas.openxmlformats.org/officeDocument/2006/relationships/slide" Target="/ppt/slides/slide10.xml" Id="R25583f72642b437b" /><Relationship Type="http://schemas.openxmlformats.org/officeDocument/2006/relationships/slide" Target="/ppt/slides/slide11.xml" Id="R26aaae1776374334" /><Relationship Type="http://schemas.openxmlformats.org/officeDocument/2006/relationships/slide" Target="/ppt/slides/slide12.xml" Id="R3893ff68fc1148a8" /><Relationship Type="http://schemas.openxmlformats.org/officeDocument/2006/relationships/slide" Target="/ppt/slides/slide13.xml" Id="R87e205cc31784d9a" /><Relationship Type="http://schemas.openxmlformats.org/officeDocument/2006/relationships/slide" Target="/ppt/slides/slide14.xml" Id="Re8288a7d5d6f49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e040f244fb45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ba88c3cc4b4eb8" /><Relationship Type="http://schemas.openxmlformats.org/officeDocument/2006/relationships/notesMaster" Target="/ppt/notesMasters/notesMaster1.xml" Id="R4e6590b6e87e49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113e263c8a47ad" /><Relationship Type="http://schemas.openxmlformats.org/officeDocument/2006/relationships/notesMaster" Target="/ppt/notesMasters/notesMaster1.xml" Id="R4fa3f69d1af948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ebf08d534447a1" /><Relationship Type="http://schemas.openxmlformats.org/officeDocument/2006/relationships/notesMaster" Target="/ppt/notesMasters/notesMaster1.xml" Id="Recff9ff3f8664e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f8a68f4b694435" /><Relationship Type="http://schemas.openxmlformats.org/officeDocument/2006/relationships/notesMaster" Target="/ppt/notesMasters/notesMaster1.xml" Id="Rc8c9209dcef046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3294a5533c4d9f" /><Relationship Type="http://schemas.openxmlformats.org/officeDocument/2006/relationships/notesMaster" Target="/ppt/notesMasters/notesMaster1.xml" Id="R0ac170705c4448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7b9cb8c53d4bda" /><Relationship Type="http://schemas.openxmlformats.org/officeDocument/2006/relationships/notesMaster" Target="/ppt/notesMasters/notesMaster1.xml" Id="R7518210375f342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9b54cb9b7e4cfd" /><Relationship Type="http://schemas.openxmlformats.org/officeDocument/2006/relationships/notesMaster" Target="/ppt/notesMasters/notesMaster1.xml" Id="R4358125bfe9542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3c15dcc3804bc7" /><Relationship Type="http://schemas.openxmlformats.org/officeDocument/2006/relationships/notesMaster" Target="/ppt/notesMasters/notesMaster1.xml" Id="R38379fcf675844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fdaf7f98fa4269" /><Relationship Type="http://schemas.openxmlformats.org/officeDocument/2006/relationships/notesMaster" Target="/ppt/notesMasters/notesMaster1.xml" Id="Rff938211bdcf47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a7c975d0ff402f" /><Relationship Type="http://schemas.openxmlformats.org/officeDocument/2006/relationships/notesMaster" Target="/ppt/notesMasters/notesMaster1.xml" Id="R5e192201ffef4a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0a952371164b72" /><Relationship Type="http://schemas.openxmlformats.org/officeDocument/2006/relationships/notesMaster" Target="/ppt/notesMasters/notesMaster1.xml" Id="R4f36b5e13e1a4d4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387b4fdc8c04d26" /><Relationship Type="http://schemas.openxmlformats.org/officeDocument/2006/relationships/notesMaster" Target="/ppt/notesMasters/notesMaster1.xml" Id="R279511b829854c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85e01293ba4dc0" /><Relationship Type="http://schemas.openxmlformats.org/officeDocument/2006/relationships/notesMaster" Target="/ppt/notesMasters/notesMaster1.xml" Id="R2c7e2d618d084ba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a6df90f0544ff0" /><Relationship Type="http://schemas.openxmlformats.org/officeDocument/2006/relationships/notesMaster" Target="/ppt/notesMasters/notesMaster1.xml" Id="R6948a39f774748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MTS Panel-.pdf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MTS Panel-.pdf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MTS Panel-.pdf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MTS Panel-.pdf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MTS Panel-.pdf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MTS Panel-.pdf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MTS Panel-.pdf</a:t>
            </a:r>
          </a:p>
          <a:p xmlns:a="http://schemas.openxmlformats.org/drawingml/2006/main">
            <a:r>
              <a:t>- Evidence reference: MTS Panel document -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MTS Panel-.pdf</a:t>
            </a:r>
          </a:p>
          <a:p xmlns:a="http://schemas.openxmlformats.org/drawingml/2006/main">
            <a:r>
              <a:t>- Evidence reference: MTS Panel document - source page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MTS Panel-.pdf</a:t>
            </a:r>
          </a:p>
          <a:p xmlns:a="http://schemas.openxmlformats.org/drawingml/2006/main">
            <a:r>
              <a:t>- Evidence reference: MTS Panel document - source page 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MTS Panel-.pdf</a:t>
            </a:r>
          </a:p>
          <a:p xmlns:a="http://schemas.openxmlformats.org/drawingml/2006/main">
            <a:r>
              <a:t>- Evidence reference: MTS Panel document - source page 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MTS Panel-.pdf</a:t>
            </a:r>
          </a:p>
          <a:p xmlns:a="http://schemas.openxmlformats.org/drawingml/2006/main">
            <a:r>
              <a:t>- Evidence reference: MTS Panel document - source page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MTS Panel-.pdf</a:t>
            </a:r>
          </a:p>
          <a:p xmlns:a="http://schemas.openxmlformats.org/drawingml/2006/main">
            <a:r>
              <a:t>- Evidence reference: MTS Panel document - source page 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MTS Panel-.pdf</a:t>
            </a:r>
          </a:p>
          <a:p xmlns:a="http://schemas.openxmlformats.org/drawingml/2006/main">
            <a:r>
              <a:t>- Evidence reference: MTS Panel document - source page 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MTS Panel-.pdf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efddfeac954f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3e168b54084783" /><Relationship Type="http://schemas.openxmlformats.org/officeDocument/2006/relationships/slideLayout" Target="/ppt/slideLayouts/slideLayout1.xml" Id="R940da2f4cc3944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0da2f4cc3944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00a800a554398" /><Relationship Type="http://schemas.openxmlformats.org/officeDocument/2006/relationships/image" Target="/ppt/media/image.jpeg" Id="R60933016182a49d1" /><Relationship Type="http://schemas.openxmlformats.org/officeDocument/2006/relationships/notesSlide" Target="/ppt/notesSlides/notesSlide1.xml" Id="R9b84cf25c99448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09cfd2d3b4cdb" /><Relationship Type="http://schemas.openxmlformats.org/officeDocument/2006/relationships/notesSlide" Target="/ppt/notesSlides/notesSlide2.xml" Id="R0aeccb99e5dc48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1820e4c1c4641" /><Relationship Type="http://schemas.openxmlformats.org/officeDocument/2006/relationships/notesSlide" Target="/ppt/notesSlides/notesSlide3.xml" Id="Rd30aecb7ae5940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3d015f4914b6a" /><Relationship Type="http://schemas.openxmlformats.org/officeDocument/2006/relationships/notesSlide" Target="/ppt/notesSlides/notesSlide4.xml" Id="R4a831a1db8564a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afb659c184425" /><Relationship Type="http://schemas.openxmlformats.org/officeDocument/2006/relationships/notesSlide" Target="/ppt/notesSlides/notesSlide5.xml" Id="R9f8ab45de8474b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22d1498aa4c9b" /><Relationship Type="http://schemas.openxmlformats.org/officeDocument/2006/relationships/notesSlide" Target="/ppt/notesSlides/notesSlide6.xml" Id="R173d9066a3984f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7208687d14f74" /><Relationship Type="http://schemas.openxmlformats.org/officeDocument/2006/relationships/image" Target="/ppt/media/image2.jpeg" Id="R369b49f5264a41ac" /><Relationship Type="http://schemas.openxmlformats.org/officeDocument/2006/relationships/notesSlide" Target="/ppt/notesSlides/notesSlide7.xml" Id="R30d0a5043e7d4c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3bc1828f74408" /><Relationship Type="http://schemas.openxmlformats.org/officeDocument/2006/relationships/image" Target="/ppt/media/image3.jpeg" Id="R4cf992657415475d" /><Relationship Type="http://schemas.openxmlformats.org/officeDocument/2006/relationships/notesSlide" Target="/ppt/notesSlides/notesSlide8.xml" Id="R741103c1251b4d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931b279834302" /><Relationship Type="http://schemas.openxmlformats.org/officeDocument/2006/relationships/image" Target="/ppt/media/image4.jpeg" Id="R213e4c3af74149b8" /><Relationship Type="http://schemas.openxmlformats.org/officeDocument/2006/relationships/notesSlide" Target="/ppt/notesSlides/notesSlide9.xml" Id="R7a51fb38d44543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01cfd1a674996" /><Relationship Type="http://schemas.openxmlformats.org/officeDocument/2006/relationships/image" Target="/ppt/media/image5.jpeg" Id="R1d34b11beff34f44" /><Relationship Type="http://schemas.openxmlformats.org/officeDocument/2006/relationships/notesSlide" Target="/ppt/notesSlides/notesSlide10.xml" Id="R28945a0c095943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0ec6928544515" /><Relationship Type="http://schemas.openxmlformats.org/officeDocument/2006/relationships/image" Target="/ppt/media/image6.jpeg" Id="R9c5142f7c58a48e6" /><Relationship Type="http://schemas.openxmlformats.org/officeDocument/2006/relationships/notesSlide" Target="/ppt/notesSlides/notesSlide11.xml" Id="Ra4db1fe46dac4d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35d04cc844a19" /><Relationship Type="http://schemas.openxmlformats.org/officeDocument/2006/relationships/image" Target="/ppt/media/image7.jpeg" Id="Rb3d23c4d1589450d" /><Relationship Type="http://schemas.openxmlformats.org/officeDocument/2006/relationships/notesSlide" Target="/ppt/notesSlides/notesSlide12.xml" Id="Rf1810217109d49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f68f92e6241f5" /><Relationship Type="http://schemas.openxmlformats.org/officeDocument/2006/relationships/image" Target="/ppt/media/image8.jpeg" Id="R423b7a1e28534589" /><Relationship Type="http://schemas.openxmlformats.org/officeDocument/2006/relationships/notesSlide" Target="/ppt/notesSlides/notesSlide13.xml" Id="R0af7f31c7e6041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bfe81e70b495f" /><Relationship Type="http://schemas.openxmlformats.org/officeDocument/2006/relationships/notesSlide" Target="/ppt/notesSlides/notesSlide14.xml" Id="Rfb52812b330a48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9A25B-7256-4662-B2EA-3E3E405E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ELECTRICAL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B72A8-FFA1-4A0A-9FA4-FEBE5A07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Changeover Panel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AC01C-2A57-4426-9AA2-43854C2F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800 A manual transfer arrangement and component documentation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91D5D-6AB7-44E5-9A4B-9C7B215A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33016182a49d1"/>
          <a:stretch xmlns:a="http://schemas.openxmlformats.org/drawingml/2006/main"/>
        </p:blipFill>
        <p:spPr>
          <a:xfrm xmlns:a="http://schemas.openxmlformats.org/drawingml/2006/main">
            <a:off x="7012998" y="590550"/>
            <a:ext cx="4033405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8F28E-0AED-4119-B664-D0029609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SAJJAD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16770683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1463E-04B5-459C-AB0B-6304E301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ELECTRICAL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9CB56-3F9C-4220-81FE-5D83EA60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D14E3-6338-4C1D-B702-54BE5EF6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6BFC9-B462-4251-864D-1C482A78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088925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56850-964D-4D96-B7D7-AED6B8F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E0058-F097-49E1-9FA3-2BA7E405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principal changeover device is rated 800 A and four pole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98A4F-8342-4DC8-8390-D32FE346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719F4-F1DF-4609-BF92-4AA0850E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800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EB577-921E-4577-A2FB-7276DA0B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Changeover switch rating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BAEF2-1E56-43C4-A4EE-B644BE77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790D9-420C-46B8-A57D-6485894E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4 pole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54DA1-C05E-486B-9C9B-D02FA900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Switched conductors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C1D27-FBE0-4AB5-BC43-4679A6A3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805E7-3E57-4F38-B3FD-B5C909DE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I-0-II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2784D-D206-4696-B462-A8DAFF0D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operating positions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CD2C32-D2BD-48E6-829A-2C61B290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E8EA5-13A7-4B79-8DB2-42B5942A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Electrical Systems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9FD06-C9EC-45C0-A803-C894808D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949609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23DE0-6AD5-4D76-8B71-D6EC1595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6015B-2CA0-4EF4-8A74-657BF990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69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MTS preserves a controlled selection between available supplies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C83D4-2692-4E66-ACFD-74041F03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ABB OT800E04CP is a manual changeover switch.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handle is padlockable in the OFF position.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70CC6-4396-4A37-B70F-C408BA2F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27DEA-AAEF-4B14-8F88-DDA978EF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Door interlocking is provided in operating positions.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Only authorized switching sequences should be used.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8C9F3-E4C3-45C3-9E95-1ACDFE1B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AC558-6B35-45B6-8E72-490749CB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Electrical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C9B11-5507-4328-8E3B-5A850084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109424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7E0E2-58B4-4D5A-931D-8D1F350D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19C82-0536-48B8-8896-50B8E195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Safe switching begins with load and source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6F3D6-BF08-4F09-919F-7B22DFA5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the receiving chiller is ready and permitted to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source voltage, phase sequence and protection status.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57497-627E-4856-A85A-33BBABCF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56B4B-31BA-4AFB-845D-5499BC4D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Move through OFF; never force the mechanism.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switching, abnormal indications and restored configuration.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E62ED-FADB-46D7-8C38-0A33A029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AAF92-B3E2-4650-BEB0-031408EF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Electrical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A540F-7C91-4358-817D-6E6BF334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045840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D9BEB-CF8F-4096-9311-5DAB9FBE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45F7B-3B19-405A-8CB7-6179716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4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Panel maintenance must address mechanical and electrical condition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4B7C3-8F9A-483B-8680-5B352D77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 terminations, discoloration, heat damage and contamination.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operating shaft, handle, interlock and padlocking function.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5B2A7-91E7-403C-B3F9-04B20828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890C4-EABD-4EBF-8D0A-29A8A8FD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Thermographic inspections should be performed under representative 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Isolation and proving dead are required before internal access.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2375B-4523-4BF5-944A-ED685D04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C86ED-799D-41D9-BD93-9B8C2A7F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Electrical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2B2D5-727F-42A8-90EE-51E16018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730143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3CD03-BB16-4127-B412-6702B969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2D16D-08C5-4009-BFDE-96B5A8E7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technical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B07AC-4ED8-4ABF-8318-3A6FF379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b49f5264a41ac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88AC3-E21A-4B9F-BDE6-3EB8A71A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Panel document - 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CFE7D-08E5-4604-B2F2-17E693A9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450A4-2B93-43FA-86ED-D7A5B07B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E16B3-35D6-4AD9-9D4B-99764A8B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Electrical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16A10-78D5-4FDD-BFE5-32DBBB05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942875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E9ECD-8701-4319-AAFA-DC3F7008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6804F-5F9D-4E11-A848-E1A671AA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technical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AD7CF-695B-4B30-8144-ECFBDCF4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992657415475d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09E64-2812-4633-9C24-49FD7A0E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Panel document - source page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3F770-99A9-49A6-8DAD-0E52B2A2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1835A-A9E6-4474-8B33-107B6737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26FF1-0D09-400F-B396-C986F5C7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Electrical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7C258-7B1D-4F2D-A934-78225909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094497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EC209-F07A-4830-8FBF-ACCD41CC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62284-3870-474E-850B-F979F0EC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technical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ED4B8-5786-4B07-8DE6-F52FC117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e4c3af74149b8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AA01A-AF35-49C3-81A3-A796D7E1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Panel document - source page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EDA6A-D246-415C-894B-818CA35E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08DD3-394C-49B9-9F7B-498EBA1B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148E0-5127-407E-855A-607C5692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Electrical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70A18-E87F-478A-A9EA-E5E51ECF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777907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22487-F542-45EE-BCAB-B54339E3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60C69-9E9D-4630-ABDE-14282134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technical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C0750-776B-483D-ACE2-624F72DE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4b11beff34f44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AF7C3-6F30-4323-B786-714FBBD8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Panel document - source page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A203C-2F45-4F6F-B9F5-B784EAE7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14E86-435F-42F7-B531-9CBBBBE0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B3FF6-42F1-448C-9CE3-E34D91B5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Electrical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E7393-028D-4B17-9C85-531C2254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927590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F7EF0-565F-47FA-8F6E-938F02AD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0EE9D-C6B5-4267-8A54-7053DC44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technical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D6DE7-5945-43EE-9C14-1B825F7C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142f7c58a48e6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D93F8-C127-46BA-8A58-2D1745C7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Panel document - source page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FB0BC-2968-4F8F-A49A-0D22D27D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92E00-31CF-4210-BAD9-341D5315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95518-49C1-48A1-97EB-F16E0900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Electrical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C655F-B606-45BB-A5F7-6DA5BC54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936672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CF1B4-21C6-4EF8-972A-77D0C339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3D36A-0AE3-4F3F-9C27-4EC85942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technical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0D57F-22AC-4CDA-B401-7A913C3D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23c4d1589450d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7CC8F-B50A-475D-9896-79F01FD7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Panel document - source page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37CDA-5DB8-4929-9283-2971284C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F5F91-E6B6-4122-8EA6-1362E00F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9C965-A007-44EF-BE67-80E8FC76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Electrical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0C80E-43B8-4CB2-8C04-7EB6D72C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796365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DA778-57AB-4FDD-9EC9-C65997A8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978C3-EC4B-4152-BF91-DC25C881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technical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3DB5D-30F2-4765-8607-48353B54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b7a1e28534589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F379B-A086-478D-94AE-DB246D02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Panel document - source page 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DF027-6F3A-419E-B945-17B12E27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0806E-273E-4456-AC52-FE56C1A0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AE7DE-B345-463E-8E23-B5743BED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Electrical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544CA-06E7-4D72-8B3D-332A8F47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526713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ACEFF-679A-4189-B5BB-C5A61A42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5C2E0-EB36-4D96-8CB1-AF6F9FB8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1DDB8-FE13-4156-85CF-AE27DBD6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12419-978D-4AFB-A34E-C1DDB11D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0B75D-402B-40FF-A4B4-2FAECC9D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F8B89-4238-463D-A347-3F4CD683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102FA-0703-4DC2-B245-204DA432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Electrical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5D194-31E5-48A5-B447-7525F94C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08209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2026-08-15T02:15:49.8310000Z</dcterms:created>
  <dcterms:modified xsi:type="dcterms:W3CDTF">2026-08-15T02:15:49.8310000Z</dcterms:modified>
</coreProperties>
</file>