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e7fc0d4783a41b2" /><Relationship Type="http://schemas.openxmlformats.org/officeDocument/2006/relationships/extended-properties" Target="/docProps/app.xml" Id="R368b605e8ede4508" /><Relationship Type="http://schemas.openxmlformats.org/officeDocument/2006/relationships/officeDocument" Target="/ppt/presentation.xml" Id="Re70ad666a3cf470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a745a1708f4430e"/>
  </p:sldMasterIdLst>
  <p:notesMasterIdLst>
    <p:notesMasterId xmlns:r="http://schemas.openxmlformats.org/officeDocument/2006/relationships" r:id="R6d74d3d4c3334b48"/>
  </p:notesMasterIdLst>
  <p:sldIdLst>
    <p:sldId xmlns:r="http://schemas.openxmlformats.org/officeDocument/2006/relationships" id="256" r:id="R9cf61876a1784506"/>
    <p:sldId xmlns:r="http://schemas.openxmlformats.org/officeDocument/2006/relationships" id="257" r:id="R72a3c084a9e3448a"/>
    <p:sldId xmlns:r="http://schemas.openxmlformats.org/officeDocument/2006/relationships" id="258" r:id="R84e3864ab8f04358"/>
    <p:sldId xmlns:r="http://schemas.openxmlformats.org/officeDocument/2006/relationships" id="259" r:id="R3dff3420fc8a4aed"/>
    <p:sldId xmlns:r="http://schemas.openxmlformats.org/officeDocument/2006/relationships" id="260" r:id="R23664eda653b4646"/>
    <p:sldId xmlns:r="http://schemas.openxmlformats.org/officeDocument/2006/relationships" id="261" r:id="Rffc3f2766e7c4b8d"/>
    <p:sldId xmlns:r="http://schemas.openxmlformats.org/officeDocument/2006/relationships" id="262" r:id="R1ab5fbccb2cd452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2b29cabeeec439e" /><Relationship Type="http://schemas.openxmlformats.org/officeDocument/2006/relationships/slideMaster" Target="/ppt/slideMasters/slideMaster1.xml" Id="Rca745a1708f4430e" /><Relationship Type="http://schemas.openxmlformats.org/officeDocument/2006/relationships/notesMaster" Target="/ppt/notesMasters/notesMaster1.xml" Id="R6d74d3d4c3334b48" /><Relationship Type="http://schemas.openxmlformats.org/officeDocument/2006/relationships/presProps" Target="/ppt/presProps.xml" Id="R1315fc4812f0417f" /><Relationship Type="http://schemas.openxmlformats.org/officeDocument/2006/relationships/tableStyles" Target="/ppt/tableStyles.xml" Id="R6e7ccc4e1aed468f" /><Relationship Type="http://schemas.openxmlformats.org/officeDocument/2006/relationships/slide" Target="/ppt/slides/slide1.xml" Id="R9cf61876a1784506" /><Relationship Type="http://schemas.openxmlformats.org/officeDocument/2006/relationships/slide" Target="/ppt/slides/slide2.xml" Id="R72a3c084a9e3448a" /><Relationship Type="http://schemas.openxmlformats.org/officeDocument/2006/relationships/slide" Target="/ppt/slides/slide3.xml" Id="R84e3864ab8f04358" /><Relationship Type="http://schemas.openxmlformats.org/officeDocument/2006/relationships/slide" Target="/ppt/slides/slide4.xml" Id="R3dff3420fc8a4aed" /><Relationship Type="http://schemas.openxmlformats.org/officeDocument/2006/relationships/slide" Target="/ppt/slides/slide5.xml" Id="R23664eda653b4646" /><Relationship Type="http://schemas.openxmlformats.org/officeDocument/2006/relationships/slide" Target="/ppt/slides/slide6.xml" Id="Rffc3f2766e7c4b8d" /><Relationship Type="http://schemas.openxmlformats.org/officeDocument/2006/relationships/slide" Target="/ppt/slides/slide7.xml" Id="R1ab5fbccb2cd452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efed26d21be4b0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0d68bad802e403e" /><Relationship Type="http://schemas.openxmlformats.org/officeDocument/2006/relationships/notesMaster" Target="/ppt/notesMasters/notesMaster1.xml" Id="Rf03c0d2e7318446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60d3b5c85ac4d2f" /><Relationship Type="http://schemas.openxmlformats.org/officeDocument/2006/relationships/notesMaster" Target="/ppt/notesMasters/notesMaster1.xml" Id="R3ddb4cce6cec404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f4e96a5e4b1494d" /><Relationship Type="http://schemas.openxmlformats.org/officeDocument/2006/relationships/notesMaster" Target="/ppt/notesMasters/notesMaster1.xml" Id="Re872ef9d3bb7492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b1aa3e27b3a4572" /><Relationship Type="http://schemas.openxmlformats.org/officeDocument/2006/relationships/notesMaster" Target="/ppt/notesMasters/notesMaster1.xml" Id="Rd9eaa9998737442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64cbd1895ab4b14" /><Relationship Type="http://schemas.openxmlformats.org/officeDocument/2006/relationships/notesMaster" Target="/ppt/notesMasters/notesMaster1.xml" Id="R1571cc05082f435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348508cad644a67" /><Relationship Type="http://schemas.openxmlformats.org/officeDocument/2006/relationships/notesMaster" Target="/ppt/notesMasters/notesMaster1.xml" Id="R44f6b6ec5a864e5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4b4daf71cb44d58" /><Relationship Type="http://schemas.openxmlformats.org/officeDocument/2006/relationships/notesMaster" Target="/ppt/notesMasters/notesMaster1.xml" Id="R9f64403b587f4d6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source: Megger.pdf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controlled project record, current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source: Megger.pdf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controlled project record, current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source: Megger.pdf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controlled project record, current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source: Megger.pdf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controlled project record, current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source: Megger.pdf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controlled project record, current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source: Megger.pdf</a:t>
            </a:r>
          </a:p>
          <a:p xmlns:a="http://schemas.openxmlformats.org/drawingml/2006/main">
            <a:r>
              <a:t>- Evidence reference: TAB Engineering Services - LC4 roof-level circuits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controlled project record, current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source: Megger.pdf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controlled project record, current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b2140cdc14449d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5ea153beb8d4802" /><Relationship Type="http://schemas.openxmlformats.org/officeDocument/2006/relationships/slideLayout" Target="/ppt/slideLayouts/slideLayout1.xml" Id="R61f933c37ecd47d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1f933c37ecd47d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9bf290a6e64471" /><Relationship Type="http://schemas.openxmlformats.org/officeDocument/2006/relationships/image" Target="/ppt/media/image.jpeg" Id="Rd9f15c931c614a61" /><Relationship Type="http://schemas.openxmlformats.org/officeDocument/2006/relationships/notesSlide" Target="/ppt/notesSlides/notesSlide1.xml" Id="R5db5b7e6fed14c5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c1709d252c44c1" /><Relationship Type="http://schemas.openxmlformats.org/officeDocument/2006/relationships/notesSlide" Target="/ppt/notesSlides/notesSlide2.xml" Id="R23307f176cd8410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0dbbe90af6456e" /><Relationship Type="http://schemas.openxmlformats.org/officeDocument/2006/relationships/notesSlide" Target="/ppt/notesSlides/notesSlide3.xml" Id="R7624f4d9409d4c8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10e95a496947d7" /><Relationship Type="http://schemas.openxmlformats.org/officeDocument/2006/relationships/notesSlide" Target="/ppt/notesSlides/notesSlide4.xml" Id="R6dda06f2081f45d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4e8c0d43674a52" /><Relationship Type="http://schemas.openxmlformats.org/officeDocument/2006/relationships/notesSlide" Target="/ppt/notesSlides/notesSlide5.xml" Id="Rd55450714382475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3251aeefdd43b9" /><Relationship Type="http://schemas.openxmlformats.org/officeDocument/2006/relationships/image" Target="/ppt/media/image2.jpeg" Id="Re162002470e74e78" /><Relationship Type="http://schemas.openxmlformats.org/officeDocument/2006/relationships/notesSlide" Target="/ppt/notesSlides/notesSlide6.xml" Id="R02b89bbbc4cf430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b2a1389d1543a4" /><Relationship Type="http://schemas.openxmlformats.org/officeDocument/2006/relationships/notesSlide" Target="/ppt/notesSlides/notesSlide7.xml" Id="Re74823543fac4bc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A66431-E037-407C-8D4B-1E70F4702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COMMISSIONING &amp; TESTING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614340-9837-4329-846F-A32BB6D06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04900"/>
            <a:ext cx="552450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Electrical Insulation Resistance Test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919A96-E7A4-4EE1-A4B7-089C69791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14750"/>
            <a:ext cx="5524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MTS and chiller feeder verification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42E248-C060-4DEF-BA92-90E62DCA0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00050"/>
            <a:ext cx="5524500" cy="560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f15c931c614a61"/>
          <a:stretch xmlns:a="http://schemas.openxmlformats.org/drawingml/2006/main"/>
        </p:blipFill>
        <p:spPr>
          <a:xfrm xmlns:a="http://schemas.openxmlformats.org/drawingml/2006/main">
            <a:off x="7183845" y="590550"/>
            <a:ext cx="3691711" cy="52197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02911E-21DE-4E69-981B-CD7C57409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SAJJAD ENGINEERING ACADEMY</a:t>
            </a:r>
          </a:p>
        </p:txBody>
      </p:sp>
    </p:spTree>
    <p:extLst>
      <p:ext uri="{BB962C8B-B14F-4D97-AF65-F5344CB8AC3E}">
        <p14:creationId xmlns:p14="http://schemas.microsoft.com/office/powerpoint/2010/main" val="111518115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42FF49-E9C9-4F01-B109-BA6B52EA5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COMMISSIONING &amp; TESTING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770E89-3BE5-4784-8E29-FAF91E2AF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0"/>
            <a:ext cx="10287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Source to practice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B46464-655B-4BE8-B1EF-63EDB723E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D9E2E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9E2EC"/>
                </a:solidFill>
                <a:latin typeface="Arial"/>
                <a:ea typeface="Arial"/>
                <a:cs typeface="Arial"/>
              </a:rPr>
              <a:t>Evidence, interpretation and technician application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962717-463C-4C51-A010-AA418D396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5524500"/>
            <a:ext cx="114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25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19913236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CE71BF-C859-4EEE-8AEE-60F2AF9E1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KEY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62A3AD-087B-4F95-B78D-F93C90D17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All five tested circuits recorded 4,000 MΩ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02D1FE-0F19-4C00-A378-03BA26684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71750"/>
            <a:ext cx="35718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11AF33-6AB1-4D81-80E8-6148C0359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0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04E451-E623-4512-A546-79055B371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67200"/>
            <a:ext cx="304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Power circuits tested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468049-3812-4FB3-8018-9104EC7C1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571750"/>
            <a:ext cx="35718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EF9D08-BD3F-4F7E-B8DA-FC668F9D1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3048000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800 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4C222D-7FF1-49D8-8F89-27C2E7F1D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4267200"/>
            <a:ext cx="304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Recorded MCCB rating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616387-D0D3-476A-A3E3-486A3BC55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571750"/>
            <a:ext cx="35718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4C7475-E34D-4F49-84EE-7BA90C461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048000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OK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776518-CE84-40B9-87F5-BBACB16FB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267200"/>
            <a:ext cx="304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Continuity result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C23BA1-208F-4CED-8062-69300DA5A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612081-9BDE-4B07-904B-8FB1D819B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LC4 AIR-COOLED CHILLER  |  Commissioning &amp; Testing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B8C677-41AE-4CE8-9A4F-EE5BE922A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55671518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165937-E538-4544-BF30-8AA54D198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TECHNICAL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D99B50-3611-461E-A14A-E5F6815EA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149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The test covered MTS interconnections and all three chiller feeders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04D23B-1F7F-41BE-A27A-7A86352FA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MTS 1 to MTS 3 and MTS 2 to MTS 3 were included.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MTS 3 to Chiller 03, MTS 1 to Chiller 01 and MTS 2 to Chiller 02 were included.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9B4B07-B18A-4337-8393-CA746038C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D8D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6BEE02-8366-4B29-A01C-6D332ED3E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R-Y, R-B, Y-B and RYB-N readings were recorded.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Cable and ECC sizes must remain linked to the approved single-line diagram.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464A7B-C6A8-4D2B-9C94-D04C86391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26A6AB-7E66-43B7-B49E-889FE8ACA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LC4 AIR-COOLED CHILLER  |  Commissioning &amp; Testing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1317DE-CAF0-4A50-B74F-258D61D80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05931271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E44B82-D9CB-48C2-88C8-A6CF2F972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TECHNICAL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22A312-1BA4-45E7-B347-A3E352FEF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Acceptance requires more than a high resistance value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899FD2-B116-4E21-9B6C-F42F2B878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Verify instrument calibration and test-voltage selection.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Confirm cables were disconnected from sensitive electronics before testing.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98978A-E986-45D9-A67D-F27A21947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D8D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CD65B7-9EE1-4FCB-8ACA-D07D31FC9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Record ambient condition, circuit isolation and discharge after testing.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Retain signed results with termination torque and continuity evidence.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F5539D-29E9-4BA7-8E15-95C7A3194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467291-4982-4F02-9727-13200BC00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LC4 AIR-COOLED CHILLER  |  Commissioning &amp; Testing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3728EE-9882-4924-A44A-961367105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40012260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F8F2CE-408C-4D5F-9B3B-3404F2BCD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AE1306-9602-4AC3-B20B-5D7EF1FD2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Megger test schedule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860C82-7C6B-4EB9-95E8-E0E84CDFA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62002470e74e78"/>
          <a:stretch xmlns:a="http://schemas.openxmlformats.org/drawingml/2006/main"/>
        </p:blipFill>
        <p:spPr>
          <a:xfrm xmlns:a="http://schemas.openxmlformats.org/drawingml/2006/main">
            <a:off x="2829963" y="1714500"/>
            <a:ext cx="2950674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32840B-7BAA-486D-A01C-EA559717C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TAB Engineering Services - LC4 roof-level circuits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362DDF-7C10-4AFC-A268-D9335C407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original report for signatures,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34A9A3-83D6-44A2-88E8-0CE0F3130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F48B14-71E3-4F75-8755-BBC0848B1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LC4 AIR-COOLED CHILLER  |  Commissioning &amp; Testing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71DDDD-DF86-42FA-9215-88BD8EF51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60861617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CA4656-7810-49F3-B279-B673619BF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COMPETENCY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1520AE-175E-45E2-925C-050A0C3FD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What technicians must retain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8EF160-18E8-40B2-A02B-28FA17BD4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Identify the correct controlled source before work.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Verify readings, configuration and acceptance criteria.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A804A2-8C8D-4EE0-AA4E-4FE1416F5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D8D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207575-A5C4-44CC-BBC2-D66DFCE65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Preserve evidence and escalate unresolved deviations.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Complete safe isolation, functional testing and handover records.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97CA3F-0A77-41DA-973D-52586FACB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672648-5EC9-44D7-8042-DE518BBBE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LC4 AIR-COOLED CHILLER  |  Commissioning &amp; Testing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F376C6-E556-4773-8FB1-213F649EA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37164025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2026-08-15T02:15:47.3170000Z</dcterms:created>
  <dcterms:modified xsi:type="dcterms:W3CDTF">2026-08-15T02:15:47.3170000Z</dcterms:modified>
</coreProperties>
</file>