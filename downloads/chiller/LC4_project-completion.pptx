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aa916193544a7" /><Relationship Type="http://schemas.openxmlformats.org/officeDocument/2006/relationships/extended-properties" Target="/docProps/app.xml" Id="Rdca8578f6aee43f1" /><Relationship Type="http://schemas.openxmlformats.org/officeDocument/2006/relationships/officeDocument" Target="/ppt/presentation.xml" Id="R3b70b25996f948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402c39e644c31"/>
  </p:sldMasterIdLst>
  <p:notesMasterIdLst>
    <p:notesMasterId xmlns:r="http://schemas.openxmlformats.org/officeDocument/2006/relationships" r:id="Re096010c53924c25"/>
  </p:notesMasterIdLst>
  <p:sldIdLst>
    <p:sldId xmlns:r="http://schemas.openxmlformats.org/officeDocument/2006/relationships" id="256" r:id="R9ba039f0212b45f3"/>
    <p:sldId xmlns:r="http://schemas.openxmlformats.org/officeDocument/2006/relationships" id="257" r:id="R7acacbbd3b244764"/>
    <p:sldId xmlns:r="http://schemas.openxmlformats.org/officeDocument/2006/relationships" id="258" r:id="Ra0a9cf1960454081"/>
    <p:sldId xmlns:r="http://schemas.openxmlformats.org/officeDocument/2006/relationships" id="259" r:id="R36c5881f59ff4189"/>
    <p:sldId xmlns:r="http://schemas.openxmlformats.org/officeDocument/2006/relationships" id="260" r:id="R2789b3f32d54410e"/>
    <p:sldId xmlns:r="http://schemas.openxmlformats.org/officeDocument/2006/relationships" id="261" r:id="R3f3abb652f1348cd"/>
    <p:sldId xmlns:r="http://schemas.openxmlformats.org/officeDocument/2006/relationships" id="262" r:id="R8da14be62f2144e8"/>
    <p:sldId xmlns:r="http://schemas.openxmlformats.org/officeDocument/2006/relationships" id="263" r:id="R6249e58ddebd4a38"/>
    <p:sldId xmlns:r="http://schemas.openxmlformats.org/officeDocument/2006/relationships" id="264" r:id="R423fc1d941fc4e44"/>
    <p:sldId xmlns:r="http://schemas.openxmlformats.org/officeDocument/2006/relationships" id="265" r:id="R7eff29b5617d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cc593a28545d0" /><Relationship Type="http://schemas.openxmlformats.org/officeDocument/2006/relationships/slideMaster" Target="/ppt/slideMasters/slideMaster1.xml" Id="R171402c39e644c31" /><Relationship Type="http://schemas.openxmlformats.org/officeDocument/2006/relationships/notesMaster" Target="/ppt/notesMasters/notesMaster1.xml" Id="Re096010c53924c25" /><Relationship Type="http://schemas.openxmlformats.org/officeDocument/2006/relationships/presProps" Target="/ppt/presProps.xml" Id="R327104edb09d4f40" /><Relationship Type="http://schemas.openxmlformats.org/officeDocument/2006/relationships/tableStyles" Target="/ppt/tableStyles.xml" Id="Ra005a873a12e4ae0" /><Relationship Type="http://schemas.openxmlformats.org/officeDocument/2006/relationships/slide" Target="/ppt/slides/slide1.xml" Id="R9ba039f0212b45f3" /><Relationship Type="http://schemas.openxmlformats.org/officeDocument/2006/relationships/slide" Target="/ppt/slides/slide2.xml" Id="R7acacbbd3b244764" /><Relationship Type="http://schemas.openxmlformats.org/officeDocument/2006/relationships/slide" Target="/ppt/slides/slide3.xml" Id="Ra0a9cf1960454081" /><Relationship Type="http://schemas.openxmlformats.org/officeDocument/2006/relationships/slide" Target="/ppt/slides/slide4.xml" Id="R36c5881f59ff4189" /><Relationship Type="http://schemas.openxmlformats.org/officeDocument/2006/relationships/slide" Target="/ppt/slides/slide5.xml" Id="R2789b3f32d54410e" /><Relationship Type="http://schemas.openxmlformats.org/officeDocument/2006/relationships/slide" Target="/ppt/slides/slide6.xml" Id="R3f3abb652f1348cd" /><Relationship Type="http://schemas.openxmlformats.org/officeDocument/2006/relationships/slide" Target="/ppt/slides/slide7.xml" Id="R8da14be62f2144e8" /><Relationship Type="http://schemas.openxmlformats.org/officeDocument/2006/relationships/slide" Target="/ppt/slides/slide8.xml" Id="R6249e58ddebd4a38" /><Relationship Type="http://schemas.openxmlformats.org/officeDocument/2006/relationships/slide" Target="/ppt/slides/slide9.xml" Id="R423fc1d941fc4e44" /><Relationship Type="http://schemas.openxmlformats.org/officeDocument/2006/relationships/slide" Target="/ppt/slides/slide10.xml" Id="R7eff29b5617d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02650dcea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e8239162543ba" /><Relationship Type="http://schemas.openxmlformats.org/officeDocument/2006/relationships/notesMaster" Target="/ppt/notesMasters/notesMaster1.xml" Id="R182b519683cc47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fb8ac1cfe4e71" /><Relationship Type="http://schemas.openxmlformats.org/officeDocument/2006/relationships/notesMaster" Target="/ppt/notesMasters/notesMaster1.xml" Id="R1cbd8232328142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d52d09ef1c45da" /><Relationship Type="http://schemas.openxmlformats.org/officeDocument/2006/relationships/notesMaster" Target="/ppt/notesMasters/notesMaster1.xml" Id="R15f366874090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7c04314dc44992" /><Relationship Type="http://schemas.openxmlformats.org/officeDocument/2006/relationships/notesMaster" Target="/ppt/notesMasters/notesMaster1.xml" Id="Ref0bc1b9a35a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9ae8d3ea974899" /><Relationship Type="http://schemas.openxmlformats.org/officeDocument/2006/relationships/notesMaster" Target="/ppt/notesMasters/notesMaster1.xml" Id="Rfe30bd3d1ac9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be63807f04957" /><Relationship Type="http://schemas.openxmlformats.org/officeDocument/2006/relationships/notesMaster" Target="/ppt/notesMasters/notesMaster1.xml" Id="R3cf3d4d25d314f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c055fa15bf4b2a" /><Relationship Type="http://schemas.openxmlformats.org/officeDocument/2006/relationships/notesMaster" Target="/ppt/notesMasters/notesMaster1.xml" Id="R96997866698a41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0a96c4e4be4d64" /><Relationship Type="http://schemas.openxmlformats.org/officeDocument/2006/relationships/notesMaster" Target="/ppt/notesMasters/notesMaster1.xml" Id="Re8016d966bfc4b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e64078b79547cf" /><Relationship Type="http://schemas.openxmlformats.org/officeDocument/2006/relationships/notesMaster" Target="/ppt/notesMasters/notesMaster1.xml" Id="R3e50b25f5f944d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01c347fefe43cf" /><Relationship Type="http://schemas.openxmlformats.org/officeDocument/2006/relationships/notesMaster" Target="/ppt/notesMasters/notesMaster1.xml" Id="R9ada84f1eee1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>- Evidence reference: Embedded project-completion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>- Evidence reference: Embedded project-completion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Project Completion Report - LC4 - Supply and Installation of Air-cooled Chiller.docx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925417670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3cfcb63234efd" /><Relationship Type="http://schemas.openxmlformats.org/officeDocument/2006/relationships/slideLayout" Target="/ppt/slideLayouts/slideLayout1.xml" Id="R9e24c31225f945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24c31225f945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8f6b16589449b" /><Relationship Type="http://schemas.openxmlformats.org/officeDocument/2006/relationships/image" Target="/ppt/media/image.jpeg" Id="R14f6171288ac4ce5" /><Relationship Type="http://schemas.openxmlformats.org/officeDocument/2006/relationships/notesSlide" Target="/ppt/notesSlides/notesSlide1.xml" Id="Rb3e9e76b4c73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8a80419e24a86" /><Relationship Type="http://schemas.openxmlformats.org/officeDocument/2006/relationships/notesSlide" Target="/ppt/notesSlides/notesSlide2.xml" Id="R7e606a50ab39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fd08dbbdc4e69" /><Relationship Type="http://schemas.openxmlformats.org/officeDocument/2006/relationships/notesSlide" Target="/ppt/notesSlides/notesSlide3.xml" Id="R438b8569fc06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69ac1a4446f1" /><Relationship Type="http://schemas.openxmlformats.org/officeDocument/2006/relationships/notesSlide" Target="/ppt/notesSlides/notesSlide4.xml" Id="Rb02ead86fe24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a0e5512884d34" /><Relationship Type="http://schemas.openxmlformats.org/officeDocument/2006/relationships/notesSlide" Target="/ppt/notesSlides/notesSlide5.xml" Id="R2bbbc1ea7f4c4f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1e2e11a18458c" /><Relationship Type="http://schemas.openxmlformats.org/officeDocument/2006/relationships/notesSlide" Target="/ppt/notesSlides/notesSlide6.xml" Id="R5e3722c96302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c4d55bcc342b0" /><Relationship Type="http://schemas.openxmlformats.org/officeDocument/2006/relationships/notesSlide" Target="/ppt/notesSlides/notesSlide7.xml" Id="R90a91587845940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3897b0df04db5" /><Relationship Type="http://schemas.openxmlformats.org/officeDocument/2006/relationships/image" Target="/ppt/media/image2.jpeg" Id="Rbaac1d9c056148f9" /><Relationship Type="http://schemas.openxmlformats.org/officeDocument/2006/relationships/notesSlide" Target="/ppt/notesSlides/notesSlide8.xml" Id="R12b6c9dc53a9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f5911d0f499d" /><Relationship Type="http://schemas.openxmlformats.org/officeDocument/2006/relationships/image" Target="/ppt/media/image3.jpeg" Id="Rd30278f857ed4dc6" /><Relationship Type="http://schemas.openxmlformats.org/officeDocument/2006/relationships/notesSlide" Target="/ppt/notesSlides/notesSlide9.xml" Id="R1eb241e0009f48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f595cd659421a" /><Relationship Type="http://schemas.openxmlformats.org/officeDocument/2006/relationships/notesSlide" Target="/ppt/notesSlides/notesSlide10.xml" Id="R3c0063a106d941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BD239-612D-4F0D-A56F-E0D81FE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4775D-B36C-429C-9A46-763E83D9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LC4 Chiller Project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27C6F-E22D-4CAF-9E97-467C609B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Delivery, testing, redundancy and handover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EC419-9B35-4D78-9FCB-317E61F8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6171288ac4ce5"/>
          <a:stretch xmlns:a="http://schemas.openxmlformats.org/drawingml/2006/main"/>
        </p:blipFill>
        <p:spPr>
          <a:xfrm xmlns:a="http://schemas.openxmlformats.org/drawingml/2006/main">
            <a:off x="6477000" y="2051685"/>
            <a:ext cx="5105400" cy="229743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CDEC5-1174-4CB0-81EC-5DD2244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83073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8FFD7-CDC4-4AC9-B58B-DD294835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1ECED-1F1A-458E-8B1F-C0B17996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D539B-B621-4338-A399-01116EF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F791F-6BBD-41F6-8A94-19F60587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3540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5B50C-B29E-449D-A27E-8212588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78F70-B9A6-4C54-9A0A-9BF5FFE6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progressed from March to August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B7EC4-78C0-497A-82D4-54FDD2B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01D99-B7CB-462D-8B26-B6A04F2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24 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2E77C-2671-4505-A2F7-8F6FF0FC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project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D6F05-B390-4DAF-9D3D-BF05ED8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020A-DF6F-43FC-8361-73E261E9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4 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DEE2A-3DA2-4499-8BD9-08E8073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A3966-D2F0-4BAC-80BC-A2ECCE9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24DB1-CD47-4EB9-BD9B-4F6E431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CH-03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4F4EA-E4E4-4428-BBFD-32A00BF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Trane chiller arrangement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286AF-F080-4E56-96EB-0016116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4F538-EF90-4C62-AADE-E225D2F7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C74FF-C96F-4973-AD69-B306EAB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5249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970F6-C272-47D3-A6B8-A57F551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4002C-6D94-40AD-9F78-9706B2A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added capacity and operational redundancy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FE439-8564-423B-A2AE-AFF54F7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Existing Carrier chillers were operating near full summer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There was no flexibility for preventive or corrective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107C8-7B83-4D5E-8B73-3015525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BB669-D07E-4460-9C35-B1513F4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third chiller and changeover arrangement improved backup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Available power permits only two chillers to operate at one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ADEC4-6B05-44E3-9706-4DB589D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10232-2725-46F2-AF53-E0B1719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6E0B0-4B1A-45B2-9ADA-095BA22D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0215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D7CC0-747F-4B3E-9E38-35D7FF7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24AE8-3BA6-42C9-8BA2-7E7A75B4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schedule combined civil, mechanical and electrical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E1154-12F7-48CC-B52C-6E52188E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Foundation and chiller delivery began in March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Cable tray, piping supports, headers and valve package followed in April.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E153F-1FE5-46E2-BA2F-D9D25E25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08A6E-71DB-4E40-B37F-41E4D5D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Pressure testing, flushing, insulation and MTS work were completed before commissioning.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Testing and commissioning were recorded on 29 April with handover planned for 30 April.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AF09E-DEE4-46BA-8D6B-477A880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F6F2-A9E3-4625-AE40-0CF1E408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D8486-DFF8-4731-94D6-1BA8F58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4571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FAD9-7935-4D7A-AC81-381C5BB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D0B75-2AF6-47F4-B086-7B71843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Handover must reconcile the later completion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78E36-CA29-418F-B7F6-C75B56A3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report records project completion as 4 August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detailed schedule records a 30 April handover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2D8C7-781C-4739-9AA0-2C179D5F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D3D6A-49A4-4F07-93D9-5F25474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evidence of post-commissioning snags, training and document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final acceptance date used for warranty commencement.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DCDB7-3A3A-4C21-A032-1F9B44B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71636-B604-4E08-841C-44F5AFA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FBA17-F7A0-4468-9F61-4816B21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2645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6F8CE-82A9-4291-91BD-2221EC3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3F972-6C6F-4BF2-8EE1-59AB982E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operational benefit is maintenance flexibility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A3373-24CD-40E3-BF15-A4C7FC1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standby arrangement reduces cooling-loss exposure during breakdowns.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Planned chiller PPM can proceed without shutting all cooling 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82A5E-42BA-43D2-8E65-22AFB7D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5E719-08BC-456B-9C24-67BD2321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Working-area temperature control should become more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Dry-cleaning equipment receives improved cooling-system resilience.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947ED-716A-4BD7-A65A-D929823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F66D8-8D36-4D60-8FD6-C970AD5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2CCE3-3D5D-4DDC-99F8-A5010973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6798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E7521-1973-4D90-B9C0-1B7A9A8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076A-8855-4B59-A4AD-69C9986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Installed chiller project evidence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c1d9c056148f9"/>
          <a:srcRect xmlns:a="http://schemas.openxmlformats.org/drawingml/2006/main" l="10233" t="0" r="10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764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BD967-C956-4A8A-A8BA-17D5935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equipment identification and access clearances.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pipework, supports, insulation and service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photograph with date and location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3BF89-0C0A-4DFE-A9B4-9A6D6F2C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1476D-EB76-4DC6-8065-797658B6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FE455-5D3A-4D19-8922-B56105B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6501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3BD8B-7473-44FD-91DB-E579856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12B6C-DCCA-4073-9FEC-9908B49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Completion photograph and site condition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278f857ed4dc6"/>
          <a:srcRect xmlns:a="http://schemas.openxmlformats.org/drawingml/2006/main" l="10233" t="0" r="102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764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FC3F0-9DAF-41D2-8CCD-73B82E2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photographs to support snag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Compare completed installation with approved drawings.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any later modification through change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381FC-6AB0-4AC5-B882-15161323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40E39-A7FD-4893-85CA-9190953E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9EC53-D344-4A88-A1BC-E561060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9205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A63DA-5FFB-4109-9D68-2D30DF2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A9120-BCB6-46C8-A604-23C220D9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842C9-2BAA-4695-9183-8BC2F43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748D8-7F47-44BF-B8BD-7DAACBE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C38E-0D33-41C7-A5DA-4FBF8B97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8D122-01AB-45B6-9417-FD234C32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3693-6993-424A-962D-3366AC90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6927C-11D4-49FD-9171-893960A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9352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2026-08-15T02:15:53.5220000Z</dcterms:created>
  <dcterms:modified xsi:type="dcterms:W3CDTF">2026-08-15T02:15:53.5220000Z</dcterms:modified>
</coreProperties>
</file>