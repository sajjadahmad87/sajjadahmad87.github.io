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7eb51e0a74a71" /><Relationship Type="http://schemas.openxmlformats.org/officeDocument/2006/relationships/extended-properties" Target="/docProps/app.xml" Id="R2996c72922d94193" /><Relationship Type="http://schemas.openxmlformats.org/officeDocument/2006/relationships/officeDocument" Target="/ppt/presentation.xml" Id="Rec2fc6b2eec9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bf4b9d3674f20"/>
  </p:sldMasterIdLst>
  <p:notesMasterIdLst>
    <p:notesMasterId xmlns:r="http://schemas.openxmlformats.org/officeDocument/2006/relationships" r:id="R82b591b5a25641df"/>
  </p:notesMasterIdLst>
  <p:sldIdLst>
    <p:sldId xmlns:r="http://schemas.openxmlformats.org/officeDocument/2006/relationships" id="256" r:id="Rb49ec846ba0d4b6a"/>
    <p:sldId xmlns:r="http://schemas.openxmlformats.org/officeDocument/2006/relationships" id="257" r:id="R3a63b15fc35d4751"/>
    <p:sldId xmlns:r="http://schemas.openxmlformats.org/officeDocument/2006/relationships" id="258" r:id="R68b4e6e5707a4305"/>
    <p:sldId xmlns:r="http://schemas.openxmlformats.org/officeDocument/2006/relationships" id="259" r:id="Rf12482aba79a48f3"/>
    <p:sldId xmlns:r="http://schemas.openxmlformats.org/officeDocument/2006/relationships" id="260" r:id="R11d50dad4a1c475a"/>
    <p:sldId xmlns:r="http://schemas.openxmlformats.org/officeDocument/2006/relationships" id="261" r:id="R083319902eda4ee7"/>
    <p:sldId xmlns:r="http://schemas.openxmlformats.org/officeDocument/2006/relationships" id="262" r:id="Ra5377dc818c942dc"/>
    <p:sldId xmlns:r="http://schemas.openxmlformats.org/officeDocument/2006/relationships" id="263" r:id="Rb5b465978bd64e79"/>
    <p:sldId xmlns:r="http://schemas.openxmlformats.org/officeDocument/2006/relationships" id="264" r:id="R494eec6c8ecb41e8"/>
    <p:sldId xmlns:r="http://schemas.openxmlformats.org/officeDocument/2006/relationships" id="265" r:id="Ra2911d1b8a2142b7"/>
    <p:sldId xmlns:r="http://schemas.openxmlformats.org/officeDocument/2006/relationships" id="266" r:id="Rac42e8e009a445a1"/>
    <p:sldId xmlns:r="http://schemas.openxmlformats.org/officeDocument/2006/relationships" id="267" r:id="R8eb63040d3db43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0af19dcc434f12" /><Relationship Type="http://schemas.openxmlformats.org/officeDocument/2006/relationships/slideMaster" Target="/ppt/slideMasters/slideMaster1.xml" Id="Rc1abf4b9d3674f20" /><Relationship Type="http://schemas.openxmlformats.org/officeDocument/2006/relationships/notesMaster" Target="/ppt/notesMasters/notesMaster1.xml" Id="R82b591b5a25641df" /><Relationship Type="http://schemas.openxmlformats.org/officeDocument/2006/relationships/presProps" Target="/ppt/presProps.xml" Id="R32a912aa459c44db" /><Relationship Type="http://schemas.openxmlformats.org/officeDocument/2006/relationships/tableStyles" Target="/ppt/tableStyles.xml" Id="R8d5f58e1fdea497f" /><Relationship Type="http://schemas.openxmlformats.org/officeDocument/2006/relationships/slide" Target="/ppt/slides/slide1.xml" Id="Rb49ec846ba0d4b6a" /><Relationship Type="http://schemas.openxmlformats.org/officeDocument/2006/relationships/slide" Target="/ppt/slides/slide2.xml" Id="R3a63b15fc35d4751" /><Relationship Type="http://schemas.openxmlformats.org/officeDocument/2006/relationships/slide" Target="/ppt/slides/slide3.xml" Id="R68b4e6e5707a4305" /><Relationship Type="http://schemas.openxmlformats.org/officeDocument/2006/relationships/slide" Target="/ppt/slides/slide4.xml" Id="Rf12482aba79a48f3" /><Relationship Type="http://schemas.openxmlformats.org/officeDocument/2006/relationships/slide" Target="/ppt/slides/slide5.xml" Id="R11d50dad4a1c475a" /><Relationship Type="http://schemas.openxmlformats.org/officeDocument/2006/relationships/slide" Target="/ppt/slides/slide6.xml" Id="R083319902eda4ee7" /><Relationship Type="http://schemas.openxmlformats.org/officeDocument/2006/relationships/slide" Target="/ppt/slides/slide7.xml" Id="Ra5377dc818c942dc" /><Relationship Type="http://schemas.openxmlformats.org/officeDocument/2006/relationships/slide" Target="/ppt/slides/slide8.xml" Id="Rb5b465978bd64e79" /><Relationship Type="http://schemas.openxmlformats.org/officeDocument/2006/relationships/slide" Target="/ppt/slides/slide9.xml" Id="R494eec6c8ecb41e8" /><Relationship Type="http://schemas.openxmlformats.org/officeDocument/2006/relationships/slide" Target="/ppt/slides/slide10.xml" Id="Ra2911d1b8a2142b7" /><Relationship Type="http://schemas.openxmlformats.org/officeDocument/2006/relationships/slide" Target="/ppt/slides/slide11.xml" Id="Rac42e8e009a445a1" /><Relationship Type="http://schemas.openxmlformats.org/officeDocument/2006/relationships/slide" Target="/ppt/slides/slide12.xml" Id="R8eb63040d3db43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ab449cb5a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668db3f1d248af" /><Relationship Type="http://schemas.openxmlformats.org/officeDocument/2006/relationships/notesMaster" Target="/ppt/notesMasters/notesMaster1.xml" Id="Rec4fe41ba9f148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792473ee514b19" /><Relationship Type="http://schemas.openxmlformats.org/officeDocument/2006/relationships/notesMaster" Target="/ppt/notesMasters/notesMaster1.xml" Id="R364e353a9470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0b300833cb410e" /><Relationship Type="http://schemas.openxmlformats.org/officeDocument/2006/relationships/notesMaster" Target="/ppt/notesMasters/notesMaster1.xml" Id="Rd0dc68691d8e4f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1a5bffb4b49ff" /><Relationship Type="http://schemas.openxmlformats.org/officeDocument/2006/relationships/notesMaster" Target="/ppt/notesMasters/notesMaster1.xml" Id="R448c08356bc24f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1a9bb2d8694f85" /><Relationship Type="http://schemas.openxmlformats.org/officeDocument/2006/relationships/notesMaster" Target="/ppt/notesMasters/notesMaster1.xml" Id="R8a3541fd26ec4d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7b5dea83684470" /><Relationship Type="http://schemas.openxmlformats.org/officeDocument/2006/relationships/notesMaster" Target="/ppt/notesMasters/notesMaster1.xml" Id="Re875c4349c9e4b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5b4e079a44672" /><Relationship Type="http://schemas.openxmlformats.org/officeDocument/2006/relationships/notesMaster" Target="/ppt/notesMasters/notesMaster1.xml" Id="Ra08e97818a9c40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cd7755fffd4a7d" /><Relationship Type="http://schemas.openxmlformats.org/officeDocument/2006/relationships/notesMaster" Target="/ppt/notesMasters/notesMaster1.xml" Id="R4c623cf41a214f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b26f14808c4fa5" /><Relationship Type="http://schemas.openxmlformats.org/officeDocument/2006/relationships/notesMaster" Target="/ppt/notesMasters/notesMaster1.xml" Id="Rac0fcded4c614d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a018a5582049f5" /><Relationship Type="http://schemas.openxmlformats.org/officeDocument/2006/relationships/notesMaster" Target="/ppt/notesMasters/notesMaster1.xml" Id="Rf64faa4319ea43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908f9582e348e8" /><Relationship Type="http://schemas.openxmlformats.org/officeDocument/2006/relationships/notesMaster" Target="/ppt/notesMasters/notesMaster1.xml" Id="Rd08e583adae348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ec866d226d4980" /><Relationship Type="http://schemas.openxmlformats.org/officeDocument/2006/relationships/notesMaster" Target="/ppt/notesMasters/notesMaster1.xml" Id="R5eeb32f4b87445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26 Linen Craft 04 Jabal Ali ( EKFC ) G24K04508 Shaik Jaweed 18062025 UADUB - INSP JRRY V138.pdf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b8c2fe891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ee07ece9d44828" /><Relationship Type="http://schemas.openxmlformats.org/officeDocument/2006/relationships/slideLayout" Target="/ppt/slideLayouts/slideLayout1.xml" Id="Rc9b05a30d10148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b05a30d10148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8c7cb304a40c7" /><Relationship Type="http://schemas.openxmlformats.org/officeDocument/2006/relationships/image" Target="/ppt/media/image.jpeg" Id="Rbde3a0e203e34bff" /><Relationship Type="http://schemas.openxmlformats.org/officeDocument/2006/relationships/notesSlide" Target="/ppt/notesSlides/notesSlide1.xml" Id="Rd1560c8ad5a543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1a871a9a24c88" /><Relationship Type="http://schemas.openxmlformats.org/officeDocument/2006/relationships/notesSlide" Target="/ppt/notesSlides/notesSlide2.xml" Id="R1e3070c824734b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cb8f5c75a4813" /><Relationship Type="http://schemas.openxmlformats.org/officeDocument/2006/relationships/notesSlide" Target="/ppt/notesSlides/notesSlide3.xml" Id="Rfff72571344442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d9d4868584d9a" /><Relationship Type="http://schemas.openxmlformats.org/officeDocument/2006/relationships/notesSlide" Target="/ppt/notesSlides/notesSlide4.xml" Id="R893c7f0b1c234c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47caa22c14694" /><Relationship Type="http://schemas.openxmlformats.org/officeDocument/2006/relationships/notesSlide" Target="/ppt/notesSlides/notesSlide5.xml" Id="R2c80ee9a0b0242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e40693c224776" /><Relationship Type="http://schemas.openxmlformats.org/officeDocument/2006/relationships/notesSlide" Target="/ppt/notesSlides/notesSlide6.xml" Id="R2fde1b02180e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dc0414744595" /><Relationship Type="http://schemas.openxmlformats.org/officeDocument/2006/relationships/image" Target="/ppt/media/image2.jpeg" Id="Re1e5ea96ec0746e9" /><Relationship Type="http://schemas.openxmlformats.org/officeDocument/2006/relationships/notesSlide" Target="/ppt/notesSlides/notesSlide7.xml" Id="R16b1ff06a19b48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c305d3c084346" /><Relationship Type="http://schemas.openxmlformats.org/officeDocument/2006/relationships/image" Target="/ppt/media/image3.jpeg" Id="R8807a460859a4eff" /><Relationship Type="http://schemas.openxmlformats.org/officeDocument/2006/relationships/notesSlide" Target="/ppt/notesSlides/notesSlide8.xml" Id="Re30c332f27c04d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fe8c1e0d3493d" /><Relationship Type="http://schemas.openxmlformats.org/officeDocument/2006/relationships/image" Target="/ppt/media/image4.jpeg" Id="R606d3ae43be548e7" /><Relationship Type="http://schemas.openxmlformats.org/officeDocument/2006/relationships/notesSlide" Target="/ppt/notesSlides/notesSlide9.xml" Id="R71c8e458417b40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2fd3091b64cee" /><Relationship Type="http://schemas.openxmlformats.org/officeDocument/2006/relationships/image" Target="/ppt/media/image5.jpeg" Id="R2e95edde1ab94a3e" /><Relationship Type="http://schemas.openxmlformats.org/officeDocument/2006/relationships/notesSlide" Target="/ppt/notesSlides/notesSlide10.xml" Id="R8d134b295d1f48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422e594f84c42" /><Relationship Type="http://schemas.openxmlformats.org/officeDocument/2006/relationships/image" Target="/ppt/media/image6.jpeg" Id="R319f431a50ed476b" /><Relationship Type="http://schemas.openxmlformats.org/officeDocument/2006/relationships/notesSlide" Target="/ppt/notesSlides/notesSlide11.xml" Id="Rf8c4b17355a848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fb022508641c6" /><Relationship Type="http://schemas.openxmlformats.org/officeDocument/2006/relationships/notesSlide" Target="/ppt/notesSlides/notesSlide12.xml" Id="R25664365c2ce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DC3EE-F1ED-4D67-A9D8-A97A9C0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TRAINING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DEDAC-129B-47F7-964D-6C0FC757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 Operator Training — 18 June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3F7E-EB57-4584-B5EA-82C2CA34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Field training and inspection service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60D8D-851A-4003-81FD-DC62D691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3a0e203e34bff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F9DD4-2389-49AA-BDDC-0DEA40D2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785930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F8E55-3017-428A-824E-FBE7A52A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TRAINING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B5C98-F06B-4B65-B6BC-87625BC6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165AE-9840-404E-9C63-C76F120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51629-49E3-4893-A5F3-1D101BA7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1186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F1BEE-766F-4DC6-9410-5F49943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751AC-8712-411E-B51A-74DF9494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C8E89-54D9-4D0E-B335-3A5B730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170F1-0963-4FA6-B554-C3BB928A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CH-03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07C65-F00A-4FCE-8A1B-B9B47AA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Trained equipment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687CB-306F-4147-A7D8-0D8718EB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82A32-E8E3-43BB-B5D5-2BAFF1CD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D65E2-3FB5-432A-9A2F-BAA07A37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Arrival and leaving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FE2CE-1C8F-4CDE-B6FD-63CCA80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1F389-FAD6-4AED-9FAF-EA642FFD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F7FA1-711B-4A20-A0C1-FA7F6F4A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69CB4-7A80-41EE-80DB-A6666986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F544E-F9D3-4B41-9023-1913BE8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2016C-EBF7-4C89-9A38-90E20CB5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8034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A6406-0DBB-4D26-BC28-31BF014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6D190-C52E-479E-A5BA-8CEC67A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39180-5BF2-49C2-BDAD-FB7DDC9A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Training covered the operational field context for Chiller 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attendee names and competency sign-off in the original.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1C66B-99CC-4C5C-A77B-0A05C202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C593B-2522-40EB-8AA3-A34AB860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Include alarms, normal checks and emergency response in refresher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the record with the project handover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BCA75-C7C1-480B-957B-DF7121D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07ED8-20B6-4D07-898E-0DC620E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9BA13-C6A0-4DD1-835A-A6FEC750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4757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F1B29-0E45-4E1F-8E7F-56741BAD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42A7B-8C86-40FF-88A6-E8B10EBF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9645-9922-42F8-BD83-99601C4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7799D-9140-41A9-8D34-EF5EE35A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F1BF0-62DC-44C3-8872-4DB5D45E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3FDEF-EF1F-4337-B403-0EAF5B0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2A22D-0319-423D-965B-1331E10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0FEEB-88C4-4A58-BA0E-10A71E6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5684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22D04-40A9-4975-88E9-60145BF6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E06EA-4B11-41AE-8147-34DE19ED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95307-BABB-4B6D-9632-2D659E4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6ACAD-6B70-43DC-936F-B0C51FB2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8E90A-6217-4C24-AA25-FC414D99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31CBA-7A26-4B2B-92F5-52A8AF94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BFCB4-34AB-466E-B1C9-C15466A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1BE44-6F2D-40C3-B5DE-01DA3EA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623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F7402-C6A8-4C6A-8EEE-747DFE6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EE179-F8A7-4F40-9149-6EA84D7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168B1-7DA7-4D1E-B6CD-FE87EBD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5ea96ec0746e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F2043-1C7B-4638-A2C9-03A025EE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84770-950C-4624-9CA3-357A361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148ED-1283-438E-8C52-178CB16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3FBF8-CC92-4A7B-A245-4F65127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5544-3018-4D3F-A6EA-1C061B62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2849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677B0-96CA-49EB-A3BB-F495B99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AD87F-7C67-4FFD-B92A-3870940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5FC8A-6C7B-4855-ADA8-2BB632E1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7a460859a4ef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60666-EBAE-4EAD-BCAE-FE79F6A1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413BD-85DA-4909-8111-B4718645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5DB2-9FB7-4109-B989-3222A970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E8486-01CA-41D9-ACE3-6FA83C9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0D53D-8988-4747-9585-2FB96A4B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8593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8BB70-1AF4-43C5-89E1-D3EB35F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BCA22-19A2-46F0-8B33-A39B3E7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1664D-9039-44E5-A00D-60F1D22D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d3ae43be548e7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94F3D-0C2D-4A36-8F3C-B3AC98AC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8A478-AA0D-40C0-88C6-A7008B8F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D49B4-3E7F-4FDE-BAAE-4DD8DE0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075C4-ED7F-4E8E-99A0-E5CBDD5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123E4-DC54-4855-9570-5B715EF5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1111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D9BC6-F4EA-47A8-BB2A-0A3D68F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D4A52-E403-4632-8065-DE505824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7723A-C3A8-42C6-9181-E6AC56C6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5edde1ab94a3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D7143-9468-49AD-B939-ABB90AA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5412A-C8EC-456A-8B48-B52E01FF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3B37E-A124-4203-919B-ED61B808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87D34-A339-4C46-BBFC-A562BFC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61B43-D9A8-49A2-A823-8AA098E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3035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AB777-AF15-4B99-BFEE-47F842B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69F65-24BF-4AFC-8242-602257A6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41E53-B79D-41E0-AFE8-DE10A2F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f431a50ed476b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1CE32-F99F-4C42-A541-E4EF90D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68403-AF0F-4B15-AE3C-72460FB0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8CB03-7508-436F-988B-248BF69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8E404-5159-4A0B-B4D7-3A527818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D3D7D-D18C-4240-A06C-C0D2B31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0082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1D82A-9916-4A30-9A65-F5027B3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269B3-7474-4471-B3DC-97DBE246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1A1DD-9F6D-4B0D-ACF7-99CFFF3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3F63B-22B9-4C3F-9967-A514340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19FC-70AB-4319-AECC-BA74DFE4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D6E3F-137D-4DC8-BEC3-5DDFF821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4EF39-52B5-4FF9-BEFB-1B9242B5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6FD96-8119-47C7-9E70-75CF1CA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7681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2026-08-15T02:15:55.7440000Z</dcterms:created>
  <dcterms:modified xsi:type="dcterms:W3CDTF">2026-08-15T02:15:55.7440000Z</dcterms:modified>
</coreProperties>
</file>