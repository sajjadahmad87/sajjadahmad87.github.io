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9862761a5e54789" /><Relationship Type="http://schemas.openxmlformats.org/officeDocument/2006/relationships/extended-properties" Target="/docProps/app.xml" Id="R583dd326d51943ef" /><Relationship Type="http://schemas.openxmlformats.org/officeDocument/2006/relationships/officeDocument" Target="/ppt/presentation.xml" Id="Rec4078526fa740b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7257d3d9a704faf"/>
  </p:sldMasterIdLst>
  <p:notesMasterIdLst>
    <p:notesMasterId xmlns:r="http://schemas.openxmlformats.org/officeDocument/2006/relationships" r:id="R6010b98a3c4c4c63"/>
  </p:notesMasterIdLst>
  <p:sldIdLst>
    <p:sldId xmlns:r="http://schemas.openxmlformats.org/officeDocument/2006/relationships" id="256" r:id="R3f54e124f3044b0f"/>
    <p:sldId xmlns:r="http://schemas.openxmlformats.org/officeDocument/2006/relationships" id="257" r:id="Rb0453aa08f7b4e7a"/>
    <p:sldId xmlns:r="http://schemas.openxmlformats.org/officeDocument/2006/relationships" id="258" r:id="R39512ff37d17468d"/>
    <p:sldId xmlns:r="http://schemas.openxmlformats.org/officeDocument/2006/relationships" id="259" r:id="Rb5870f6e60654408"/>
    <p:sldId xmlns:r="http://schemas.openxmlformats.org/officeDocument/2006/relationships" id="260" r:id="R75265499a8964798"/>
    <p:sldId xmlns:r="http://schemas.openxmlformats.org/officeDocument/2006/relationships" id="261" r:id="R39015ff87d5549cb"/>
    <p:sldId xmlns:r="http://schemas.openxmlformats.org/officeDocument/2006/relationships" id="262" r:id="Rb9c02aa15cea4254"/>
    <p:sldId xmlns:r="http://schemas.openxmlformats.org/officeDocument/2006/relationships" id="263" r:id="R452a0b68ac344940"/>
    <p:sldId xmlns:r="http://schemas.openxmlformats.org/officeDocument/2006/relationships" id="264" r:id="R496b6b4211a347d0"/>
    <p:sldId xmlns:r="http://schemas.openxmlformats.org/officeDocument/2006/relationships" id="265" r:id="Rbe5807ca1f6f4d02"/>
    <p:sldId xmlns:r="http://schemas.openxmlformats.org/officeDocument/2006/relationships" id="266" r:id="R341ba115d3f44952"/>
    <p:sldId xmlns:r="http://schemas.openxmlformats.org/officeDocument/2006/relationships" id="267" r:id="R3d3ba639dca845c6"/>
    <p:sldId xmlns:r="http://schemas.openxmlformats.org/officeDocument/2006/relationships" id="268" r:id="R6118b906647547c9"/>
    <p:sldId xmlns:r="http://schemas.openxmlformats.org/officeDocument/2006/relationships" id="269" r:id="Rdb582b09dba5432e"/>
    <p:sldId xmlns:r="http://schemas.openxmlformats.org/officeDocument/2006/relationships" id="270" r:id="R6e78cc354bdf4e03"/>
    <p:sldId xmlns:r="http://schemas.openxmlformats.org/officeDocument/2006/relationships" id="271" r:id="R6c8cf835bebe4181"/>
    <p:sldId xmlns:r="http://schemas.openxmlformats.org/officeDocument/2006/relationships" id="272" r:id="R3d024e64b8ea4f5a"/>
    <p:sldId xmlns:r="http://schemas.openxmlformats.org/officeDocument/2006/relationships" id="273" r:id="R8629cc148ff949a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0e8e819d554434f" /><Relationship Type="http://schemas.openxmlformats.org/officeDocument/2006/relationships/slideMaster" Target="/ppt/slideMasters/slideMaster1.xml" Id="Re7257d3d9a704faf" /><Relationship Type="http://schemas.openxmlformats.org/officeDocument/2006/relationships/notesMaster" Target="/ppt/notesMasters/notesMaster1.xml" Id="R6010b98a3c4c4c63" /><Relationship Type="http://schemas.openxmlformats.org/officeDocument/2006/relationships/presProps" Target="/ppt/presProps.xml" Id="Rd8bb67ba467642cf" /><Relationship Type="http://schemas.openxmlformats.org/officeDocument/2006/relationships/tableStyles" Target="/ppt/tableStyles.xml" Id="R025d223527fa48a2" /><Relationship Type="http://schemas.openxmlformats.org/officeDocument/2006/relationships/slide" Target="/ppt/slides/slide1.xml" Id="R3f54e124f3044b0f" /><Relationship Type="http://schemas.openxmlformats.org/officeDocument/2006/relationships/slide" Target="/ppt/slides/slide2.xml" Id="Rb0453aa08f7b4e7a" /><Relationship Type="http://schemas.openxmlformats.org/officeDocument/2006/relationships/slide" Target="/ppt/slides/slide3.xml" Id="R39512ff37d17468d" /><Relationship Type="http://schemas.openxmlformats.org/officeDocument/2006/relationships/slide" Target="/ppt/slides/slide4.xml" Id="Rb5870f6e60654408" /><Relationship Type="http://schemas.openxmlformats.org/officeDocument/2006/relationships/slide" Target="/ppt/slides/slide5.xml" Id="R75265499a8964798" /><Relationship Type="http://schemas.openxmlformats.org/officeDocument/2006/relationships/slide" Target="/ppt/slides/slide6.xml" Id="R39015ff87d5549cb" /><Relationship Type="http://schemas.openxmlformats.org/officeDocument/2006/relationships/slide" Target="/ppt/slides/slide7.xml" Id="Rb9c02aa15cea4254" /><Relationship Type="http://schemas.openxmlformats.org/officeDocument/2006/relationships/slide" Target="/ppt/slides/slide8.xml" Id="R452a0b68ac344940" /><Relationship Type="http://schemas.openxmlformats.org/officeDocument/2006/relationships/slide" Target="/ppt/slides/slide9.xml" Id="R496b6b4211a347d0" /><Relationship Type="http://schemas.openxmlformats.org/officeDocument/2006/relationships/slide" Target="/ppt/slides/slide10.xml" Id="Rbe5807ca1f6f4d02" /><Relationship Type="http://schemas.openxmlformats.org/officeDocument/2006/relationships/slide" Target="/ppt/slides/slide11.xml" Id="R341ba115d3f44952" /><Relationship Type="http://schemas.openxmlformats.org/officeDocument/2006/relationships/slide" Target="/ppt/slides/slide12.xml" Id="R3d3ba639dca845c6" /><Relationship Type="http://schemas.openxmlformats.org/officeDocument/2006/relationships/slide" Target="/ppt/slides/slide13.xml" Id="R6118b906647547c9" /><Relationship Type="http://schemas.openxmlformats.org/officeDocument/2006/relationships/slide" Target="/ppt/slides/slide14.xml" Id="Rdb582b09dba5432e" /><Relationship Type="http://schemas.openxmlformats.org/officeDocument/2006/relationships/slide" Target="/ppt/slides/slide15.xml" Id="R6e78cc354bdf4e03" /><Relationship Type="http://schemas.openxmlformats.org/officeDocument/2006/relationships/slide" Target="/ppt/slides/slide16.xml" Id="R6c8cf835bebe4181" /><Relationship Type="http://schemas.openxmlformats.org/officeDocument/2006/relationships/slide" Target="/ppt/slides/slide17.xml" Id="R3d024e64b8ea4f5a" /><Relationship Type="http://schemas.openxmlformats.org/officeDocument/2006/relationships/slide" Target="/ppt/slides/slide18.xml" Id="R8629cc148ff949a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02e2e27558c4ea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f93f5c464074e69" /><Relationship Type="http://schemas.openxmlformats.org/officeDocument/2006/relationships/notesMaster" Target="/ppt/notesMasters/notesMaster1.xml" Id="R4cbef621d522472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3b8c70d19464566" /><Relationship Type="http://schemas.openxmlformats.org/officeDocument/2006/relationships/notesMaster" Target="/ppt/notesMasters/notesMaster1.xml" Id="Rd4f90572c99045f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c778a6729aa4feb" /><Relationship Type="http://schemas.openxmlformats.org/officeDocument/2006/relationships/notesMaster" Target="/ppt/notesMasters/notesMaster1.xml" Id="R280c32ffc750493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0c544c282cc4c64" /><Relationship Type="http://schemas.openxmlformats.org/officeDocument/2006/relationships/notesMaster" Target="/ppt/notesMasters/notesMaster1.xml" Id="R46581aa79a6d4c1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071f84e04954c5b" /><Relationship Type="http://schemas.openxmlformats.org/officeDocument/2006/relationships/notesMaster" Target="/ppt/notesMasters/notesMaster1.xml" Id="R05b92c4a0704473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e0ad2dfe71a495d" /><Relationship Type="http://schemas.openxmlformats.org/officeDocument/2006/relationships/notesMaster" Target="/ppt/notesMasters/notesMaster1.xml" Id="R9ff04151dd32411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ba0bf9002764168" /><Relationship Type="http://schemas.openxmlformats.org/officeDocument/2006/relationships/notesMaster" Target="/ppt/notesMasters/notesMaster1.xml" Id="Rc0d90144736d469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99dc9454df64502" /><Relationship Type="http://schemas.openxmlformats.org/officeDocument/2006/relationships/notesMaster" Target="/ppt/notesMasters/notesMaster1.xml" Id="Rbb3cd643534042e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d720376adf24152" /><Relationship Type="http://schemas.openxmlformats.org/officeDocument/2006/relationships/notesMaster" Target="/ppt/notesMasters/notesMaster1.xml" Id="Re652013d26f745a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18142e882b64af1" /><Relationship Type="http://schemas.openxmlformats.org/officeDocument/2006/relationships/notesMaster" Target="/ppt/notesMasters/notesMaster1.xml" Id="Rbe0d837bbb604ab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73f1f6006e0424e" /><Relationship Type="http://schemas.openxmlformats.org/officeDocument/2006/relationships/notesMaster" Target="/ppt/notesMasters/notesMaster1.xml" Id="R45e7993dd2ec406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2dc06a46ff947a5" /><Relationship Type="http://schemas.openxmlformats.org/officeDocument/2006/relationships/notesMaster" Target="/ppt/notesMasters/notesMaster1.xml" Id="R9093fa4e97b8496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29edd4d93814614" /><Relationship Type="http://schemas.openxmlformats.org/officeDocument/2006/relationships/notesMaster" Target="/ppt/notesMasters/notesMaster1.xml" Id="R12794da4f6eb41b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190994baeaf42e6" /><Relationship Type="http://schemas.openxmlformats.org/officeDocument/2006/relationships/notesMaster" Target="/ppt/notesMasters/notesMaster1.xml" Id="R1d96738b21ea418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b33f3538f48417f" /><Relationship Type="http://schemas.openxmlformats.org/officeDocument/2006/relationships/notesMaster" Target="/ppt/notesMasters/notesMaster1.xml" Id="R9ce258dc1f85457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d10cda19c804c48" /><Relationship Type="http://schemas.openxmlformats.org/officeDocument/2006/relationships/notesMaster" Target="/ppt/notesMasters/notesMaster1.xml" Id="R230e270acf9d46b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b57849101bf4a8b" /><Relationship Type="http://schemas.openxmlformats.org/officeDocument/2006/relationships/notesMaster" Target="/ppt/notesMasters/notesMaster1.xml" Id="R28099be6879d44a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5265893fa014446" /><Relationship Type="http://schemas.openxmlformats.org/officeDocument/2006/relationships/notesMaster" Target="/ppt/notesMasters/notesMaster1.xml" Id="Re12ee0b03cb247e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RTAG285IUP5 - Spare Parts List.pdf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RTAG285IUP5 - Spare Parts List.pdf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RTAG285IUP5 - Spare Parts List.pdf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RTAG285IUP5 - Spare Parts List.pdf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RTAG285IUP5 - Spare Parts List.pdf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RTAG285IUP5 - Spare Parts List.pdf</a:t>
            </a:r>
          </a:p>
          <a:p xmlns:a="http://schemas.openxmlformats.org/drawingml/2006/main">
            <a:r>
              <a:t>- Evidence reference: RTAG285IUP5 - source page 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RTAG285IUP5 - Spare Parts List.pdf</a:t>
            </a:r>
          </a:p>
          <a:p xmlns:a="http://schemas.openxmlformats.org/drawingml/2006/main">
            <a:r>
              <a:t>- Evidence reference: RTAG285IUP5 - source page 11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RTAG285IUP5 - Spare Parts List.pdf</a:t>
            </a:r>
          </a:p>
          <a:p xmlns:a="http://schemas.openxmlformats.org/drawingml/2006/main">
            <a:r>
              <a:t>- Evidence reference: RTAG285IUP5 - source page 13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RTAG285IUP5 - Spare Parts List.pdf</a:t>
            </a:r>
          </a:p>
          <a:p xmlns:a="http://schemas.openxmlformats.org/drawingml/2006/main">
            <a:r>
              <a:t>- Evidence reference: RTAG285IUP5 - source page 21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RTAG285IUP5 - Spare Parts List.pdf</a:t>
            </a:r>
          </a:p>
          <a:p xmlns:a="http://schemas.openxmlformats.org/drawingml/2006/main">
            <a:r>
              <a:t>- Evidence reference: RTAG285IUP5 - source page 31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RTAG285IUP5 - Spare Parts List.pdf</a:t>
            </a:r>
          </a:p>
          <a:p xmlns:a="http://schemas.openxmlformats.org/drawingml/2006/main">
            <a:r>
              <a:t>- Evidence reference: RTAG285IUP5 - source page 41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RTAG285IUP5 - Spare Parts List.pdf</a:t>
            </a:r>
          </a:p>
          <a:p xmlns:a="http://schemas.openxmlformats.org/drawingml/2006/main">
            <a:r>
              <a:t>- Evidence reference: RTAG285IUP5 - source page 51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RTAG285IUP5 - Spare Parts List.pdf</a:t>
            </a:r>
          </a:p>
          <a:p xmlns:a="http://schemas.openxmlformats.org/drawingml/2006/main">
            <a:r>
              <a:t>- Evidence reference: RTAG285IUP5 - source page 61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RTAG285IUP5 - Spare Parts List.pdf</a:t>
            </a:r>
          </a:p>
          <a:p xmlns:a="http://schemas.openxmlformats.org/drawingml/2006/main">
            <a:r>
              <a:t>- Evidence reference: RTAG285IUP5 - source page 71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RTAG285IUP5 - Spare Parts List.pdf</a:t>
            </a:r>
          </a:p>
          <a:p xmlns:a="http://schemas.openxmlformats.org/drawingml/2006/main">
            <a:r>
              <a:t>- Evidence reference: RTAG285IUP5 - source page 81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RTAG285IUP5 - Spare Parts List.pdf</a:t>
            </a:r>
          </a:p>
          <a:p xmlns:a="http://schemas.openxmlformats.org/drawingml/2006/main">
            <a:r>
              <a:t>- Evidence reference: RTAG285IUP5 - source page 91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RTAG285IUP5 - Spare Parts List.pdf</a:t>
            </a:r>
          </a:p>
          <a:p xmlns:a="http://schemas.openxmlformats.org/drawingml/2006/main">
            <a:r>
              <a:t>- Evidence reference: RTAG285IUP5 - source page 99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RTAG285IUP5 - Spare Parts List.pdf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b81c800fc041e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a89cc610db942a9" /><Relationship Type="http://schemas.openxmlformats.org/officeDocument/2006/relationships/slideLayout" Target="/ppt/slideLayouts/slideLayout1.xml" Id="R55228890952a4cf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5228890952a4cf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24583eaa5b4ad4" /><Relationship Type="http://schemas.openxmlformats.org/officeDocument/2006/relationships/image" Target="/ppt/media/image.jpeg" Id="Rb331a7c6a637478a" /><Relationship Type="http://schemas.openxmlformats.org/officeDocument/2006/relationships/notesSlide" Target="/ppt/notesSlides/notesSlide1.xml" Id="R5dcaf4fe25e7410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18768bac3049a3" /><Relationship Type="http://schemas.openxmlformats.org/officeDocument/2006/relationships/notesSlide" Target="/ppt/notesSlides/notesSlide2.xml" Id="Ra462743e4a1a468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171cda07164e6d" /><Relationship Type="http://schemas.openxmlformats.org/officeDocument/2006/relationships/notesSlide" Target="/ppt/notesSlides/notesSlide3.xml" Id="R7ef23b33de07480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ce24868bf44f1f" /><Relationship Type="http://schemas.openxmlformats.org/officeDocument/2006/relationships/notesSlide" Target="/ppt/notesSlides/notesSlide4.xml" Id="R460931f30ffd4b5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189173283c4013" /><Relationship Type="http://schemas.openxmlformats.org/officeDocument/2006/relationships/notesSlide" Target="/ppt/notesSlides/notesSlide5.xml" Id="R2e9688431f3f4e4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9f706c098144ff" /><Relationship Type="http://schemas.openxmlformats.org/officeDocument/2006/relationships/image" Target="/ppt/media/image2.jpeg" Id="Rae656600fbcb477e" /><Relationship Type="http://schemas.openxmlformats.org/officeDocument/2006/relationships/notesSlide" Target="/ppt/notesSlides/notesSlide6.xml" Id="R31d9be42d407472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a2e1da18074ec7" /><Relationship Type="http://schemas.openxmlformats.org/officeDocument/2006/relationships/image" Target="/ppt/media/image3.jpeg" Id="R3c20f552e0814e82" /><Relationship Type="http://schemas.openxmlformats.org/officeDocument/2006/relationships/notesSlide" Target="/ppt/notesSlides/notesSlide7.xml" Id="R65e314e0deda4a9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7ee644a7b84360" /><Relationship Type="http://schemas.openxmlformats.org/officeDocument/2006/relationships/image" Target="/ppt/media/image4.jpeg" Id="Rce03ec569bd94ebc" /><Relationship Type="http://schemas.openxmlformats.org/officeDocument/2006/relationships/notesSlide" Target="/ppt/notesSlides/notesSlide8.xml" Id="Rc662eac7bcd54ae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ef852573d74e60" /><Relationship Type="http://schemas.openxmlformats.org/officeDocument/2006/relationships/image" Target="/ppt/media/image5.jpeg" Id="R816558323dc94cb8" /><Relationship Type="http://schemas.openxmlformats.org/officeDocument/2006/relationships/notesSlide" Target="/ppt/notesSlides/notesSlide9.xml" Id="R5f7040e74667494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8dc3bb7eca4744" /><Relationship Type="http://schemas.openxmlformats.org/officeDocument/2006/relationships/image" Target="/ppt/media/image6.jpeg" Id="R60286372e8ed4b81" /><Relationship Type="http://schemas.openxmlformats.org/officeDocument/2006/relationships/notesSlide" Target="/ppt/notesSlides/notesSlide10.xml" Id="R57fd126158a74ce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5dd129a3a949f8" /><Relationship Type="http://schemas.openxmlformats.org/officeDocument/2006/relationships/image" Target="/ppt/media/image7.jpeg" Id="Rd9d91d90183345f5" /><Relationship Type="http://schemas.openxmlformats.org/officeDocument/2006/relationships/notesSlide" Target="/ppt/notesSlides/notesSlide11.xml" Id="R5bb730adde184d7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8a892ceb854744" /><Relationship Type="http://schemas.openxmlformats.org/officeDocument/2006/relationships/image" Target="/ppt/media/image8.jpeg" Id="Ra727329b780f48a9" /><Relationship Type="http://schemas.openxmlformats.org/officeDocument/2006/relationships/notesSlide" Target="/ppt/notesSlides/notesSlide12.xml" Id="R9c62f52b8051449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fb050a065243b9" /><Relationship Type="http://schemas.openxmlformats.org/officeDocument/2006/relationships/image" Target="/ppt/media/image9.jpeg" Id="Re85ae068ce2e43e6" /><Relationship Type="http://schemas.openxmlformats.org/officeDocument/2006/relationships/notesSlide" Target="/ppt/notesSlides/notesSlide13.xml" Id="Rc91eebe56bd946c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b3f1f616284342" /><Relationship Type="http://schemas.openxmlformats.org/officeDocument/2006/relationships/image" Target="/ppt/media/image10.jpeg" Id="R7169e5ac04d347e3" /><Relationship Type="http://schemas.openxmlformats.org/officeDocument/2006/relationships/notesSlide" Target="/ppt/notesSlides/notesSlide14.xml" Id="Rada316503bbe455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dc33770f934f51" /><Relationship Type="http://schemas.openxmlformats.org/officeDocument/2006/relationships/image" Target="/ppt/media/image11.jpeg" Id="R2fd5cbc2c93e4d1d" /><Relationship Type="http://schemas.openxmlformats.org/officeDocument/2006/relationships/notesSlide" Target="/ppt/notesSlides/notesSlide15.xml" Id="R4ea39cfffb9740e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428dcca29642fb" /><Relationship Type="http://schemas.openxmlformats.org/officeDocument/2006/relationships/image" Target="/ppt/media/image12.jpeg" Id="R2b4bf15c4e774409" /><Relationship Type="http://schemas.openxmlformats.org/officeDocument/2006/relationships/notesSlide" Target="/ppt/notesSlides/notesSlide16.xml" Id="Rf57b60e3d83c40d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369f6546c0435c" /><Relationship Type="http://schemas.openxmlformats.org/officeDocument/2006/relationships/image" Target="/ppt/media/image13.jpeg" Id="Rb4578860a312498c" /><Relationship Type="http://schemas.openxmlformats.org/officeDocument/2006/relationships/notesSlide" Target="/ppt/notesSlides/notesSlide17.xml" Id="R400782006d62407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726f2caf0f4a4e" /><Relationship Type="http://schemas.openxmlformats.org/officeDocument/2006/relationships/notesSlide" Target="/ppt/notesSlides/notesSlide18.xml" Id="R741adaf397f143c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6742A4-0FA2-485F-9980-6A9C9E841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SPARE PARTS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C483B8-9F17-4B7F-AD5B-D0D3FCA27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55245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RTAG285IUP5 Spare Parts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35C020-53FD-4576-98FB-2EA39BB3B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5524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Model-specific parts identification and ordering control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4306BB-3770-4BAE-94FB-232675C74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0050"/>
            <a:ext cx="5524500" cy="560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31a7c6a637478a"/>
          <a:stretch xmlns:a="http://schemas.openxmlformats.org/drawingml/2006/main"/>
        </p:blipFill>
        <p:spPr>
          <a:xfrm xmlns:a="http://schemas.openxmlformats.org/drawingml/2006/main">
            <a:off x="7012998" y="590550"/>
            <a:ext cx="4033405" cy="52197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938A36-2319-458F-A1F5-81DDB16D1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SAJJAD ENGINEERING ACADEMY</a:t>
            </a:r>
          </a:p>
        </p:txBody>
      </p:sp>
    </p:spTree>
    <p:extLst>
      <p:ext uri="{BB962C8B-B14F-4D97-AF65-F5344CB8AC3E}">
        <p14:creationId xmlns:p14="http://schemas.microsoft.com/office/powerpoint/2010/main" val="189782957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E7F2BD-4897-4DA6-A0BC-AF25C4630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SPARE PARTS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BDA29D-5521-46AA-8CCE-F3F28841D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10287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Source to practice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9BAE99-9CE6-4EBF-93A3-29CAF406B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9E2E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9E2EC"/>
                </a:solidFill>
                <a:latin typeface="Arial"/>
                <a:ea typeface="Arial"/>
                <a:cs typeface="Arial"/>
              </a:rPr>
              <a:t>Evidence, interpretation and technician application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EA76FD-0303-4EAF-8FCC-845B0C23C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524500"/>
            <a:ext cx="114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31713193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95AE5A-5780-4932-A9EC-C480CA071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KEY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77EA97-5A66-4746-A1BC-CFC1C42BD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catalogue is tied to one complete RTAG285 model string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9E2545-2862-4ADB-BF42-ADF76827F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E2525F-4372-4C6D-AD99-66871C423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99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F7EB15-1C85-4DF2-A988-7D943F161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Catalogue pages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FE260F-F472-4AAC-8C70-0CE3E1CB0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2FEFB6-3DAE-43E5-9C66-E989A73C9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RTAG285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E69DA0-2BE8-4D78-87B7-782F80ABD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Unit family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5C3373-5C54-4670-A224-C58FEB304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191230-75CC-457F-BDF1-188C78320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IUP5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EC70C6-97B1-4CEC-96F8-0263A5F62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Parts-list reference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3C17D4-3F2B-41E8-B17E-C1FB36E51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854748-61D8-4DB5-9F7E-56652D873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Spare Parts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775913-B657-4B6E-971C-5B96AE70B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22445463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D07B3E-70E6-438E-AAE9-17198A29A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C1460D-C45D-42DA-8680-E27B20C8F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Correct ordering starts with complete machine identity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44AF1F-5F7E-4B9B-9546-F88E60099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Use the full model number and unit serial number.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Confirm design revision and installed options.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940117-D8B7-4E74-905E-370C5634B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866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37952A-126A-4790-9564-089C75882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Match drawing reference numbers to the physical assembly.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Record superseded part numbers and OEM-approved substitutions.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3F8B28-799A-4087-967D-A548C5CEF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1A9F38-91AF-418A-8303-E5E80CCD6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Spare Parts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8CB945-587E-4757-8BFD-6EC382A97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70741484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C27EDB-ED9B-4799-A887-270DF0BCA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86F35B-372A-4071-8E67-7746B5B51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21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Part quantity in a drawing is not automatically the stock quantity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109B5C-ACA1-463E-B928-65CAEBDEE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Distinguish quantity per assembly from quantity per machine.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Separate consumables, repair kits and complete assemblies.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A6586C-1208-461F-B5E3-6F3EB54F4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866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BB5A37-1A82-4D02-9993-3ABB3644E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Use failure history and lead time to define local stock.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Preserve warranty and traceability records after installation.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00B5EE-ADB1-4BAB-A994-1537128A0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EE26C3-00C3-4888-B167-9CDA524E6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Spare Parts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DFBE8A-FD86-4552-872E-EFA8E44B1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58530741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9C60D8-AB6A-46F3-9944-A5480346D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9DDDD4-04D3-437D-A16C-047A51441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Parts catalogue reference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D436CF-83C7-4C6C-93CA-D2954869A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656600fbcb477e"/>
          <a:stretch xmlns:a="http://schemas.openxmlformats.org/drawingml/2006/main"/>
        </p:blipFill>
        <p:spPr>
          <a:xfrm xmlns:a="http://schemas.openxmlformats.org/drawingml/2006/main">
            <a:off x="2693410" y="1714500"/>
            <a:ext cx="3223780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3F64AE-3576-4F17-A0E9-530A51C22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RTAG285IUP5 - source page 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6731D0-7157-43E0-82BF-87A9967D4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original report for signatures,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4304A1-E3EE-4451-82E3-AA9C6501F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467C04-0B0B-4E66-BED5-9C605B709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Spare Parts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CB1E1B-7656-48AE-87D2-3B42063B5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6144342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2B5028-DDE4-45B9-8F82-4050F7C41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C2ED27-DBF2-4793-89F4-FE82B4FE3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Parts catalogue reference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BF22A3-B83A-4623-9C76-CF8132E2F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20f552e0814e82"/>
          <a:stretch xmlns:a="http://schemas.openxmlformats.org/drawingml/2006/main"/>
        </p:blipFill>
        <p:spPr>
          <a:xfrm xmlns:a="http://schemas.openxmlformats.org/drawingml/2006/main">
            <a:off x="2693410" y="1714500"/>
            <a:ext cx="3223780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FF4D29-8E6C-4DFF-B022-99B96F088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RTAG285IUP5 - source page 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9C3586-073F-40EA-926B-853E4B827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original report for signatures,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5B9FD8-597E-49DB-A8AA-1F441E1CA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E1D0AA-8AA2-430B-8CC5-A54FF656B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Spare Parts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DD8829-434E-42F9-8609-8A9DC6EC8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90664890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3034CA-5450-4373-A519-DB8AAB844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B6C60C-DBF8-4764-9855-176C380C8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Parts catalogue reference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C71190-2F98-448C-892B-1BE2584A7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03ec569bd94ebc"/>
          <a:stretch xmlns:a="http://schemas.openxmlformats.org/drawingml/2006/main"/>
        </p:blipFill>
        <p:spPr>
          <a:xfrm xmlns:a="http://schemas.openxmlformats.org/drawingml/2006/main">
            <a:off x="2693410" y="1714500"/>
            <a:ext cx="3223780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9EBF1F-6B97-4DB7-9A7E-F7E852929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RTAG285IUP5 - source page 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805C66-057C-4957-B879-7CE8479E5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original report for signatures,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B7020D-B08C-433B-892F-DE5B86736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1079C9-CBFF-403C-A409-0650BA4A7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Spare Parts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72E3EB-5EBE-44C9-ACA3-CF44624C2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1059991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EF8CCD-D4BA-46E1-B8AB-34AF6710D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EBD239-3ECE-49F2-889A-89480FCBB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Parts catalogue reference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96B9AD-8F87-40A5-B5F8-DE611AA06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6558323dc94cb8"/>
          <a:stretch xmlns:a="http://schemas.openxmlformats.org/drawingml/2006/main"/>
        </p:blipFill>
        <p:spPr>
          <a:xfrm xmlns:a="http://schemas.openxmlformats.org/drawingml/2006/main">
            <a:off x="2693410" y="1714500"/>
            <a:ext cx="3223780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9596D4-D891-4996-B835-37BE57CB0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RTAG285IUP5 - source page 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D9EADE-155C-4CE6-B085-159F2CB23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original report for signatures,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AD3CB9-9539-4DC4-B421-9B54B40B9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DBD960-024E-475B-804C-277B0B412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Spare Parts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341754-5D36-48E0-BBB7-6D2399C1C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19817483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D30CCB-3B8E-4781-9583-5E0778979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B22A23-18B6-472C-A4A0-D6BEAD3CB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Parts catalogue reference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19E393-993F-4A18-9625-B4FB78EE3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286372e8ed4b81"/>
          <a:stretch xmlns:a="http://schemas.openxmlformats.org/drawingml/2006/main"/>
        </p:blipFill>
        <p:spPr>
          <a:xfrm xmlns:a="http://schemas.openxmlformats.org/drawingml/2006/main">
            <a:off x="2693410" y="1714500"/>
            <a:ext cx="3223780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B72FDF-8795-44FD-9B4C-741760375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RTAG285IUP5 - source page 31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F6A5E4-42FC-4F5A-AFFC-235CC5B27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original report for signatures,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0A88C6-E21A-4E9E-A3B6-31BE30978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10F348-3D33-410A-AE18-81876B011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Spare Parts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22ECE3-B432-4432-8409-EFD756F1D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75612704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A9191D-1B55-4456-BDDB-36E2BC603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D884E4-2E12-4770-8DE0-DF1C81D69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Parts catalogue reference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75BD47-4BD8-49F9-829C-F4BC372A1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d91d90183345f5"/>
          <a:stretch xmlns:a="http://schemas.openxmlformats.org/drawingml/2006/main"/>
        </p:blipFill>
        <p:spPr>
          <a:xfrm xmlns:a="http://schemas.openxmlformats.org/drawingml/2006/main">
            <a:off x="2693410" y="1714500"/>
            <a:ext cx="3223780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248C77-04FF-4B5C-9FE2-1F7D46AD2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RTAG285IUP5 - source page 41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7A9342-D7AB-43CD-9FDC-8B59A2386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original report for signatures,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07F519-8A13-4451-8E51-5C5F54E39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140614-8F58-4E1B-BB1A-615A312C9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Spare Parts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E7C510-A147-4F50-8D5A-E51B7F88C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76214030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43CDA4-1BDA-40AD-9BA4-FD66776F5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602195-934F-4010-A44A-25323AFF3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Parts catalogue reference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BBD3DF-1363-4AC7-9B61-3AC79F45F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27329b780f48a9"/>
          <a:stretch xmlns:a="http://schemas.openxmlformats.org/drawingml/2006/main"/>
        </p:blipFill>
        <p:spPr>
          <a:xfrm xmlns:a="http://schemas.openxmlformats.org/drawingml/2006/main">
            <a:off x="2693410" y="1714500"/>
            <a:ext cx="3223780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7A8A3F-C277-4CFB-95E6-DAE13A5B9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RTAG285IUP5 - source page 51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E699B4-7991-4912-A557-CC33E5554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original report for signatures,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5045F0-B3DE-4B63-85EA-4D6D5ECAA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9B4BB8-9792-4DA1-A220-0CB103E36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Spare Parts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D19243-81C2-46EF-B2C4-984EC1568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50849707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FA6A1C-8562-45EA-A230-9622965F2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B718C1-B5EF-4E4D-83FA-9304EC71E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Parts catalogue reference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D1B63C-AA63-4E46-BD7D-81A6A92A1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5ae068ce2e43e6"/>
          <a:stretch xmlns:a="http://schemas.openxmlformats.org/drawingml/2006/main"/>
        </p:blipFill>
        <p:spPr>
          <a:xfrm xmlns:a="http://schemas.openxmlformats.org/drawingml/2006/main">
            <a:off x="2693410" y="1714500"/>
            <a:ext cx="3223780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A56747-3CC7-48F5-BDC4-29156A386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RTAG285IUP5 - source page 61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7562B7-F511-458A-885E-5F30CA9C6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original report for signatures,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EC7022-CFF7-464C-85EF-6A35653F5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058025-2D55-45BC-B37F-326222496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Spare Parts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8976B9-A700-4701-ACF1-4289224FA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10979676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6C3DCF-F9D1-468B-8D08-E82C66768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58514B-FB76-4519-B2CA-4D68CA0E6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Parts catalogue reference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F87E20-67BC-432F-BC3C-829FD2D38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69e5ac04d347e3"/>
          <a:stretch xmlns:a="http://schemas.openxmlformats.org/drawingml/2006/main"/>
        </p:blipFill>
        <p:spPr>
          <a:xfrm xmlns:a="http://schemas.openxmlformats.org/drawingml/2006/main">
            <a:off x="2693410" y="1714500"/>
            <a:ext cx="3223780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9389A2-87A7-41D7-957C-23E4D2D09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RTAG285IUP5 - source page 71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EEC086-FC17-4E69-B315-472F0C136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original report for signatures,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9776F3-AE74-492A-8E8E-82B17AC1F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4A0B06-BCD4-4ADE-90BC-DCB93C014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Spare Parts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B85D95-78CB-4E20-AEEB-BF0642E2D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84713194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A88485-A6AB-48D0-AEB1-53701F175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6B1CCA-5642-40FB-A16C-5A2F72221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Parts catalogue reference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079A83-B47F-4B68-B3E3-33B71AE8A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d5cbc2c93e4d1d"/>
          <a:stretch xmlns:a="http://schemas.openxmlformats.org/drawingml/2006/main"/>
        </p:blipFill>
        <p:spPr>
          <a:xfrm xmlns:a="http://schemas.openxmlformats.org/drawingml/2006/main">
            <a:off x="2693410" y="1714500"/>
            <a:ext cx="3223780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4C026E-936E-4220-A9CA-26CBF1C3B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RTAG285IUP5 - source page 81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619443-4C94-4358-B4DA-16D16C80C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original report for signatures,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459D87-A6B0-4E64-9EBA-02B88723D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D197FB-BBBD-4948-B3FF-56CE18802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Spare Parts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407761-0963-4C3B-B427-D73D5D2C3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77203693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51B330-BFF6-43E6-9B76-41390037C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35595D-1608-4555-9CBF-48296879A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Parts catalogue reference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0E6917-875E-4EC3-ADAF-806083A63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4bf15c4e774409"/>
          <a:stretch xmlns:a="http://schemas.openxmlformats.org/drawingml/2006/main"/>
        </p:blipFill>
        <p:spPr>
          <a:xfrm xmlns:a="http://schemas.openxmlformats.org/drawingml/2006/main">
            <a:off x="2693410" y="1714500"/>
            <a:ext cx="3223780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533274-29E9-4716-A077-D33EB503C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RTAG285IUP5 - source page 91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94E73B-0D4B-432C-ABC2-DE8FC5207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original report for signatures,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D1B7ED-6FC2-4EF0-B226-5714C68D3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7BCBE5-175F-46C6-97CF-029B48ED8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Spare Parts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591C95-BAA4-41E1-8AA3-22785D34C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205844409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7B27EF-CCBF-4E3F-9055-24E1D47A5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E9E5C7-500D-4965-8609-5580E911F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Parts catalogue reference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100E4C-EF81-4ACD-BA7E-AF1953977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578860a312498c"/>
          <a:stretch xmlns:a="http://schemas.openxmlformats.org/drawingml/2006/main"/>
        </p:blipFill>
        <p:spPr>
          <a:xfrm xmlns:a="http://schemas.openxmlformats.org/drawingml/2006/main">
            <a:off x="2693410" y="1714500"/>
            <a:ext cx="3223780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44B5BF-57C0-4721-B73A-582170C63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RTAG285IUP5 - source page 99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5C7E95-7BBA-433A-8C3A-B7CE27BF0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original report for signatures,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4C93AA-AD2E-4F4F-8956-60AA39F60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4B73B3-2C2F-43CD-9431-28264AB03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Spare Parts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4D4408-36E7-457B-B1B1-3C38EFF3A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45077992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7E420B-6002-4389-9294-7413870D7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COMPETENCY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6EAAA8-ED34-4F31-A84B-84BD2A1E4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What technicians must retain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E7AE68-CDD2-4A4F-98E0-46EEF49D2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Identify the correct controlled source before 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Verify readings, configuration and acceptance criteria.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4219E1-C669-450F-AFC2-DB48C65F9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866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085A8B-F537-4C0D-BD88-730080AD0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Preserve evidence and escalate unresolved deviations.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Complete safe isolation, functional testing and handover records.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FD685C-F3F6-4D76-A241-00C4A21B7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46B4B0-D8CB-408C-AD3C-AE1D6FE0B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Spare Parts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FB961D-3370-4674-B17C-ECC3C144F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12306157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2026-08-15T02:15:52.0070000Z</dcterms:created>
  <dcterms:modified xsi:type="dcterms:W3CDTF">2026-08-15T02:15:52.0070000Z</dcterms:modified>
</coreProperties>
</file>