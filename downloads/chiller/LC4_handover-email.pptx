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029223c0d84e93" /><Relationship Type="http://schemas.openxmlformats.org/officeDocument/2006/relationships/extended-properties" Target="/docProps/app.xml" Id="R6d7f2e6f5f67484c" /><Relationship Type="http://schemas.openxmlformats.org/officeDocument/2006/relationships/officeDocument" Target="/ppt/presentation.xml" Id="Rdcdf7ae8bd774a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b37dfbfe014e49"/>
  </p:sldMasterIdLst>
  <p:notesMasterIdLst>
    <p:notesMasterId xmlns:r="http://schemas.openxmlformats.org/officeDocument/2006/relationships" r:id="R9e223c1fd421443b"/>
  </p:notesMasterIdLst>
  <p:sldIdLst>
    <p:sldId xmlns:r="http://schemas.openxmlformats.org/officeDocument/2006/relationships" id="256" r:id="R9a80c26eb29347ed"/>
    <p:sldId xmlns:r="http://schemas.openxmlformats.org/officeDocument/2006/relationships" id="257" r:id="R143e723529ff475b"/>
    <p:sldId xmlns:r="http://schemas.openxmlformats.org/officeDocument/2006/relationships" id="258" r:id="Re27baec92e6b4b16"/>
    <p:sldId xmlns:r="http://schemas.openxmlformats.org/officeDocument/2006/relationships" id="259" r:id="R47aa1e4062ce4635"/>
    <p:sldId xmlns:r="http://schemas.openxmlformats.org/officeDocument/2006/relationships" id="260" r:id="Ra91b5339878b4655"/>
    <p:sldId xmlns:r="http://schemas.openxmlformats.org/officeDocument/2006/relationships" id="261" r:id="R0eda0911e2ae4753"/>
    <p:sldId xmlns:r="http://schemas.openxmlformats.org/officeDocument/2006/relationships" id="262" r:id="R780fbc69617d42bf"/>
    <p:sldId xmlns:r="http://schemas.openxmlformats.org/officeDocument/2006/relationships" id="263" r:id="R850a3504cbea4758"/>
    <p:sldId xmlns:r="http://schemas.openxmlformats.org/officeDocument/2006/relationships" id="264" r:id="Ree9f652eb3d04f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9cd67eb3a24867" /><Relationship Type="http://schemas.openxmlformats.org/officeDocument/2006/relationships/slideMaster" Target="/ppt/slideMasters/slideMaster1.xml" Id="Rf0b37dfbfe014e49" /><Relationship Type="http://schemas.openxmlformats.org/officeDocument/2006/relationships/notesMaster" Target="/ppt/notesMasters/notesMaster1.xml" Id="R9e223c1fd421443b" /><Relationship Type="http://schemas.openxmlformats.org/officeDocument/2006/relationships/presProps" Target="/ppt/presProps.xml" Id="R315c909050154f9f" /><Relationship Type="http://schemas.openxmlformats.org/officeDocument/2006/relationships/tableStyles" Target="/ppt/tableStyles.xml" Id="R1244a0a918a5401f" /><Relationship Type="http://schemas.openxmlformats.org/officeDocument/2006/relationships/slide" Target="/ppt/slides/slide1.xml" Id="R9a80c26eb29347ed" /><Relationship Type="http://schemas.openxmlformats.org/officeDocument/2006/relationships/slide" Target="/ppt/slides/slide2.xml" Id="R143e723529ff475b" /><Relationship Type="http://schemas.openxmlformats.org/officeDocument/2006/relationships/slide" Target="/ppt/slides/slide3.xml" Id="Re27baec92e6b4b16" /><Relationship Type="http://schemas.openxmlformats.org/officeDocument/2006/relationships/slide" Target="/ppt/slides/slide4.xml" Id="R47aa1e4062ce4635" /><Relationship Type="http://schemas.openxmlformats.org/officeDocument/2006/relationships/slide" Target="/ppt/slides/slide5.xml" Id="Ra91b5339878b4655" /><Relationship Type="http://schemas.openxmlformats.org/officeDocument/2006/relationships/slide" Target="/ppt/slides/slide6.xml" Id="R0eda0911e2ae4753" /><Relationship Type="http://schemas.openxmlformats.org/officeDocument/2006/relationships/slide" Target="/ppt/slides/slide7.xml" Id="R780fbc69617d42bf" /><Relationship Type="http://schemas.openxmlformats.org/officeDocument/2006/relationships/slide" Target="/ppt/slides/slide8.xml" Id="R850a3504cbea4758" /><Relationship Type="http://schemas.openxmlformats.org/officeDocument/2006/relationships/slide" Target="/ppt/slides/slide9.xml" Id="Ree9f652eb3d04f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0ffdbbe63840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837c5546314b50" /><Relationship Type="http://schemas.openxmlformats.org/officeDocument/2006/relationships/notesMaster" Target="/ppt/notesMasters/notesMaster1.xml" Id="Rc6991428a88a4e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d6f281f46e4e5e" /><Relationship Type="http://schemas.openxmlformats.org/officeDocument/2006/relationships/notesMaster" Target="/ppt/notesMasters/notesMaster1.xml" Id="R31062f2e174f43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fdca3498b54443" /><Relationship Type="http://schemas.openxmlformats.org/officeDocument/2006/relationships/notesMaster" Target="/ppt/notesMasters/notesMaster1.xml" Id="Rd21d43f5d5c949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c0efe5bce94034" /><Relationship Type="http://schemas.openxmlformats.org/officeDocument/2006/relationships/notesMaster" Target="/ppt/notesMasters/notesMaster1.xml" Id="Rd0b6a0cf8c2f4a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e5d4c860e54566" /><Relationship Type="http://schemas.openxmlformats.org/officeDocument/2006/relationships/notesMaster" Target="/ppt/notesMasters/notesMaster1.xml" Id="Rf50d15986ffb4c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c6e63eff43495a" /><Relationship Type="http://schemas.openxmlformats.org/officeDocument/2006/relationships/notesMaster" Target="/ppt/notesMasters/notesMaster1.xml" Id="R0a08631f302942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38b58ab5334ae3" /><Relationship Type="http://schemas.openxmlformats.org/officeDocument/2006/relationships/notesMaster" Target="/ppt/notesMasters/notesMaster1.xml" Id="Rf3481ae12bcc46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7a338530704f40" /><Relationship Type="http://schemas.openxmlformats.org/officeDocument/2006/relationships/notesMaster" Target="/ppt/notesMasters/notesMaster1.xml" Id="R2f48fa37622c4a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4817d8061e48ba" /><Relationship Type="http://schemas.openxmlformats.org/officeDocument/2006/relationships/notesMaster" Target="/ppt/notesMasters/notesMaster1.xml" Id="R0e6c6127b1e94a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RE_ Linencraft-4  Chiller Installation.msg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RE_ Linencraft-4  Chiller Installation.msg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RE_ Linencraft-4  Chiller Installation.msg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RE_ Linencraft-4  Chiller Installation.msg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RE_ Linencraft-4  Chiller Installation.msg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RE_ Linencraft-4  Chiller Installation.msg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RE_ Linencraft-4  Chiller Installation.msg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RE_ Linencraft-4  Chiller Installation.msg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RE_ Linencraft-4  Chiller Installation.msg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ce65a14ce46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0c026e8a8f4023" /><Relationship Type="http://schemas.openxmlformats.org/officeDocument/2006/relationships/slideLayout" Target="/ppt/slideLayouts/slideLayout1.xml" Id="R269e233286ca45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9e233286ca45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318a54d6743d0" /><Relationship Type="http://schemas.openxmlformats.org/officeDocument/2006/relationships/notesSlide" Target="/ppt/notesSlides/notesSlide1.xml" Id="R21a1014f66d34d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2b570665f4f77" /><Relationship Type="http://schemas.openxmlformats.org/officeDocument/2006/relationships/notesSlide" Target="/ppt/notesSlides/notesSlide2.xml" Id="Rf1b237c9dc774b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aa7ea35a841d1" /><Relationship Type="http://schemas.openxmlformats.org/officeDocument/2006/relationships/notesSlide" Target="/ppt/notesSlides/notesSlide3.xml" Id="Rad61cb061cda4f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38d31c6c14dcf" /><Relationship Type="http://schemas.openxmlformats.org/officeDocument/2006/relationships/notesSlide" Target="/ppt/notesSlides/notesSlide4.xml" Id="R2af91af0b03c48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01e511fe2499c" /><Relationship Type="http://schemas.openxmlformats.org/officeDocument/2006/relationships/notesSlide" Target="/ppt/notesSlides/notesSlide5.xml" Id="R120ce380f07b4f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0ca77b4884970" /><Relationship Type="http://schemas.openxmlformats.org/officeDocument/2006/relationships/notesSlide" Target="/ppt/notesSlides/notesSlide6.xml" Id="R51cf2bf307ac4f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afdf9d6ac4864" /><Relationship Type="http://schemas.openxmlformats.org/officeDocument/2006/relationships/notesSlide" Target="/ppt/notesSlides/notesSlide7.xml" Id="Rd997c43632b34f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e826a9c0a47a9" /><Relationship Type="http://schemas.openxmlformats.org/officeDocument/2006/relationships/notesSlide" Target="/ppt/notesSlides/notesSlide8.xml" Id="R309d5590d2c041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0b746e2ab4d1c" /><Relationship Type="http://schemas.openxmlformats.org/officeDocument/2006/relationships/notesSlide" Target="/ppt/notesSlides/notesSlide9.xml" Id="R964f3505702545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04075-E1E8-45A3-8A0D-1E58DE31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2A363-F881-465B-B19F-28E7B350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LC4 Chiller Handover Correspondence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05C46-332B-4C46-B1B0-0BCB193D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Document closure, training, fan issue and spare-parts follow-up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E7166-9268-4D2B-B4FE-643A00CA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E4F91-DC45-4505-AD51-022449B6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LC4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45A20-8AE8-4F14-8568-2C06EFCE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9768638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5DB9C-6AE6-42EA-A1B8-F03CB623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254AE-FED2-4305-9622-9BEFCBE9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A60A1-4AA9-416B-B3CF-676F981B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2198B-61CB-4AFF-832B-9E980C41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12858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0CC44-4F4E-4D45-B6A9-76205085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12E3D-3AAF-4F50-A993-21762380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52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email chain shows repeated closure activity through 4 August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78592-7B46-4DBF-B6D5-5C47656B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CDC4A-977B-4143-B332-06672AD3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4 Aug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3973D-85B2-43DC-8AA5-AE28BFC3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Spare-parts document confirmed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2142F-7E53-4514-99C7-B83BB1AD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CF8D8-D4FB-4374-B68D-3EC67533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15 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80644-C08B-4977-A1EA-B7A1997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Reported fan lead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6FC57-B29D-45D4-A318-775BE2A7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DDF37-4C1E-49B8-95E6-39049D30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0188E-990B-4551-A05E-A3408815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Multiple closure reminders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E5C2E-5216-4A1B-8531-22DD9175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9A68A-7582-4F58-9667-C4F4FC88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DB069-2DC0-43CC-96EC-720748DD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9521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30F62-304A-49B1-8070-C268D31F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E68C6-6472-4BCC-8F15-7AD4D46A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closure depended on more than physical installation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B32C3-34D0-4EBF-9A26-BF9EEA68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Training for remaining technicians was repeatedly requested.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Hard and soft copies of handover documents were requested.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9D97E-2CED-4312-B9E0-5AD7CAE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17A5E-D868-4388-BC7D-4E564386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Warranty certificates, SOP and spare-parts information were identified as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Full cleaning and maintenance were linked to handover closure.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BA4EA-8D67-43D3-87FA-AB5B1AE8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2C8BA-C1F2-4E56-9441-2B69B4FF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E5EC8-5244-4DBA-88B8-9B3BD9FC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178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5B7E2-BC37-4ACC-AE15-677EB07A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2ECFC-1CE1-459E-B2BD-05434FCA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Performance and alarm concerns delayed clean handover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6C1E8-6C20-4C9E-B4D7-98AA72C2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Trane chiller was reported at 30% while an existing chiller was at 100% 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An active alarm was reported again in July.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82C28-5DBD-4E28-B771-D6771016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44544-95A0-43CC-9045-7DD5FEAD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Urgent attendance and corrective action were requested.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 cooling-fan supply lead time affected the handover timeline.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573E8-F9D4-4BEB-ACE5-FD28EC04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92DFE-C44F-435C-AAF8-3ADA6435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F16A6-FFE7-4865-9AFA-2340079E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0368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C54ED-0D98-47BC-801E-7951B8D9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62DD5-427B-4E5C-BD7F-B23AAC28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Temporary file-transfer links created document-control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EE8C3-15B6-4291-ABDD-D9F1D6BB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Shared download links expired after three days.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IT restrictions prevented reliable download of some packages.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982C0-348C-4611-9591-93C36F14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4AC50-C09E-4FC7-8FD7-B517DC67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Repeated resharing was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final website library should use stable filenames and controlled updates.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B00E0-1545-4F01-81CA-8E979C8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C39E2-ED91-498A-A89E-74B06052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B0C32-D705-4A97-BA8E-995D4625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5315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B543C-A1F6-4C0B-A8D8-69C025EC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7F036-1031-49B6-B876-775A691D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identification was a specific handover requirement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8A7B3-1643-4FF0-AB81-25F1CC1C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initial shared information did not include sufficient part numbers.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 drawing showing the location of each part number was requested.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B1388-88F9-44CB-A3BB-8D3FC6F5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CBB94-5861-4CAF-A5DF-02B3BB43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This was considered essential for future ordering and identification.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remaining spare-parts document was confirmed on 4 August 2025.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E9406-72C0-451D-A096-D8FCF1F0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BD970-3376-4182-AF9F-03BD7699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61ECA-58BE-4168-80FC-B2DE9B03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9414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236C9-B952-4997-88C9-7199104C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CF686-424C-4685-9675-50407F2C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correspondence supports a formal closure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FAF77-E886-4B14-A972-C882D6E9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Training completion and attendance 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Final O&amp;M manuals, SOPs and warranty certificates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Spare-parts list with physical location drawings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60D5F-A691-4191-8C96-BD3BD98C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D1E61-B4CB-4E2F-BA3C-7210EAAC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Alarm/fan defect closure and performance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Signed handover and controlled-document register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9565F-2D85-4C2E-B74B-9A3D6007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FCB86-8E95-4A5D-A54C-71C89BD3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78238-30CE-46D9-BCFB-C6B64DAB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86982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536E0-3609-438F-94B2-A5F72547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710B9-F7D4-4A52-9C6D-125D503C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41E41-C10F-4C3F-99DB-C90A216E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E1440-E45A-43CA-B718-F653D7EF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17BC4-61BF-4D9F-810B-825E0522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68CD4-E860-4B0C-A768-C319EC05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E411E-85F3-403F-A1C5-5814BA66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F1C0C-DB5A-4227-8221-1436A8A2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0895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2026-08-15T02:15:54.2860000Z</dcterms:created>
  <dcterms:modified xsi:type="dcterms:W3CDTF">2026-08-15T02:15:54.2860000Z</dcterms:modified>
</coreProperties>
</file>