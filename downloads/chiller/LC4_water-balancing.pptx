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19a1a7c37e4349" /><Relationship Type="http://schemas.openxmlformats.org/officeDocument/2006/relationships/extended-properties" Target="/docProps/app.xml" Id="Rd9a27628ef3a444c" /><Relationship Type="http://schemas.openxmlformats.org/officeDocument/2006/relationships/officeDocument" Target="/ppt/presentation.xml" Id="R6867183c025a40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589022554d4224"/>
  </p:sldMasterIdLst>
  <p:notesMasterIdLst>
    <p:notesMasterId xmlns:r="http://schemas.openxmlformats.org/officeDocument/2006/relationships" r:id="R0c333850320d4c4a"/>
  </p:notesMasterIdLst>
  <p:sldIdLst>
    <p:sldId xmlns:r="http://schemas.openxmlformats.org/officeDocument/2006/relationships" id="256" r:id="R9014fcacb17947ae"/>
    <p:sldId xmlns:r="http://schemas.openxmlformats.org/officeDocument/2006/relationships" id="257" r:id="Rdb785f2ee54c40a2"/>
    <p:sldId xmlns:r="http://schemas.openxmlformats.org/officeDocument/2006/relationships" id="258" r:id="R559db918453d4df4"/>
    <p:sldId xmlns:r="http://schemas.openxmlformats.org/officeDocument/2006/relationships" id="259" r:id="R18cc1f821abf4330"/>
    <p:sldId xmlns:r="http://schemas.openxmlformats.org/officeDocument/2006/relationships" id="260" r:id="R09677e0dba2245f6"/>
    <p:sldId xmlns:r="http://schemas.openxmlformats.org/officeDocument/2006/relationships" id="261" r:id="R40778eea2735498b"/>
    <p:sldId xmlns:r="http://schemas.openxmlformats.org/officeDocument/2006/relationships" id="262" r:id="R23da5c9b0dad46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dc4ec115b04a54" /><Relationship Type="http://schemas.openxmlformats.org/officeDocument/2006/relationships/slideMaster" Target="/ppt/slideMasters/slideMaster1.xml" Id="Rf5589022554d4224" /><Relationship Type="http://schemas.openxmlformats.org/officeDocument/2006/relationships/notesMaster" Target="/ppt/notesMasters/notesMaster1.xml" Id="R0c333850320d4c4a" /><Relationship Type="http://schemas.openxmlformats.org/officeDocument/2006/relationships/presProps" Target="/ppt/presProps.xml" Id="Rbd7926959aa54336" /><Relationship Type="http://schemas.openxmlformats.org/officeDocument/2006/relationships/tableStyles" Target="/ppt/tableStyles.xml" Id="R9fd22897e5344929" /><Relationship Type="http://schemas.openxmlformats.org/officeDocument/2006/relationships/slide" Target="/ppt/slides/slide1.xml" Id="R9014fcacb17947ae" /><Relationship Type="http://schemas.openxmlformats.org/officeDocument/2006/relationships/slide" Target="/ppt/slides/slide2.xml" Id="Rdb785f2ee54c40a2" /><Relationship Type="http://schemas.openxmlformats.org/officeDocument/2006/relationships/slide" Target="/ppt/slides/slide3.xml" Id="R559db918453d4df4" /><Relationship Type="http://schemas.openxmlformats.org/officeDocument/2006/relationships/slide" Target="/ppt/slides/slide4.xml" Id="R18cc1f821abf4330" /><Relationship Type="http://schemas.openxmlformats.org/officeDocument/2006/relationships/slide" Target="/ppt/slides/slide5.xml" Id="R09677e0dba2245f6" /><Relationship Type="http://schemas.openxmlformats.org/officeDocument/2006/relationships/slide" Target="/ppt/slides/slide6.xml" Id="R40778eea2735498b" /><Relationship Type="http://schemas.openxmlformats.org/officeDocument/2006/relationships/slide" Target="/ppt/slides/slide7.xml" Id="R23da5c9b0dad46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705af1325941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edd40092ef49a1" /><Relationship Type="http://schemas.openxmlformats.org/officeDocument/2006/relationships/notesMaster" Target="/ppt/notesMasters/notesMaster1.xml" Id="R49564f0beb8547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09a4665ae84c2f" /><Relationship Type="http://schemas.openxmlformats.org/officeDocument/2006/relationships/notesMaster" Target="/ppt/notesMasters/notesMaster1.xml" Id="Radd32473e86a48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f119e938fa4b44" /><Relationship Type="http://schemas.openxmlformats.org/officeDocument/2006/relationships/notesMaster" Target="/ppt/notesMasters/notesMaster1.xml" Id="R6245218e276744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1f8aa27315427d" /><Relationship Type="http://schemas.openxmlformats.org/officeDocument/2006/relationships/notesMaster" Target="/ppt/notesMasters/notesMaster1.xml" Id="Rc43098954fd541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8993068abd47a5" /><Relationship Type="http://schemas.openxmlformats.org/officeDocument/2006/relationships/notesMaster" Target="/ppt/notesMasters/notesMaster1.xml" Id="Rea226bfb24404e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617d0571744efe" /><Relationship Type="http://schemas.openxmlformats.org/officeDocument/2006/relationships/notesMaster" Target="/ppt/notesMasters/notesMaster1.xml" Id="R3fe26fca3b2c4d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626758fae44e8b" /><Relationship Type="http://schemas.openxmlformats.org/officeDocument/2006/relationships/notesMaster" Target="/ppt/notesMasters/notesMaster1.xml" Id="Re865b182af8449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Water balancing 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Water balancing 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Water balancing 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Water balancing 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Water balancing 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Water balancing .pdf</a:t>
            </a:r>
          </a:p>
          <a:p xmlns:a="http://schemas.openxmlformats.org/drawingml/2006/main">
            <a:r>
              <a:t>- Evidence reference: Chiller 03 - 101% of design 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Water balancing 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6627c958e64a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ef95477736407c" /><Relationship Type="http://schemas.openxmlformats.org/officeDocument/2006/relationships/slideLayout" Target="/ppt/slideLayouts/slideLayout1.xml" Id="Re554368ca5b24a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54368ca5b24a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a8dd999c54eb4" /><Relationship Type="http://schemas.openxmlformats.org/officeDocument/2006/relationships/image" Target="/ppt/media/image.jpeg" Id="Reb89c8d3dcc840ed" /><Relationship Type="http://schemas.openxmlformats.org/officeDocument/2006/relationships/notesSlide" Target="/ppt/notesSlides/notesSlide1.xml" Id="R7c714cb0aa464a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be9a22a9045ec" /><Relationship Type="http://schemas.openxmlformats.org/officeDocument/2006/relationships/notesSlide" Target="/ppt/notesSlides/notesSlide2.xml" Id="R6dae5c498c9e4d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a83c0d43743c5" /><Relationship Type="http://schemas.openxmlformats.org/officeDocument/2006/relationships/notesSlide" Target="/ppt/notesSlides/notesSlide3.xml" Id="R4e58a3d3be6c4b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afd3b40e3408c" /><Relationship Type="http://schemas.openxmlformats.org/officeDocument/2006/relationships/notesSlide" Target="/ppt/notesSlides/notesSlide4.xml" Id="R4578700a67cc4b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3581362d34906" /><Relationship Type="http://schemas.openxmlformats.org/officeDocument/2006/relationships/notesSlide" Target="/ppt/notesSlides/notesSlide5.xml" Id="Re0c102e0884d4b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4562acf46451e" /><Relationship Type="http://schemas.openxmlformats.org/officeDocument/2006/relationships/image" Target="/ppt/media/image2.jpeg" Id="Reb0aa59b07464c22" /><Relationship Type="http://schemas.openxmlformats.org/officeDocument/2006/relationships/notesSlide" Target="/ppt/notesSlides/notesSlide6.xml" Id="R225ea9be145845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6d502fa6c4631" /><Relationship Type="http://schemas.openxmlformats.org/officeDocument/2006/relationships/notesSlide" Target="/ppt/notesSlides/notesSlide7.xml" Id="Rd01bde77141443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F46B9-E3BB-408D-8B4A-686AF36B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COMMISSIONING &amp;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B5F7A-F662-4540-9856-FB6EC834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Chilled-Water Balancing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9C4AC-27F9-448A-8265-16F1AB71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Chiller 03 flow 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E3C0D-5177-4B5D-B17A-4865B767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89c8d3dcc840ed"/>
          <a:stretch xmlns:a="http://schemas.openxmlformats.org/drawingml/2006/main"/>
        </p:blipFill>
        <p:spPr>
          <a:xfrm xmlns:a="http://schemas.openxmlformats.org/drawingml/2006/main">
            <a:off x="7012998" y="590550"/>
            <a:ext cx="4033405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15344-756B-49A9-825C-7DAF5FA8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SAJJAD ENGINEERING ACADEMY</a:t>
            </a:r>
          </a:p>
        </p:txBody>
      </p:sp>
    </p:spTree>
    <p:extLst>
      <p:ext uri="{BB962C8B-B14F-4D97-AF65-F5344CB8AC3E}">
        <p14:creationId xmlns:p14="http://schemas.microsoft.com/office/powerpoint/2010/main" val="13943961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F52CC-3996-4B52-AB79-E70325E5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COMMISSIONING &amp;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7F7EC-5C6C-4C08-8DCF-76E295C3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CCEE8-A491-4E86-9303-06015925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1977C-6D16-4632-B622-3D520245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625431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29620-7104-4D08-B4E6-92FE866B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86FC1-C9D0-46B6-B6CC-F2FDD57B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Measured flow achieved 101% of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3BB2F-A81D-473E-88BF-FB45DEC5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EFB74-A03D-4064-9C71-987D4522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36.03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4B65A-59F2-4FCD-8A30-38EC6A04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Design flow, L/s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CFA93-97A5-4411-A7C8-9969979E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733ED-BC54-41B7-BDDA-BB1B2B69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36.62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B4774-DC3E-4ADA-A2E2-979947CC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Actual flow, L/s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64389-393C-4CEA-B3F5-5B84ABC6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A8A4EC-5ED0-4F66-9AE2-9DB4893E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12.03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2F0E1-7425-4851-A8C5-439F65E9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Measured differential pressure, kPa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6EFA4A-5EDC-4CB6-A670-FDAEF50A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3DB2A5-2785-4097-8E00-C1088FF5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D4FAD2-1022-4ECB-ABB4-85423236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523581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1727D-4719-49FF-AA68-E55BFBD5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0625F-DF87-4434-A584-0565F459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balancing valve was recorded fully open during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1E352-42A7-4564-9E65-B596B9E0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Chiller 03 used a Crane DM931, 150 mm double-regulating valve.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report records a design Kv value of 380.0.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BC32C-CC1D-4D39-940F-8DCBD889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A1692-DEE5-4FC0-AD7C-6BD0361A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reading was taken using a hydronic meter on 7 May 2025.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stated operating condition was two pumps running with two chillers open.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47461-DA3C-4C00-8AE1-B325744D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BC428-5789-4C2A-A165-4DBC4820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6FC40-A20C-4EB4-869D-B929179B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153946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6CDD9-AF9C-4212-A92F-433E21C3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5601E-24C4-465B-84A7-AF18F289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9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operating condition must be reproduced when comparing future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07556-A65A-49A5-8F16-D30AA3C1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pump combination and chiller valve positions.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strainers, air removal and differential-pressure sensor accuracy.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5B149-9139-4112-9F52-AD450E74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D935D-480D-416A-92CF-89542A6B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Compare flow against current load, chilled-water temperature difference and pump speed.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Rebalance after material piping, valve or pump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9A601-03FD-441F-B19E-F79CA5B1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D3D18-0C39-4203-8447-9D079F2F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80DBA-56DC-4A6D-B9B3-8D2BE24F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03135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EE29D-2A42-4B8E-B8A6-D474E5A3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3E813-4A87-4D6B-959F-B5C75B24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Balancing-valve test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106E5-8F27-49AB-A6DC-69BAEEA4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aa59b07464c22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671C8-0BA1-4CCB-95F3-ECC9FF9F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Chiller 03 - 101% of design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D8F28-006D-4D55-8F8B-931E520F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2D2CB-FA4B-4246-B10D-E62B7A81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0FD45-A51B-4D98-A3D6-E8F732F5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24B9F-FA6F-40F3-87A6-BC62765C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204142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20DF4-8088-4C3A-A2B9-81345637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63134-C5C2-487E-9C64-812D8464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E1676-9029-483B-9711-C99397EC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C6CB6-6182-4F26-94AF-78C00522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5B747-2465-40F5-97F5-B4B21EEE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FA07E-0B6C-4D3A-AAE3-E0F49A16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16BE5-3808-4A0E-9990-41B4A7FC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2185A-5F36-4C5B-88D0-028DE55A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31525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2026-08-15T02:15:48.3480000Z</dcterms:created>
  <dcterms:modified xsi:type="dcterms:W3CDTF">2026-08-15T02:15:48.3490000Z</dcterms:modified>
</coreProperties>
</file>