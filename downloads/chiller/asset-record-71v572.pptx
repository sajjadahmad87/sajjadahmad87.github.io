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9cd02b49de445c" /><Relationship Type="http://schemas.openxmlformats.org/officeDocument/2006/relationships/extended-properties" Target="/docProps/app.xml" Id="R59064cf980af4733" /><Relationship Type="http://schemas.openxmlformats.org/officeDocument/2006/relationships/officeDocument" Target="/ppt/presentation.xml" Id="R4f09bbc235f84c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925609b76494c"/>
  </p:sldMasterIdLst>
  <p:notesMasterIdLst>
    <p:notesMasterId xmlns:r="http://schemas.openxmlformats.org/officeDocument/2006/relationships" r:id="Rbf647b952eeb4a0b"/>
  </p:notesMasterIdLst>
  <p:sldIdLst>
    <p:sldId xmlns:r="http://schemas.openxmlformats.org/officeDocument/2006/relationships" id="256" r:id="R20008de576fd42ec"/>
    <p:sldId xmlns:r="http://schemas.openxmlformats.org/officeDocument/2006/relationships" id="257" r:id="R7f18323b7f7e4f94"/>
    <p:sldId xmlns:r="http://schemas.openxmlformats.org/officeDocument/2006/relationships" id="258" r:id="Rf61019de913043e3"/>
    <p:sldId xmlns:r="http://schemas.openxmlformats.org/officeDocument/2006/relationships" id="259" r:id="R4a9118ca26f04394"/>
    <p:sldId xmlns:r="http://schemas.openxmlformats.org/officeDocument/2006/relationships" id="260" r:id="Rc4efc961ecb24db8"/>
    <p:sldId xmlns:r="http://schemas.openxmlformats.org/officeDocument/2006/relationships" id="261" r:id="R00f62b6752e746a2"/>
    <p:sldId xmlns:r="http://schemas.openxmlformats.org/officeDocument/2006/relationships" id="262" r:id="R526dd0fd382e461d"/>
    <p:sldId xmlns:r="http://schemas.openxmlformats.org/officeDocument/2006/relationships" id="263" r:id="R9f25c8a2958e40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49f9daeaea4d9a" /><Relationship Type="http://schemas.openxmlformats.org/officeDocument/2006/relationships/slideMaster" Target="/ppt/slideMasters/slideMaster1.xml" Id="R588925609b76494c" /><Relationship Type="http://schemas.openxmlformats.org/officeDocument/2006/relationships/notesMaster" Target="/ppt/notesMasters/notesMaster1.xml" Id="Rbf647b952eeb4a0b" /><Relationship Type="http://schemas.openxmlformats.org/officeDocument/2006/relationships/presProps" Target="/ppt/presProps.xml" Id="R5f4d3e2975184e08" /><Relationship Type="http://schemas.openxmlformats.org/officeDocument/2006/relationships/tableStyles" Target="/ppt/tableStyles.xml" Id="R9e27d192dd3e442c" /><Relationship Type="http://schemas.openxmlformats.org/officeDocument/2006/relationships/slide" Target="/ppt/slides/slide1.xml" Id="R20008de576fd42ec" /><Relationship Type="http://schemas.openxmlformats.org/officeDocument/2006/relationships/slide" Target="/ppt/slides/slide2.xml" Id="R7f18323b7f7e4f94" /><Relationship Type="http://schemas.openxmlformats.org/officeDocument/2006/relationships/slide" Target="/ppt/slides/slide3.xml" Id="Rf61019de913043e3" /><Relationship Type="http://schemas.openxmlformats.org/officeDocument/2006/relationships/slide" Target="/ppt/slides/slide4.xml" Id="R4a9118ca26f04394" /><Relationship Type="http://schemas.openxmlformats.org/officeDocument/2006/relationships/slide" Target="/ppt/slides/slide5.xml" Id="Rc4efc961ecb24db8" /><Relationship Type="http://schemas.openxmlformats.org/officeDocument/2006/relationships/slide" Target="/ppt/slides/slide6.xml" Id="R00f62b6752e746a2" /><Relationship Type="http://schemas.openxmlformats.org/officeDocument/2006/relationships/slide" Target="/ppt/slides/slide7.xml" Id="R526dd0fd382e461d" /><Relationship Type="http://schemas.openxmlformats.org/officeDocument/2006/relationships/slide" Target="/ppt/slides/slide8.xml" Id="R9f25c8a2958e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cb8e3c053047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f8b039305b41ac" /><Relationship Type="http://schemas.openxmlformats.org/officeDocument/2006/relationships/notesMaster" Target="/ppt/notesMasters/notesMaster1.xml" Id="Rbbe88dc684a24f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a40441dfa44f43" /><Relationship Type="http://schemas.openxmlformats.org/officeDocument/2006/relationships/notesMaster" Target="/ppt/notesMasters/notesMaster1.xml" Id="R923164a9eb2647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9317d0a3a44a43" /><Relationship Type="http://schemas.openxmlformats.org/officeDocument/2006/relationships/notesMaster" Target="/ppt/notesMasters/notesMaster1.xml" Id="Rfb6e2b18fae547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53588caed94c11" /><Relationship Type="http://schemas.openxmlformats.org/officeDocument/2006/relationships/notesMaster" Target="/ppt/notesMasters/notesMaster1.xml" Id="Rc188d99352094c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35a4f64f48411f" /><Relationship Type="http://schemas.openxmlformats.org/officeDocument/2006/relationships/notesMaster" Target="/ppt/notesMasters/notesMaster1.xml" Id="R6851e9059f6c4f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14c4e452b44d30" /><Relationship Type="http://schemas.openxmlformats.org/officeDocument/2006/relationships/notesMaster" Target="/ppt/notesMasters/notesMaster1.xml" Id="Re2261ff085d747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ef66b51e7c427f" /><Relationship Type="http://schemas.openxmlformats.org/officeDocument/2006/relationships/notesMaster" Target="/ppt/notesMasters/notesMaster1.xml" Id="Rd3cbd441914e49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1265215b5941cc" /><Relationship Type="http://schemas.openxmlformats.org/officeDocument/2006/relationships/notesMaster" Target="/ppt/notesMasters/notesMaster1.xml" Id="R26ca485a52674c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d4549960d42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a1d9d367954821" /><Relationship Type="http://schemas.openxmlformats.org/officeDocument/2006/relationships/slideLayout" Target="/ppt/slideLayouts/slideLayout1.xml" Id="R3ae66a129ff042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e66a129ff042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053876f464556" /><Relationship Type="http://schemas.openxmlformats.org/officeDocument/2006/relationships/notesSlide" Target="/ppt/notesSlides/notesSlide1.xml" Id="Ra04ab3f476404a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928627b1e47e9" /><Relationship Type="http://schemas.openxmlformats.org/officeDocument/2006/relationships/notesSlide" Target="/ppt/notesSlides/notesSlide2.xml" Id="R0c9a6b647d7c4a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16640aef54e48" /><Relationship Type="http://schemas.openxmlformats.org/officeDocument/2006/relationships/notesSlide" Target="/ppt/notesSlides/notesSlide3.xml" Id="Rbfbc21dba47f4c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c10460a1f4d25" /><Relationship Type="http://schemas.openxmlformats.org/officeDocument/2006/relationships/notesSlide" Target="/ppt/notesSlides/notesSlide4.xml" Id="R45b960a59e074e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d517772c8483e" /><Relationship Type="http://schemas.openxmlformats.org/officeDocument/2006/relationships/notesSlide" Target="/ppt/notesSlides/notesSlide5.xml" Id="Rf7e0c6dcd15d4b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88855b32c4600" /><Relationship Type="http://schemas.openxmlformats.org/officeDocument/2006/relationships/notesSlide" Target="/ppt/notesSlides/notesSlide6.xml" Id="R5295de2e267d46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c686ab692487e" /><Relationship Type="http://schemas.openxmlformats.org/officeDocument/2006/relationships/notesSlide" Target="/ppt/notesSlides/notesSlide7.xml" Id="R98f5c5e0f66d4f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a8d69255440d2" /><Relationship Type="http://schemas.openxmlformats.org/officeDocument/2006/relationships/notesSlide" Target="/ppt/notesSlides/notesSlide8.xml" Id="Re343c2e3300d4d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67E9E-9994-44E0-8BC5-1BB70D1E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B7593-94B3-4AE0-A68C-F2E68918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Asset Record 71V572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E9CD6-E235-4F30-9A5D-B1AA83FE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Project equipment record and source-document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5A8EA-DE94-4C67-8D31-BA5AE282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513FE-A252-4588-94A6-6542B9BA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9F748-9B20-4A04-A1E1-BB039283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59687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DCD2E-EB83-4486-9EDB-29B14106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D4EF2-6755-49A0-9F7A-BEB7B2D1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B0146-7280-45D9-980C-D1596E77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30DAE-FFFA-4F71-AD34-ED9DF5D7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5604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84756-2E77-41A7-8FFD-AC4CB6DD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1F605-FE40-496E-ABA5-A7A8AAA0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56E46-D830-43E4-AE4B-B8A54447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BC7DA-DA01-4C70-9390-A9CE9F4B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71V572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FB97A-AEB9-4F55-907E-EFD075AB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Asset/document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3821A-0DE8-45B3-BB71-F3922F19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68C79-B8F3-4127-9628-89BFE650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250C1-16A8-41B1-ABD3-E44BBA91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Site 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99450-3184-4F08-A5F8-5CDC70F6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B99F8-7BFB-4C2E-A7A8-C3DF4C38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EA8ED-87D4-4E6F-B7EE-B6D36F3D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9AA26-73AE-4B5B-A1C0-63F1D422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35709-C358-4554-98DA-C0D77AC3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894A0-F8CF-4AD9-9809-26C2371E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9323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5B8A1-AF95-455F-B456-6D0F81FB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2190E-4397-4BDF-88A0-E064E342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518B0-951A-46CF-895C-F04FFA5F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record against the installed nameplate. • Use the controlled source for signatures and exact identifiers.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38A95-F495-4ADC-8434-6507F6E7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4BE51-871C-40D0-BA56-B717C566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Link the record to commissioning and warranty files. • Update the asset register after approved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AC9D8-2E60-4898-8633-E50B8B90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FC0DB-2D69-4BE0-9460-D4604C5C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ECDE6-1D6F-4914-B765-F2753FD3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2771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56515-D231-4231-97E2-3DFCC39C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7BB6E-B869-4325-A7D4-5A5EAA6E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40C5F-A3C7-4690-B602-3464723B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37F26-0695-450A-B37B-40441464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222F6-3FAA-46B8-AC1F-060DD12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0511D-2DAA-4D3B-BFC6-DCE0C9BC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E16CB-36AA-45EB-B91E-7F318D0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2BF5D-DF5E-4D1B-BC85-F86EB9CA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3217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41561-3013-4BDE-B82A-6A519358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82630-7FFE-4BC4-BBE6-9A1A64DD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F2AAB-9495-48C9-96DF-28A20FC0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38038-75DE-4A37-B172-49B96F0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B580A-53D7-4706-8173-C59FDFBE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77891-3715-49DD-98E2-E8612371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5CFF7-40FE-4326-97D4-942A17E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C3F52-8F24-4DF8-98D8-1DD369D0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34027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6BB0A-6A84-468F-A834-1484340E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2C5BB-728B-48D1-9975-71890141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DAEC2-9AC1-4093-8D6F-7BA80156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8D401-2166-4DF3-BE1B-9E9D6935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E681E-CF0C-4710-97D2-F382493C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A0948-E73A-4AD1-B34F-2FE5ED56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BB10C-BBE1-45C5-AC20-2AD91EF0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A0947-8B19-4318-AAE1-79FDA42E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BD5C4-4A06-4A9D-B722-E1D33235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5304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67828-3841-4B44-BDD8-9FC3C62E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7F8C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92EC8-A312-4E57-9646-4A2C5C86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344C1-38E2-482F-A4E8-B09C6CD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9A79B-2FF9-4A1A-8BE5-61FB84E9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1935D-5DFF-4D91-9E9B-53083B31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713BC-F11B-49BC-B25E-AE173DF8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0C417-3C12-480B-98D9-4E2AD02F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Project Handover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C9272-EFA4-4EDD-A054-57446178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7861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2026-08-15T02:49:54.1220000Z</dcterms:created>
  <dcterms:modified xsi:type="dcterms:W3CDTF">2026-08-15T02:49:54.1220000Z</dcterms:modified>
</coreProperties>
</file>