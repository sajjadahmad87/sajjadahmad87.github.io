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d810d12fda484f" /><Relationship Type="http://schemas.openxmlformats.org/officeDocument/2006/relationships/extended-properties" Target="/docProps/app.xml" Id="Rbafe887751ac47f4" /><Relationship Type="http://schemas.openxmlformats.org/officeDocument/2006/relationships/officeDocument" Target="/ppt/presentation.xml" Id="R739e71baed774f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a4a8c4c68846e7"/>
  </p:sldMasterIdLst>
  <p:notesMasterIdLst>
    <p:notesMasterId xmlns:r="http://schemas.openxmlformats.org/officeDocument/2006/relationships" r:id="R582695da5a4f4ab5"/>
  </p:notesMasterIdLst>
  <p:sldIdLst>
    <p:sldId xmlns:r="http://schemas.openxmlformats.org/officeDocument/2006/relationships" id="256" r:id="R00d517ef6bdf46f0"/>
    <p:sldId xmlns:r="http://schemas.openxmlformats.org/officeDocument/2006/relationships" id="257" r:id="R19d968cc2a96424f"/>
    <p:sldId xmlns:r="http://schemas.openxmlformats.org/officeDocument/2006/relationships" id="258" r:id="R0b1cb01c6de34bed"/>
    <p:sldId xmlns:r="http://schemas.openxmlformats.org/officeDocument/2006/relationships" id="259" r:id="R2bc3535e6c164a6c"/>
    <p:sldId xmlns:r="http://schemas.openxmlformats.org/officeDocument/2006/relationships" id="260" r:id="R36c76d65c8754618"/>
    <p:sldId xmlns:r="http://schemas.openxmlformats.org/officeDocument/2006/relationships" id="261" r:id="Ra13416fc616c4175"/>
    <p:sldId xmlns:r="http://schemas.openxmlformats.org/officeDocument/2006/relationships" id="262" r:id="R51969272e7ed4348"/>
    <p:sldId xmlns:r="http://schemas.openxmlformats.org/officeDocument/2006/relationships" id="263" r:id="R60f9ef6dcb234052"/>
    <p:sldId xmlns:r="http://schemas.openxmlformats.org/officeDocument/2006/relationships" id="264" r:id="R20b314b51c0043b9"/>
    <p:sldId xmlns:r="http://schemas.openxmlformats.org/officeDocument/2006/relationships" id="265" r:id="R02176e731447456c"/>
    <p:sldId xmlns:r="http://schemas.openxmlformats.org/officeDocument/2006/relationships" id="266" r:id="R5abf59937e204bbe"/>
    <p:sldId xmlns:r="http://schemas.openxmlformats.org/officeDocument/2006/relationships" id="267" r:id="R60ea6efe4ee04807"/>
    <p:sldId xmlns:r="http://schemas.openxmlformats.org/officeDocument/2006/relationships" id="268" r:id="Ra72bd350e9b04cf2"/>
    <p:sldId xmlns:r="http://schemas.openxmlformats.org/officeDocument/2006/relationships" id="269" r:id="Rc33d2dd991a142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351d8ddfb644db" /><Relationship Type="http://schemas.openxmlformats.org/officeDocument/2006/relationships/slideMaster" Target="/ppt/slideMasters/slideMaster1.xml" Id="R96a4a8c4c68846e7" /><Relationship Type="http://schemas.openxmlformats.org/officeDocument/2006/relationships/notesMaster" Target="/ppt/notesMasters/notesMaster1.xml" Id="R582695da5a4f4ab5" /><Relationship Type="http://schemas.openxmlformats.org/officeDocument/2006/relationships/presProps" Target="/ppt/presProps.xml" Id="R1716bdf8be7c4726" /><Relationship Type="http://schemas.openxmlformats.org/officeDocument/2006/relationships/tableStyles" Target="/ppt/tableStyles.xml" Id="Rb6a496eb558d45cf" /><Relationship Type="http://schemas.openxmlformats.org/officeDocument/2006/relationships/slide" Target="/ppt/slides/slide1.xml" Id="R00d517ef6bdf46f0" /><Relationship Type="http://schemas.openxmlformats.org/officeDocument/2006/relationships/slide" Target="/ppt/slides/slide2.xml" Id="R19d968cc2a96424f" /><Relationship Type="http://schemas.openxmlformats.org/officeDocument/2006/relationships/slide" Target="/ppt/slides/slide3.xml" Id="R0b1cb01c6de34bed" /><Relationship Type="http://schemas.openxmlformats.org/officeDocument/2006/relationships/slide" Target="/ppt/slides/slide4.xml" Id="R2bc3535e6c164a6c" /><Relationship Type="http://schemas.openxmlformats.org/officeDocument/2006/relationships/slide" Target="/ppt/slides/slide5.xml" Id="R36c76d65c8754618" /><Relationship Type="http://schemas.openxmlformats.org/officeDocument/2006/relationships/slide" Target="/ppt/slides/slide6.xml" Id="Ra13416fc616c4175" /><Relationship Type="http://schemas.openxmlformats.org/officeDocument/2006/relationships/slide" Target="/ppt/slides/slide7.xml" Id="R51969272e7ed4348" /><Relationship Type="http://schemas.openxmlformats.org/officeDocument/2006/relationships/slide" Target="/ppt/slides/slide8.xml" Id="R60f9ef6dcb234052" /><Relationship Type="http://schemas.openxmlformats.org/officeDocument/2006/relationships/slide" Target="/ppt/slides/slide9.xml" Id="R20b314b51c0043b9" /><Relationship Type="http://schemas.openxmlformats.org/officeDocument/2006/relationships/slide" Target="/ppt/slides/slide10.xml" Id="R02176e731447456c" /><Relationship Type="http://schemas.openxmlformats.org/officeDocument/2006/relationships/slide" Target="/ppt/slides/slide11.xml" Id="R5abf59937e204bbe" /><Relationship Type="http://schemas.openxmlformats.org/officeDocument/2006/relationships/slide" Target="/ppt/slides/slide12.xml" Id="R60ea6efe4ee04807" /><Relationship Type="http://schemas.openxmlformats.org/officeDocument/2006/relationships/slide" Target="/ppt/slides/slide13.xml" Id="Ra72bd350e9b04cf2" /><Relationship Type="http://schemas.openxmlformats.org/officeDocument/2006/relationships/slide" Target="/ppt/slides/slide14.xml" Id="Rc33d2dd991a142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09b13d370440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efaf90975f4623" /><Relationship Type="http://schemas.openxmlformats.org/officeDocument/2006/relationships/notesMaster" Target="/ppt/notesMasters/notesMaster1.xml" Id="R4b00484d34a144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590c6de5c94703" /><Relationship Type="http://schemas.openxmlformats.org/officeDocument/2006/relationships/notesMaster" Target="/ppt/notesMasters/notesMaster1.xml" Id="Rb123e558f0d845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7641b3998b4124" /><Relationship Type="http://schemas.openxmlformats.org/officeDocument/2006/relationships/notesMaster" Target="/ppt/notesMasters/notesMaster1.xml" Id="Re9cde8ee0f4946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4883dbe0764196" /><Relationship Type="http://schemas.openxmlformats.org/officeDocument/2006/relationships/notesMaster" Target="/ppt/notesMasters/notesMaster1.xml" Id="Rf1af5db3a8f843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07a4ec531a4f0d" /><Relationship Type="http://schemas.openxmlformats.org/officeDocument/2006/relationships/notesMaster" Target="/ppt/notesMasters/notesMaster1.xml" Id="R43330bbe4bdb46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ee30cd20fd4a7b" /><Relationship Type="http://schemas.openxmlformats.org/officeDocument/2006/relationships/notesMaster" Target="/ppt/notesMasters/notesMaster1.xml" Id="R065092cdf04045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b219bb6fb04b86" /><Relationship Type="http://schemas.openxmlformats.org/officeDocument/2006/relationships/notesMaster" Target="/ppt/notesMasters/notesMaster1.xml" Id="R918fa4a8cac74b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d4714d88234263" /><Relationship Type="http://schemas.openxmlformats.org/officeDocument/2006/relationships/notesMaster" Target="/ppt/notesMasters/notesMaster1.xml" Id="R543fe5573d0243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19349e4c454737" /><Relationship Type="http://schemas.openxmlformats.org/officeDocument/2006/relationships/notesMaster" Target="/ppt/notesMasters/notesMaster1.xml" Id="R47a7d7cee5174f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56ce62babe438b" /><Relationship Type="http://schemas.openxmlformats.org/officeDocument/2006/relationships/notesMaster" Target="/ppt/notesMasters/notesMaster1.xml" Id="R321d2a9606ca48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9f6c70fe394da2" /><Relationship Type="http://schemas.openxmlformats.org/officeDocument/2006/relationships/notesMaster" Target="/ppt/notesMasters/notesMaster1.xml" Id="R3f93e50447854a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6097cb9cde47e8" /><Relationship Type="http://schemas.openxmlformats.org/officeDocument/2006/relationships/notesMaster" Target="/ppt/notesMasters/notesMaster1.xml" Id="R95298eba92694d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a703b8c9d44ddf" /><Relationship Type="http://schemas.openxmlformats.org/officeDocument/2006/relationships/notesMaster" Target="/ppt/notesMasters/notesMaster1.xml" Id="R223d3d8e0a7040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15da707624480d" /><Relationship Type="http://schemas.openxmlformats.org/officeDocument/2006/relationships/notesMaster" Target="/ppt/notesMasters/notesMaster1.xml" Id="Rd1e265726c5744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>- Evidence reference: Trane startup report -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>- Evidence reference: Trane startup report -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>- Evidence reference: Trane startup report -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>- Evidence reference: Trane startup report - source page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>- Evidence reference: Trane startup report -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>- Evidence reference: Trane startup report -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>- Evidence reference: Trane startup report - source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Start Up Report-1430268 86 Linencraft Jbal Ali Building 04 G24K04508 Shaik Jaweed 07052025 UADUB - SUP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acf055402d44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e7b970b29849ac" /><Relationship Type="http://schemas.openxmlformats.org/officeDocument/2006/relationships/slideLayout" Target="/ppt/slideLayouts/slideLayout1.xml" Id="R39898d4b83a640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898d4b83a640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d414bbdf74549" /><Relationship Type="http://schemas.openxmlformats.org/officeDocument/2006/relationships/image" Target="/ppt/media/image.jpeg" Id="R620bcb1b7561439f" /><Relationship Type="http://schemas.openxmlformats.org/officeDocument/2006/relationships/notesSlide" Target="/ppt/notesSlides/notesSlide1.xml" Id="Raffbd953d7374a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91fd3b9384110" /><Relationship Type="http://schemas.openxmlformats.org/officeDocument/2006/relationships/notesSlide" Target="/ppt/notesSlides/notesSlide2.xml" Id="Re7ddced115bb4e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6073e499147ff" /><Relationship Type="http://schemas.openxmlformats.org/officeDocument/2006/relationships/notesSlide" Target="/ppt/notesSlides/notesSlide3.xml" Id="R46879e9488bf44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5d61555554c6e" /><Relationship Type="http://schemas.openxmlformats.org/officeDocument/2006/relationships/notesSlide" Target="/ppt/notesSlides/notesSlide4.xml" Id="Rf1761730f5b340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576930bd8432a" /><Relationship Type="http://schemas.openxmlformats.org/officeDocument/2006/relationships/notesSlide" Target="/ppt/notesSlides/notesSlide5.xml" Id="R3eee07b8948d48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159ae26404c88" /><Relationship Type="http://schemas.openxmlformats.org/officeDocument/2006/relationships/notesSlide" Target="/ppt/notesSlides/notesSlide6.xml" Id="Redf5900ee87443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0b8679af048f2" /><Relationship Type="http://schemas.openxmlformats.org/officeDocument/2006/relationships/image" Target="/ppt/media/image2.jpeg" Id="Rc9c3a71396d54169" /><Relationship Type="http://schemas.openxmlformats.org/officeDocument/2006/relationships/notesSlide" Target="/ppt/notesSlides/notesSlide7.xml" Id="Rf4ed89b17a3c47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d9cbc398d420e" /><Relationship Type="http://schemas.openxmlformats.org/officeDocument/2006/relationships/image" Target="/ppt/media/image3.jpeg" Id="Ra96ed5bb60cf4f9d" /><Relationship Type="http://schemas.openxmlformats.org/officeDocument/2006/relationships/notesSlide" Target="/ppt/notesSlides/notesSlide8.xml" Id="Rcb66717e260748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4d35b623c4e79" /><Relationship Type="http://schemas.openxmlformats.org/officeDocument/2006/relationships/image" Target="/ppt/media/image4.jpeg" Id="R2553b2e75af2498f" /><Relationship Type="http://schemas.openxmlformats.org/officeDocument/2006/relationships/notesSlide" Target="/ppt/notesSlides/notesSlide9.xml" Id="R4b03cbb09e4140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8c0ac28ed4cd9" /><Relationship Type="http://schemas.openxmlformats.org/officeDocument/2006/relationships/image" Target="/ppt/media/image5.jpeg" Id="Rd8d7b8c8d5324baf" /><Relationship Type="http://schemas.openxmlformats.org/officeDocument/2006/relationships/notesSlide" Target="/ppt/notesSlides/notesSlide10.xml" Id="R0178a82bd82c46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7540063244b59" /><Relationship Type="http://schemas.openxmlformats.org/officeDocument/2006/relationships/image" Target="/ppt/media/image6.jpeg" Id="Rbb5ef6bf61ed415e" /><Relationship Type="http://schemas.openxmlformats.org/officeDocument/2006/relationships/notesSlide" Target="/ppt/notesSlides/notesSlide11.xml" Id="Rc902261ec74a45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a9e9c475b43d5" /><Relationship Type="http://schemas.openxmlformats.org/officeDocument/2006/relationships/image" Target="/ppt/media/image7.jpeg" Id="Rccc32c88e5f24f32" /><Relationship Type="http://schemas.openxmlformats.org/officeDocument/2006/relationships/notesSlide" Target="/ppt/notesSlides/notesSlide12.xml" Id="Rb54e9f182ef14f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38fa823404f9e" /><Relationship Type="http://schemas.openxmlformats.org/officeDocument/2006/relationships/image" Target="/ppt/media/image8.jpeg" Id="Rb69ca7bf68094470" /><Relationship Type="http://schemas.openxmlformats.org/officeDocument/2006/relationships/notesSlide" Target="/ppt/notesSlides/notesSlide13.xml" Id="R46f5396f60264f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b1c3ee5dc4ed5" /><Relationship Type="http://schemas.openxmlformats.org/officeDocument/2006/relationships/notesSlide" Target="/ppt/notesSlides/notesSlide14.xml" Id="Ra844daacb37340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95788-2A3F-4D3A-8067-2A14EA22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9BE95-79A5-4A39-BB38-CE8D5F1A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 Chiller 03 Startup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4B99B-EA05-43DB-986D-40AE2A90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First-start commissioning evidence - serial G24K04508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D1638-F754-4382-B8F5-D194841F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bcb1b7561439f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500FD-4B80-4016-BC01-28E88EC5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2146789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4E67D-68F2-421D-93EB-BA6D477B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007BD-71F1-4FB7-8C00-094D6153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6AB79-3808-41E8-A1ED-FDA932C4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6D8BF-CC07-467F-B603-B0283A9E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0075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B3CEF-FB9C-4973-B227-27A4A8D2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2746D-1FDE-46DC-BCAB-040CE754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78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startup report records an acceptable installation and running unit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CC41E-2F61-485E-89BA-CDD859AE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31267-A02C-4B15-BAE5-60C43FA3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RTAG285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101C6-2ECD-4B98-889F-EF9E7449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AC8A7-911D-4F9F-B8A7-E859E335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0DC74-436C-4BA2-9D6D-2DED47A6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G24K04508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47888-3D0D-4052-956B-C605182D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Serial number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9AAA9-2960-45CC-BB9A-CA9462FE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91DDC-54A8-4738-AF9A-06D08FBF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18 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8738F-6567-4586-8018-135DB8BB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Recorded technician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48720-A182-4117-A5FE-4AD7A67F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36A46-E8F8-424E-9BA9-08BA9152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5139C-C22B-4C56-9B08-903E28A3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32557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A78BB-FDA0-407B-9AFC-2B6DA4DF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ED6B1-BF1F-4975-9C8A-CE9EF48E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service visit moved the unit from stopped to running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5100D-EBEC-4E1F-87B4-E04A022C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reason for call was to start the unit.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plant status on arrival was recorded as stopped.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0A053-2261-427C-AF97-01578A06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6CA0F-D11E-43A5-94C3-A89C07BB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plant status on leaving was recorded as running.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report states that startup followed manufacturer instructions.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3B429-D50A-4FFD-975F-BAA4A865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AB9C3-D750-497C-B703-7EC336BB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208C3-ACCC-48C1-81D7-F48089EC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7670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73FA3-60A8-44FE-9E4C-FF73755C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CA4CE-2631-4FF1-9BC5-9ED81289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conclusion permits startup without reservation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44AAF-C2CD-4087-A842-362A4488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installation was recorded as acceptable.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report states that the unit could be started without reserve.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23568-78D1-4839-9ACD-976C91E4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B7A04-75F5-4061-AE3C-159F4137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job was marked completed with no quotation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Acceptance should remain linked to annex readings and open snags.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49125-31DA-4EE7-9936-405895E6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2E3D3-5F36-4930-87FC-12165C3D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91D50-787A-4800-9DDA-60A7A0B7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5026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24840-6119-47D5-87CB-C691A8E7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C9C86-1E97-4E9C-B282-B172F667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92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Commissioning records form the future performance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07716-69C9-4A52-A1A5-1508D4CB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Retain temperatures, pressures, currents, flow and control settings.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compressor starts and hours when available.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47576-F7F7-40A9-A040-E9136FDC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EDD7B-FC8B-4C18-A3DB-2DBD81CA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alarm history and sensor plausibility.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the baseline during warranty and repeat-failure investigation.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83DC8-F7B6-402B-95AF-F32F4D3E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84787-B05A-4A1F-9BFC-1B0F167D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35EAC-4EE8-46FA-8049-C7819329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9476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A217A-1992-4B36-A916-AE08188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FD0B7-2D25-4EC5-9A82-9D845D0C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0E596-9D99-4FC1-9768-6AAAE239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3a71396d54169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23995-87E2-4673-B54C-0316C71B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947FB-A3A7-471D-B6AD-AE26B268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1CA83-3F97-4C21-8053-9EBD0C49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D1127-44A5-4BA5-A92B-7AA4DF38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9A9F7-2F22-4673-A2D1-A490696F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00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E50A4-AB3A-4A34-B7AD-243ACC7B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587CF-DDA6-4D6D-BCA3-B018A5FF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7999C-32DB-4E17-87F0-B2BC581C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ed5bb60cf4f9d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8A7FC-A077-4A24-BC5B-B2D270D8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643FD-7129-4F57-A2A8-DCA34F70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B6274-0CCD-4A69-834F-C260727A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D48BB-252C-470A-91D9-FB4D397D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AE0EC-5484-4E0E-B2F1-4F9970C9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4581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35C17-3E2A-42C9-A26F-6ABBD136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1BA3D-814D-4B49-AEA9-9CAEB1E1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F5C8F-D431-4E6A-B6BB-0EBADC58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3b2e75af2498f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6B5CC-6685-4B09-BA65-BC76AED8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93FD9-C479-48BD-BBE0-2B27E820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F993C-CCAB-407A-B69D-EB028D65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AAA92-E66B-4DD3-AD8A-13C3E1C0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C9F75-AECD-4D9A-83A2-484862AE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08123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49B99-F7A9-4247-A299-9CA6B344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E212D-2AF6-4E9B-8BFC-D002F9E7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12B11-C6F8-4866-9A18-2FAD5C5E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7b8c8d5324baf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D271C-0A33-428B-8615-D98472A7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FDB53-9547-4658-B09E-6C36FBDF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4A3D9-D513-49CF-AF95-68B786D0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F3032-A130-4A60-B231-99C4E031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690AC-9A80-4B11-85CA-78BEF6B7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94690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5E776-CD8C-4291-8765-106D6817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5BC1D-D233-4D49-9F72-67E79D1E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D5953-5A4E-457C-9C25-6F025EFE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ef6bf61ed415e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4C7DD-CA27-4A32-AC56-29E6A3EC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40A70-EE5A-4A65-99FE-5654BC1A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F4BB7-BD51-4217-BDA1-2568ACBE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E954E-F1D8-4645-858B-1DCFB0A9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DF8A0-FE9A-4169-9749-D8289F0A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730399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822C9-51C8-44D8-9AB2-29062F7F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EDE63-DABE-4270-A685-616D42F3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2FBD4-9D3C-4D6D-8E1D-31DA4A9A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32c88e5f24f32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5A8D9-C21B-4553-81E6-B07BC23F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352FD-2330-431F-A045-8A87C345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5B92D-862D-4980-8739-A9C4ED1E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EC5CF-0510-4856-B0EB-8B2EA92B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D2973-402D-48D3-8888-22BFDFE1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89681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4CC88-4D13-45AD-A18D-00C1DC5C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AB7E9-64CE-4DED-8E28-CDAA1FA2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Startup report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5A5DA-ECE4-489A-B240-4DA0F69B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ca7bf68094470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DE5F4-ACD5-4C42-9351-D9D9D8E7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Trane startup report - source page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49496-E05E-4E7F-9D08-B62CABD7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82D83-031B-4131-A07D-3DEE999C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3B118-AB34-41E7-A293-0EDDDFC2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89DD9-2ED8-4426-A30E-DD183E54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512009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AC2CD-0984-4C17-990F-6F13F719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E2680-832E-4F1E-BABC-5C56292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CD8A6-1335-4EEA-997B-A2276BE1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9BAF4-37D4-42F1-B21A-69470C4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216C4-984C-46F8-889C-57700235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4CB8B-DC93-45B2-BE61-6208027A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35231-BD37-444D-8B5B-C9FCB3F6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AD097-061C-4DEB-B7D2-B665B14F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63437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2026-08-15T02:15:52.7350000Z</dcterms:created>
  <dcterms:modified xsi:type="dcterms:W3CDTF">2026-08-15T02:15:52.7350000Z</dcterms:modified>
</coreProperties>
</file>