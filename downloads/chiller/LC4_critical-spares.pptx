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68771a962694e4d" /><Relationship Type="http://schemas.openxmlformats.org/officeDocument/2006/relationships/extended-properties" Target="/docProps/app.xml" Id="R8922db35a1a14b36" /><Relationship Type="http://schemas.openxmlformats.org/officeDocument/2006/relationships/officeDocument" Target="/ppt/presentation.xml" Id="Rfb22b5f1069a4bc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3d5731f60be4deb"/>
  </p:sldMasterIdLst>
  <p:notesMasterIdLst>
    <p:notesMasterId xmlns:r="http://schemas.openxmlformats.org/officeDocument/2006/relationships" r:id="R520f24cb81c64128"/>
  </p:notesMasterIdLst>
  <p:sldIdLst>
    <p:sldId xmlns:r="http://schemas.openxmlformats.org/officeDocument/2006/relationships" id="256" r:id="Rf87b8eb615004e6c"/>
    <p:sldId xmlns:r="http://schemas.openxmlformats.org/officeDocument/2006/relationships" id="257" r:id="R7e72abd10ba74943"/>
    <p:sldId xmlns:r="http://schemas.openxmlformats.org/officeDocument/2006/relationships" id="258" r:id="R9357304028dc4fe3"/>
    <p:sldId xmlns:r="http://schemas.openxmlformats.org/officeDocument/2006/relationships" id="259" r:id="R874f17d9edcf4c81"/>
    <p:sldId xmlns:r="http://schemas.openxmlformats.org/officeDocument/2006/relationships" id="260" r:id="Rc8e30651fe0e4d62"/>
    <p:sldId xmlns:r="http://schemas.openxmlformats.org/officeDocument/2006/relationships" id="261" r:id="R0dc0235d9acb4170"/>
    <p:sldId xmlns:r="http://schemas.openxmlformats.org/officeDocument/2006/relationships" id="262" r:id="Rcb99d4a281264f83"/>
    <p:sldId xmlns:r="http://schemas.openxmlformats.org/officeDocument/2006/relationships" id="263" r:id="R1904d993bb474348"/>
    <p:sldId xmlns:r="http://schemas.openxmlformats.org/officeDocument/2006/relationships" id="264" r:id="Ra2910823bc344f8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0ae6624f24f4811" /><Relationship Type="http://schemas.openxmlformats.org/officeDocument/2006/relationships/slideMaster" Target="/ppt/slideMasters/slideMaster1.xml" Id="R83d5731f60be4deb" /><Relationship Type="http://schemas.openxmlformats.org/officeDocument/2006/relationships/notesMaster" Target="/ppt/notesMasters/notesMaster1.xml" Id="R520f24cb81c64128" /><Relationship Type="http://schemas.openxmlformats.org/officeDocument/2006/relationships/presProps" Target="/ppt/presProps.xml" Id="Rca0fcdddb54849a4" /><Relationship Type="http://schemas.openxmlformats.org/officeDocument/2006/relationships/tableStyles" Target="/ppt/tableStyles.xml" Id="Rc610996cb18e4f1d" /><Relationship Type="http://schemas.openxmlformats.org/officeDocument/2006/relationships/slide" Target="/ppt/slides/slide1.xml" Id="Rf87b8eb615004e6c" /><Relationship Type="http://schemas.openxmlformats.org/officeDocument/2006/relationships/slide" Target="/ppt/slides/slide2.xml" Id="R7e72abd10ba74943" /><Relationship Type="http://schemas.openxmlformats.org/officeDocument/2006/relationships/slide" Target="/ppt/slides/slide3.xml" Id="R9357304028dc4fe3" /><Relationship Type="http://schemas.openxmlformats.org/officeDocument/2006/relationships/slide" Target="/ppt/slides/slide4.xml" Id="R874f17d9edcf4c81" /><Relationship Type="http://schemas.openxmlformats.org/officeDocument/2006/relationships/slide" Target="/ppt/slides/slide5.xml" Id="Rc8e30651fe0e4d62" /><Relationship Type="http://schemas.openxmlformats.org/officeDocument/2006/relationships/slide" Target="/ppt/slides/slide6.xml" Id="R0dc0235d9acb4170" /><Relationship Type="http://schemas.openxmlformats.org/officeDocument/2006/relationships/slide" Target="/ppt/slides/slide7.xml" Id="Rcb99d4a281264f83" /><Relationship Type="http://schemas.openxmlformats.org/officeDocument/2006/relationships/slide" Target="/ppt/slides/slide8.xml" Id="R1904d993bb474348" /><Relationship Type="http://schemas.openxmlformats.org/officeDocument/2006/relationships/slide" Target="/ppt/slides/slide9.xml" Id="Ra2910823bc344f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55fbeaca0d34b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a7d6fa2b3434204" /><Relationship Type="http://schemas.openxmlformats.org/officeDocument/2006/relationships/notesMaster" Target="/ppt/notesMasters/notesMaster1.xml" Id="R5c50d682ffc346d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6e6ff3155dd4e54" /><Relationship Type="http://schemas.openxmlformats.org/officeDocument/2006/relationships/notesMaster" Target="/ppt/notesMasters/notesMaster1.xml" Id="R612e8998e6fb482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ec6fc0eec2a43ce" /><Relationship Type="http://schemas.openxmlformats.org/officeDocument/2006/relationships/notesMaster" Target="/ppt/notesMasters/notesMaster1.xml" Id="R38bb2346ed0d434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a33410641da4584" /><Relationship Type="http://schemas.openxmlformats.org/officeDocument/2006/relationships/notesMaster" Target="/ppt/notesMasters/notesMaster1.xml" Id="Rd6326e73493f4cd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6a3885cfef14e2a" /><Relationship Type="http://schemas.openxmlformats.org/officeDocument/2006/relationships/notesMaster" Target="/ppt/notesMasters/notesMaster1.xml" Id="R6d67e6aa23a749d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c6a1243e11749fa" /><Relationship Type="http://schemas.openxmlformats.org/officeDocument/2006/relationships/notesMaster" Target="/ppt/notesMasters/notesMaster1.xml" Id="Re831dcd65a1d4df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18813b8033046c1" /><Relationship Type="http://schemas.openxmlformats.org/officeDocument/2006/relationships/notesMaster" Target="/ppt/notesMasters/notesMaster1.xml" Id="R4c9cdaba8c864a3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318fd465dd94de8" /><Relationship Type="http://schemas.openxmlformats.org/officeDocument/2006/relationships/notesMaster" Target="/ppt/notesMasters/notesMaster1.xml" Id="Rdbf09d34c2624a7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19cda7ec3104f97" /><Relationship Type="http://schemas.openxmlformats.org/officeDocument/2006/relationships/notesMaster" Target="/ppt/notesMasters/notesMaster1.xml" Id="R48f09cb8c15444a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RTAG Critical Spares.pdf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RTAG Critical Spares.pdf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RTAG Critical Spares.pdf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RTAG Critical Spares.pdf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RTAG Critical Spares.pdf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RTAG Critical Spares.pdf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RTAG Critical Spares.pdf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RTAG Critical Spares.pdf</a:t>
            </a:r>
          </a:p>
          <a:p xmlns:a="http://schemas.openxmlformats.org/drawingml/2006/main">
            <a:r>
              <a:t>- Evidence reference: Part numbers and recommended quantities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RTAG Critical Spares.pdf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440663885e4ca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10af9b8d6d34477" /><Relationship Type="http://schemas.openxmlformats.org/officeDocument/2006/relationships/slideLayout" Target="/ppt/slideLayouts/slideLayout1.xml" Id="Rd9e3fdd7d4aa4f5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9e3fdd7d4aa4f5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4f321199de4056" /><Relationship Type="http://schemas.openxmlformats.org/officeDocument/2006/relationships/image" Target="/ppt/media/image.jpeg" Id="R2b22c2f529e04982" /><Relationship Type="http://schemas.openxmlformats.org/officeDocument/2006/relationships/notesSlide" Target="/ppt/notesSlides/notesSlide1.xml" Id="Rf3efc423a545449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6b2fd054a14e26" /><Relationship Type="http://schemas.openxmlformats.org/officeDocument/2006/relationships/notesSlide" Target="/ppt/notesSlides/notesSlide2.xml" Id="Re2dc9faee4764cd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88d902c46f4f24" /><Relationship Type="http://schemas.openxmlformats.org/officeDocument/2006/relationships/notesSlide" Target="/ppt/notesSlides/notesSlide3.xml" Id="Rede5af4b88054c4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35f47c1c214735" /><Relationship Type="http://schemas.openxmlformats.org/officeDocument/2006/relationships/notesSlide" Target="/ppt/notesSlides/notesSlide4.xml" Id="R651618f472ca400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d7494c7d48418d" /><Relationship Type="http://schemas.openxmlformats.org/officeDocument/2006/relationships/notesSlide" Target="/ppt/notesSlides/notesSlide5.xml" Id="R324ab862d67b447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6e80c6afbf4810" /><Relationship Type="http://schemas.openxmlformats.org/officeDocument/2006/relationships/notesSlide" Target="/ppt/notesSlides/notesSlide6.xml" Id="R291bd941e1304a8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875cf2972e4697" /><Relationship Type="http://schemas.openxmlformats.org/officeDocument/2006/relationships/notesSlide" Target="/ppt/notesSlides/notesSlide7.xml" Id="R6a9e9efef057441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171752cf0f4695" /><Relationship Type="http://schemas.openxmlformats.org/officeDocument/2006/relationships/image" Target="/ppt/media/image2.jpeg" Id="Rc629bc07d5324274" /><Relationship Type="http://schemas.openxmlformats.org/officeDocument/2006/relationships/notesSlide" Target="/ppt/notesSlides/notesSlide8.xml" Id="R1748d1a2ef9c446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63aa50f33c41b0" /><Relationship Type="http://schemas.openxmlformats.org/officeDocument/2006/relationships/notesSlide" Target="/ppt/notesSlides/notesSlide9.xml" Id="Rd1bb52402fb04ce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001334-4ADA-4D67-8DB3-1C354C907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SPARE PARTS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9118F1-E015-49B4-986B-989594EAA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552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RTAG Critical Spares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5F58B0-68C0-42D7-814E-DC39C9BD0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52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Recommended readiness stock for controls, sensors and refrigeration components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9224B5-D9E0-4D89-9A53-C9E746FDB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245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22c2f529e04982"/>
          <a:stretch xmlns:a="http://schemas.openxmlformats.org/drawingml/2006/main"/>
        </p:blipFill>
        <p:spPr>
          <a:xfrm xmlns:a="http://schemas.openxmlformats.org/drawingml/2006/main">
            <a:off x="7012998" y="590550"/>
            <a:ext cx="4033405" cy="5219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B6392B-4EA1-4C41-BFBF-C9EF37886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SAJJAD ENGINEERING ACADEMY</a:t>
            </a:r>
          </a:p>
        </p:txBody>
      </p:sp>
    </p:spTree>
    <p:extLst>
      <p:ext uri="{BB962C8B-B14F-4D97-AF65-F5344CB8AC3E}">
        <p14:creationId xmlns:p14="http://schemas.microsoft.com/office/powerpoint/2010/main" val="12106419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E16979-C537-404B-ACD2-56CEE8A6A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SPARE PARTS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5B9BB4-30E6-4D45-B937-56835B1FA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to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8C2ABF-AC1C-4D95-B104-ECF7E807D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Evidence, interpretation and technician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A9340B-90E3-4092-A5C2-3F5ED6387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203140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7449BE-E6CD-4A6D-BBB5-6AF53766A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KEY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09C45C-80BC-4B78-B55B-5310116DE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list contains 39 numbered critical-spares lines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4C612E-9E8D-4684-AE95-A1C463C92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DE4D59-DA72-4302-8188-D56075571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F3C0F7-555F-4B0B-8290-91E4541BD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Control-board types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F5744C-28E7-4438-8268-9EF2CFE42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6A0E06-167F-47B2-B507-BDC3C321E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281FD4-EF78-4D54-93DE-C66B9CF06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Pressure transducers listed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81C3FA-48FA-4313-8197-25E1D989C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7C48F1-C9CF-469D-9BBE-F00F6DA89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CD4A11-FD08-4221-AFD3-93C556BE1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Compressor oil filters listed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C6ABB0-41AF-489D-B87C-FB8D2AA76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0238C7-E678-46AD-A61A-836E01CC2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Spare Parts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417D2D-C1EB-48C2-AAAC-4706FF850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150075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FF55E5-A8E6-4579-BFE7-45C2657FD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543982-DC90-4D48-A351-01E27C51B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Controls and interface modules dominate the critical 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2925CD-3020-4902-91D1-55696B331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CH530 power-supply and I/O boards are included.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UC800 and TD7 display modules are included.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266624-09DE-4EBB-9F75-2693A53B5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66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683D26-8E4B-4BFD-84EF-28339BA9F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Some boards and sensors require programming after installation.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firmware, configuration and commissioning records with stocked modules.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248FF6-4404-4381-B1D5-C86B6E930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5ABF61-C3BA-4CCF-BF0F-1768B383D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Spare Parts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4C558C-2642-447E-86F8-F502D37A0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056519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C26BCB-A664-440B-9DCF-F90042546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0E88B5-5548-4DB7-8F8D-F00CD2015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Sensors and protective devices support rapid fault recovery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69B5C3-5AB9-453F-AB15-1D8102784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High-pressure cutout, temperature sensors and optical liquid-level sensor are listed.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Flow switch and pressure transducer are included.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93B4BC-336A-4F70-8182-78E94C815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66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929CC1-1C05-4CBC-AAAC-62E1EEE43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Safety and relief components require exact pressure and connection verification.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Do not substitute a similar-looking device without OEM confirmation.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31BE11-D45C-44F5-B3D1-3167F5371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C1C44C-2D89-4CC9-8671-A07E8FA1F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Spare Parts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4542C4-10D1-400F-9021-0E728D449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131717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DB3CA9-5C22-465D-AECE-27950CAC4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6D5397-426D-4352-A8F3-5CD29EBF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Refrigeration service parts require controlled storage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7C8E06-392B-4E47-A256-764C6280A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Liquid-line driers, expansion valve, solenoid valves and coils are included.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Crankcase heaters and compressor oil filters are included.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C2BA3F-A883-4EBC-A597-45E52A682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66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D7416D-78C6-46C9-ADBA-CBDAB04F6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Keep parts sealed, dry, identified and protected from contamination.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Track shelf life, storage condition and installed-machine compatibility.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C6979F-0115-4D37-85F5-7B6FDEBEF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6A0E17-7BD2-4FF5-AE9F-F134A1F88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Spare Parts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0F984A-B7EE-4517-B8C3-FF7DC6252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945619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211DDE-664C-48DE-8C85-F28BA7349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E67DD9-D3E1-4533-B332-D2E1C066B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Stock policy should combine criticality with lead 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51D5E3-1B6B-46C7-814F-7F9AFE5B7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Rank parts by safety, downtime consequence and probability of failure.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Validate quantities against the number of installed chillers.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FC58B9-145C-4892-BD7B-02C2AAA0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66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291C28-B968-498F-A09F-9575D53DF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Record min/max stock, reorder point, supplier lead time and preservation needs.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Review consumption after breakdowns and annual shutdowns.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391C46-10A6-49DF-B1BB-4950DBE7E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B62A83-1DF4-4A2C-92B6-C9832E468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Spare Parts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9B72D3-5D95-4255-9B7F-5FD0EB4DF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18258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AEEF42-14BA-4485-AC6A-897F44CB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FCC128-C883-4622-AB8B-88E63EFE4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OEM critical-spares schedule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94ED86-A552-4317-884E-3A1A070F2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29bc07d5324274"/>
          <a:stretch xmlns:a="http://schemas.openxmlformats.org/drawingml/2006/main"/>
        </p:blipFill>
        <p:spPr>
          <a:xfrm xmlns:a="http://schemas.openxmlformats.org/drawingml/2006/main">
            <a:off x="2693410" y="1714500"/>
            <a:ext cx="322378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A53B8B-DFD6-45F4-AC8F-ECC8D74AE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 numbers and recommended quantities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1B8AB1-5C26-4B87-BCFC-F4CCD24B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original report for signatures,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DF67E3-AEDD-48F0-857B-3F95194AA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FAB8E0-D294-4C3A-A058-06EAF343F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Spare Parts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91E6DB-E12E-4375-B93B-5D491944B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714676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71DD73-F2A3-4393-A316-B75178835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COMPETENCY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EBAA12-B141-45EA-90D2-76DD21423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technicians must retain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DDE174-865C-4839-ADB6-7AE9AD866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Identify the correct controlled source before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Verify readings, configuration and acceptance criteria.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C5834A-A763-46C6-9C51-E00753456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66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9C46D6-49FC-4730-BD81-9D02D20E9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evidence and escalate unresolved deviations.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Complete safe isolation, functional testing and handover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0D7341-E573-4A86-AB3D-A66874611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D86EF5-7388-418B-9296-8E9E38C37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Spare Parts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E0DCF6-9715-41BB-ACA4-E3F5B9CC0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640751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2026-08-15T02:15:49.0360000Z</dcterms:created>
  <dcterms:modified xsi:type="dcterms:W3CDTF">2026-08-15T02:15:49.0360000Z</dcterms:modified>
</coreProperties>
</file>