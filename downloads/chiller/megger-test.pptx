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b0801e018a4644" /><Relationship Type="http://schemas.openxmlformats.org/officeDocument/2006/relationships/extended-properties" Target="/docProps/app.xml" Id="R3c7cbe1485824e7e" /><Relationship Type="http://schemas.openxmlformats.org/officeDocument/2006/relationships/officeDocument" Target="/ppt/presentation.xml" Id="R59247a363a1749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ee58a735b74ef4"/>
  </p:sldMasterIdLst>
  <p:notesMasterIdLst>
    <p:notesMasterId xmlns:r="http://schemas.openxmlformats.org/officeDocument/2006/relationships" r:id="R6aa2a35c27fe4c6c"/>
  </p:notesMasterIdLst>
  <p:sldIdLst>
    <p:sldId xmlns:r="http://schemas.openxmlformats.org/officeDocument/2006/relationships" id="256" r:id="R76dffaec8dc34ec6"/>
    <p:sldId xmlns:r="http://schemas.openxmlformats.org/officeDocument/2006/relationships" id="257" r:id="R484b755b20744462"/>
    <p:sldId xmlns:r="http://schemas.openxmlformats.org/officeDocument/2006/relationships" id="258" r:id="Rb59b3c02981e4596"/>
    <p:sldId xmlns:r="http://schemas.openxmlformats.org/officeDocument/2006/relationships" id="259" r:id="R4a1abd60b82b4f64"/>
    <p:sldId xmlns:r="http://schemas.openxmlformats.org/officeDocument/2006/relationships" id="260" r:id="R644a83d97ad6423b"/>
    <p:sldId xmlns:r="http://schemas.openxmlformats.org/officeDocument/2006/relationships" id="261" r:id="R3c53422e40124c1c"/>
    <p:sldId xmlns:r="http://schemas.openxmlformats.org/officeDocument/2006/relationships" id="262" r:id="R43c0ca865f8f49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0a6fe358a44203" /><Relationship Type="http://schemas.openxmlformats.org/officeDocument/2006/relationships/slideMaster" Target="/ppt/slideMasters/slideMaster1.xml" Id="R55ee58a735b74ef4" /><Relationship Type="http://schemas.openxmlformats.org/officeDocument/2006/relationships/notesMaster" Target="/ppt/notesMasters/notesMaster1.xml" Id="R6aa2a35c27fe4c6c" /><Relationship Type="http://schemas.openxmlformats.org/officeDocument/2006/relationships/presProps" Target="/ppt/presProps.xml" Id="Rc0ef8b672e174b74" /><Relationship Type="http://schemas.openxmlformats.org/officeDocument/2006/relationships/tableStyles" Target="/ppt/tableStyles.xml" Id="R7d337f3d26284a9c" /><Relationship Type="http://schemas.openxmlformats.org/officeDocument/2006/relationships/slide" Target="/ppt/slides/slide1.xml" Id="R76dffaec8dc34ec6" /><Relationship Type="http://schemas.openxmlformats.org/officeDocument/2006/relationships/slide" Target="/ppt/slides/slide2.xml" Id="R484b755b20744462" /><Relationship Type="http://schemas.openxmlformats.org/officeDocument/2006/relationships/slide" Target="/ppt/slides/slide3.xml" Id="Rb59b3c02981e4596" /><Relationship Type="http://schemas.openxmlformats.org/officeDocument/2006/relationships/slide" Target="/ppt/slides/slide4.xml" Id="R4a1abd60b82b4f64" /><Relationship Type="http://schemas.openxmlformats.org/officeDocument/2006/relationships/slide" Target="/ppt/slides/slide5.xml" Id="R644a83d97ad6423b" /><Relationship Type="http://schemas.openxmlformats.org/officeDocument/2006/relationships/slide" Target="/ppt/slides/slide6.xml" Id="R3c53422e40124c1c" /><Relationship Type="http://schemas.openxmlformats.org/officeDocument/2006/relationships/slide" Target="/ppt/slides/slide7.xml" Id="R43c0ca865f8f49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7b0820e5a4b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6b218679e344e7" /><Relationship Type="http://schemas.openxmlformats.org/officeDocument/2006/relationships/notesMaster" Target="/ppt/notesMasters/notesMaster1.xml" Id="Re3bb7011755742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5b7c12489441a0" /><Relationship Type="http://schemas.openxmlformats.org/officeDocument/2006/relationships/notesMaster" Target="/ppt/notesMasters/notesMaster1.xml" Id="Raee7d99f074843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7225f977b44b08" /><Relationship Type="http://schemas.openxmlformats.org/officeDocument/2006/relationships/notesMaster" Target="/ppt/notesMasters/notesMaster1.xml" Id="Rcca9fc3f29fa49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4e77d2a26142a8" /><Relationship Type="http://schemas.openxmlformats.org/officeDocument/2006/relationships/notesMaster" Target="/ppt/notesMasters/notesMaster1.xml" Id="Rbcaaf4ddbff643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ad0888033e4c29" /><Relationship Type="http://schemas.openxmlformats.org/officeDocument/2006/relationships/notesMaster" Target="/ppt/notesMasters/notesMaster1.xml" Id="Rde1dc8f8f7154f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f4767131ea4e77" /><Relationship Type="http://schemas.openxmlformats.org/officeDocument/2006/relationships/notesMaster" Target="/ppt/notesMasters/notesMaster1.xml" Id="R39075b9ccdf64a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20e731d2db468e" /><Relationship Type="http://schemas.openxmlformats.org/officeDocument/2006/relationships/notesMaster" Target="/ppt/notesMasters/notesMaster1.xml" Id="Rcd005a8a84484c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TAB Engineering Services - Project roof-level circuits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b575f54e84c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39be3404324d55" /><Relationship Type="http://schemas.openxmlformats.org/officeDocument/2006/relationships/slideLayout" Target="/ppt/slideLayouts/slideLayout1.xml" Id="Rc5d3d4bc5b4b46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d3d4bc5b4b46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1090438f0402c" /><Relationship Type="http://schemas.openxmlformats.org/officeDocument/2006/relationships/notesSlide" Target="/ppt/notesSlides/notesSlide1.xml" Id="Re2912ff555bd4f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4c2674d23498d" /><Relationship Type="http://schemas.openxmlformats.org/officeDocument/2006/relationships/notesSlide" Target="/ppt/notesSlides/notesSlide2.xml" Id="Re99760b1172a4a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5d12a143447a2" /><Relationship Type="http://schemas.openxmlformats.org/officeDocument/2006/relationships/notesSlide" Target="/ppt/notesSlides/notesSlide3.xml" Id="R0efbc2eb91ed47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33b211cbd4dc6" /><Relationship Type="http://schemas.openxmlformats.org/officeDocument/2006/relationships/notesSlide" Target="/ppt/notesSlides/notesSlide4.xml" Id="R88f0899623ed4f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2a7dde54040d2" /><Relationship Type="http://schemas.openxmlformats.org/officeDocument/2006/relationships/notesSlide" Target="/ppt/notesSlides/notesSlide5.xml" Id="R99ac2c3218dc42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c3c3bc3c914011" /><Relationship Type="http://schemas.openxmlformats.org/officeDocument/2006/relationships/notesSlide" Target="/ppt/notesSlides/notesSlide6.xml" Id="R53035bcd1cb949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7cf35331c4bd6" /><Relationship Type="http://schemas.openxmlformats.org/officeDocument/2006/relationships/notesSlide" Target="/ppt/notesSlides/notesSlide7.xml" Id="Re6f4b851d05c4e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5E924-26DB-4FCC-8850-691DBA25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7CBF6-6C05-4723-9334-6FE3F8D1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Electrical Insulation Resistance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158A4-60B5-4CB2-9D2B-2E3E8B46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MTS and chiller feeder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2892F-3E67-402D-8FDA-DADC4720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48A92-9781-417C-AFEA-98F8F978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F669D-3521-4543-970A-939D9EC3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559113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92F21-3FEC-4822-84A3-D4DF79B9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D2135-BDAF-4DEE-A4F7-603D349C3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515FE-6B4E-472D-88F8-CD4A6E1F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8BC68-F61B-4DDA-AA21-74CB7D07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96424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B1E5B-ABD9-4C3E-9BFE-41B5E5FF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813AE-08F2-4228-9162-7DB69BBE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five tested circuits recorded 4,000 MΩ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4B05E-50AB-4700-8B67-D5F7DACF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9F3C4-43D1-4C7B-9A31-B9A7F926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67470A-D0BD-4CE4-A0BF-CD00BA587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Power circuits tested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B3315-8B02-4D2B-B5F6-CC3A1949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4F221-5F58-4D2F-960B-9D46F4C8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800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B39BC-972F-49AB-939D-E296B49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Recorded MCCB rating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B06A3-32C0-45BB-8B9F-9E2A8CCA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00DE3-3974-424E-B25B-5648A96D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3D2EE-ED0E-4CC2-8A78-FDC5E866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Continuity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9267DD-990A-45D8-928A-8DEE6CC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3C9A5-C891-41AA-873C-654C9598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B25FA-ED08-40D5-8C0E-7D090B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024082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43D2F-A238-4E59-BEB1-BA6F1B7B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3A698-BBA2-419F-805C-D608C542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49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test covered MTS interconnections and all three chiller feeders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E445E-250C-42C2-B6E5-EF5BCF91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MTS 1 to MTS 3 and MTS 2 to MTS 3 were included. • MTS 3 to Chiller 03, MTS 1 to Chiller 01 and MTS 2 to Chiller 02 were included.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4376A-5EB5-4B11-8201-6FC96880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40354-C271-43A7-838F-BE16CE28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R-Y, R-B, Y-B and RYB-N readings were recorded. • Cable and ECC sizes must remain linked to the approved single-line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827B8-F669-4C0B-8308-516A716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01DC3-83AB-4D39-B505-4907D226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F855D-A706-4299-A856-4E249784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92847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04A71-CE8A-4E2E-A356-539F5037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D65B15-D434-4BA6-81AC-BD7DFB2F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Acceptance requires more than a high resistance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F2C98E-89DD-40B4-8603-4CD6248E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instrument calibration and test-voltage selection. • Confirm cables were disconnected from sensitive electronics before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69AF2-F97F-4369-90BD-675F240C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241F0-A073-46FD-A090-0E5A05A5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ambient condition, circuit isolation and discharge after testing. • Retain signed results with termination torque and continuity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36FDE-BBE9-4C5E-A81C-61A902CA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DF361-B069-4DAD-8A6F-1ED9CEFF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1599E4-18A2-41B1-838A-A4ECE5F8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3853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A6209-A90A-4A47-97EA-029D174A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DF1D2-E99F-4EDD-BCC6-1F0304F9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Megger test schedule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3F38F-5293-4322-8E86-54B3F7B3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E441C-1E9E-4C58-801E-1329AA8A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C2393-6FAA-4C8E-955F-12F45FF8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TAB Engineering Services - Project roof-level circuits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2173D-EBBE-4C1D-A3C7-C0A8BD38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A6B50-3E2B-4FFB-9EBD-F1CE184E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324A8-10CB-45A5-BFBE-A41F83A3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10AE0-7A20-47BC-A1B3-71958D12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76631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DB571-56CC-41ED-8967-45F8BDE1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904F0-4852-4C6E-98A8-C8341E6F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1E8E8-C4DC-4D6B-9455-DC225233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04762-154C-4474-9F64-4993881D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52C428-B0D6-40EF-93C0-64C5E01D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9A133-93EA-459B-BD63-60688E5A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D256A-E586-498A-B514-8682DFF2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F55D80-3C7C-471F-8F97-6D06EA19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737345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2026-08-15T02:49:47.3350000Z</dcterms:created>
  <dcterms:modified xsi:type="dcterms:W3CDTF">2026-08-15T02:49:47.3350000Z</dcterms:modified>
</coreProperties>
</file>