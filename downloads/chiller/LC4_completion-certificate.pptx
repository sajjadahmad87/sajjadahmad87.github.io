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21d9ec3fac4d09" /><Relationship Type="http://schemas.openxmlformats.org/officeDocument/2006/relationships/extended-properties" Target="/docProps/app.xml" Id="R9dd6ae987a984392" /><Relationship Type="http://schemas.openxmlformats.org/officeDocument/2006/relationships/officeDocument" Target="/ppt/presentation.xml" Id="Re8d9a4746b744b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2b787d3aea4122"/>
  </p:sldMasterIdLst>
  <p:notesMasterIdLst>
    <p:notesMasterId xmlns:r="http://schemas.openxmlformats.org/officeDocument/2006/relationships" r:id="R8e1ff2b8d0604366"/>
  </p:notesMasterIdLst>
  <p:sldIdLst>
    <p:sldId xmlns:r="http://schemas.openxmlformats.org/officeDocument/2006/relationships" id="256" r:id="R8c0690b831e94fb6"/>
    <p:sldId xmlns:r="http://schemas.openxmlformats.org/officeDocument/2006/relationships" id="257" r:id="R845df16305c441df"/>
    <p:sldId xmlns:r="http://schemas.openxmlformats.org/officeDocument/2006/relationships" id="258" r:id="R12539649278f4325"/>
    <p:sldId xmlns:r="http://schemas.openxmlformats.org/officeDocument/2006/relationships" id="259" r:id="R2c264c6927684655"/>
    <p:sldId xmlns:r="http://schemas.openxmlformats.org/officeDocument/2006/relationships" id="260" r:id="R1d84da1ad1b74032"/>
    <p:sldId xmlns:r="http://schemas.openxmlformats.org/officeDocument/2006/relationships" id="261" r:id="Rd85dc775718e4209"/>
    <p:sldId xmlns:r="http://schemas.openxmlformats.org/officeDocument/2006/relationships" id="262" r:id="Rcc43c27d8df24889"/>
    <p:sldId xmlns:r="http://schemas.openxmlformats.org/officeDocument/2006/relationships" id="263" r:id="R33d39c82beae49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6b86bb74664689" /><Relationship Type="http://schemas.openxmlformats.org/officeDocument/2006/relationships/slideMaster" Target="/ppt/slideMasters/slideMaster1.xml" Id="Rf72b787d3aea4122" /><Relationship Type="http://schemas.openxmlformats.org/officeDocument/2006/relationships/notesMaster" Target="/ppt/notesMasters/notesMaster1.xml" Id="R8e1ff2b8d0604366" /><Relationship Type="http://schemas.openxmlformats.org/officeDocument/2006/relationships/presProps" Target="/ppt/presProps.xml" Id="R7aafe764ba514a33" /><Relationship Type="http://schemas.openxmlformats.org/officeDocument/2006/relationships/tableStyles" Target="/ppt/tableStyles.xml" Id="R232883bf613d476b" /><Relationship Type="http://schemas.openxmlformats.org/officeDocument/2006/relationships/slide" Target="/ppt/slides/slide1.xml" Id="R8c0690b831e94fb6" /><Relationship Type="http://schemas.openxmlformats.org/officeDocument/2006/relationships/slide" Target="/ppt/slides/slide2.xml" Id="R845df16305c441df" /><Relationship Type="http://schemas.openxmlformats.org/officeDocument/2006/relationships/slide" Target="/ppt/slides/slide3.xml" Id="R12539649278f4325" /><Relationship Type="http://schemas.openxmlformats.org/officeDocument/2006/relationships/slide" Target="/ppt/slides/slide4.xml" Id="R2c264c6927684655" /><Relationship Type="http://schemas.openxmlformats.org/officeDocument/2006/relationships/slide" Target="/ppt/slides/slide5.xml" Id="R1d84da1ad1b74032" /><Relationship Type="http://schemas.openxmlformats.org/officeDocument/2006/relationships/slide" Target="/ppt/slides/slide6.xml" Id="Rd85dc775718e4209" /><Relationship Type="http://schemas.openxmlformats.org/officeDocument/2006/relationships/slide" Target="/ppt/slides/slide7.xml" Id="Rcc43c27d8df24889" /><Relationship Type="http://schemas.openxmlformats.org/officeDocument/2006/relationships/slide" Target="/ppt/slides/slide8.xml" Id="R33d39c82beae49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af65a74ba148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21f25faaf94337" /><Relationship Type="http://schemas.openxmlformats.org/officeDocument/2006/relationships/notesMaster" Target="/ppt/notesMasters/notesMaster1.xml" Id="R53fd933c94084b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15bace3d7940c4" /><Relationship Type="http://schemas.openxmlformats.org/officeDocument/2006/relationships/notesMaster" Target="/ppt/notesMasters/notesMaster1.xml" Id="Rdd04908301d34d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46f18c5bc94067" /><Relationship Type="http://schemas.openxmlformats.org/officeDocument/2006/relationships/notesMaster" Target="/ppt/notesMasters/notesMaster1.xml" Id="R2612f1ff019d45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ff419b10a84815" /><Relationship Type="http://schemas.openxmlformats.org/officeDocument/2006/relationships/notesMaster" Target="/ppt/notesMasters/notesMaster1.xml" Id="R95fc6d7cd0d545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4e734356484456" /><Relationship Type="http://schemas.openxmlformats.org/officeDocument/2006/relationships/notesMaster" Target="/ppt/notesMasters/notesMaster1.xml" Id="Rae7362bc6e814f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381acf87574fbe" /><Relationship Type="http://schemas.openxmlformats.org/officeDocument/2006/relationships/notesMaster" Target="/ppt/notesMasters/notesMaster1.xml" Id="R939a034e2da646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f5de201862448b" /><Relationship Type="http://schemas.openxmlformats.org/officeDocument/2006/relationships/notesMaster" Target="/ppt/notesMasters/notesMaster1.xml" Id="Rc6bf1825a55d4b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c41036d8244513" /><Relationship Type="http://schemas.openxmlformats.org/officeDocument/2006/relationships/notesMaster" Target="/ppt/notesMasters/notesMaster1.xml" Id="Re372dcc0ed574c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Completion certificate - EKFC Linen.pdf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Completion certificate - EKFC Linen.pdf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Completion certificate - EKFC Linen.pdf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Completion certificate - EKFC Linen.pdf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Completion certificate - EKFC Linen.pdf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Completion certificate - EKFC Linen.pdf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Completion certificate - EKFC Linen.pdf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Completion certificate - EKFC Linen.pdf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4194f5180444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77a076a59e496e" /><Relationship Type="http://schemas.openxmlformats.org/officeDocument/2006/relationships/slideLayout" Target="/ppt/slideLayouts/slideLayout1.xml" Id="Rc46cefa2001341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6cefa2001341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dfb159a8346de" /><Relationship Type="http://schemas.openxmlformats.org/officeDocument/2006/relationships/image" Target="/ppt/media/image.jpeg" Id="Rf3a9da5b1569480c" /><Relationship Type="http://schemas.openxmlformats.org/officeDocument/2006/relationships/notesSlide" Target="/ppt/notesSlides/notesSlide1.xml" Id="Rdb1db0e3ef6c49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5d7856b954dc2" /><Relationship Type="http://schemas.openxmlformats.org/officeDocument/2006/relationships/notesSlide" Target="/ppt/notesSlides/notesSlide2.xml" Id="R4651d05595844c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ca6b72ae142cf" /><Relationship Type="http://schemas.openxmlformats.org/officeDocument/2006/relationships/notesSlide" Target="/ppt/notesSlides/notesSlide3.xml" Id="Rb20b3d20911b49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678195a194f0d" /><Relationship Type="http://schemas.openxmlformats.org/officeDocument/2006/relationships/notesSlide" Target="/ppt/notesSlides/notesSlide4.xml" Id="Rd14ab75fe05349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a6c82c00a48bc" /><Relationship Type="http://schemas.openxmlformats.org/officeDocument/2006/relationships/notesSlide" Target="/ppt/notesSlides/notesSlide5.xml" Id="R21335af691d94a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c880b2bad446c" /><Relationship Type="http://schemas.openxmlformats.org/officeDocument/2006/relationships/notesSlide" Target="/ppt/notesSlides/notesSlide6.xml" Id="R522267185f0d49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545f14693441e" /><Relationship Type="http://schemas.openxmlformats.org/officeDocument/2006/relationships/image" Target="/ppt/media/image2.jpeg" Id="R30fe2061116e4221" /><Relationship Type="http://schemas.openxmlformats.org/officeDocument/2006/relationships/notesSlide" Target="/ppt/notesSlides/notesSlide7.xml" Id="R6b2be7bf041d45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822505f6340e9" /><Relationship Type="http://schemas.openxmlformats.org/officeDocument/2006/relationships/notesSlide" Target="/ppt/notesSlides/notesSlide8.xml" Id="R1bdbe14abc7c49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FE30D-F855-4BD3-84A7-62E5BD82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COMPLETION CERTIFICATES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485BD-F4A9-4E34-A9E0-39BB9048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LC4 Chiller Completion Certificate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A3373-9B5F-4DA6-8D56-E3E99D9C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Final completion, possession and warranty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C2FD96-B6A2-4D80-80A6-4988232C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a9da5b1569480c"/>
          <a:stretch xmlns:a="http://schemas.openxmlformats.org/drawingml/2006/main"/>
        </p:blipFill>
        <p:spPr>
          <a:xfrm xmlns:a="http://schemas.openxmlformats.org/drawingml/2006/main">
            <a:off x="7184352" y="590550"/>
            <a:ext cx="3690697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62445-97EF-4D30-924F-13F24830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SAJJAD ENGINEERING ACADEMY</a:t>
            </a:r>
          </a:p>
        </p:txBody>
      </p:sp>
    </p:spTree>
    <p:extLst>
      <p:ext uri="{BB962C8B-B14F-4D97-AF65-F5344CB8AC3E}">
        <p14:creationId xmlns:p14="http://schemas.microsoft.com/office/powerpoint/2010/main" val="17650940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DC833-ABEF-45B7-B4FE-A46254F5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COMPLETION CERTIFICATES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958319-DE8C-40D6-822F-8DA2C8A5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70FF01-F16F-48B2-80BB-8091A952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2917E-8E34-43DC-A2E0-BE72CE31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381906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D03A89-A5E7-423F-865E-FA12A4F8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0270B-C50F-4DC9-B408-D0A6BD3A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B601D-02D9-4FFC-B4F3-A5B3D61E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E2005-25EF-4FFC-966A-DCAD42CA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30 Apr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28DB6B-4BF1-4C82-BE9D-5630CAA0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Final completion date in certificate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B7CA0-3F65-4D46-953E-D16B2C6B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6A749-EC87-44EF-8595-DA64F8A8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60 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D909D7-86C1-42A4-ABC6-5ED31114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Chiller manufacturer warranty stated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A3E4F7-360A-4461-8712-F2FE045B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2DA878-FAD5-4F6A-A467-E475E829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12 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64B3F4-CF34-4917-AE6B-35B4A80F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ATS panel warranty stated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37F4F0-8934-42DE-B23C-931D0344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C47349-9385-486A-A7C3-87F0A48F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Completion Certificates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6F54A6-BB8B-42A6-BA6C-DCC6F478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41133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6F1265-6A42-4BA3-BFA6-15B07CB9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0A080-4D07-4E1A-B789-2C779BB1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22B70-2D58-4812-9FD5-587EA516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authorized customer acceptance and signature status.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Tie warranty start to the recorded commissioning/startup date.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98D29-DEBD-49AB-800F-B43A60FB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51A75-8049-4804-B509-2E89DB89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Retain the O&amp;M, testing and training package referenced by the certificate.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Resolve any conflict with later project-closure dates.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74348-B581-4677-A557-142E8D8D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C4290-1440-47CD-8087-F0BA2DA9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Completion Certificates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DDF5FF-7137-49BB-BF1F-3985C013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586467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B5598E-E4F8-4946-9132-B79A03D5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25C6F-7028-4526-B035-38A11426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CAED66-97DA-4D6E-8D3C-641F94C1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65896-B916-4386-A57A-F4F9237B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A014D1-3B4C-4C5B-8BA2-20496F90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CFDAF7-6EEC-4747-9A64-91F1E76F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47DD8-149C-468F-8B7C-2B3E171D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Completion Certificates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7C92F-98E4-409F-AB84-95806E3B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201018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1692F3-94FC-4BDD-A57B-2F27BD88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59207-6D1B-4D29-B143-06E5E18E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DA3B4-7645-4412-B019-AE5ABB6D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4A951-F696-40CF-8DE6-FD47957E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6422E-8F5C-44C8-B95D-9E9B83BA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840BC-9DDB-40E4-BA65-070C4E0C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79D117-398D-4774-AE43-54EDCF9B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Completion Certificates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752F8A-CA4B-4179-903C-AC714210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608078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36EE3-5642-4690-8370-D480DC8F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252B1-F748-4BDF-A3CF-91537466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E8F94-1EC1-44A2-AA5B-B5707419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fe2061116e4221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291CE-D336-4FDC-810C-3614CC64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87BA6-D3ED-4471-AF8F-94A4C3DF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D1C1C3-0B54-4FC7-8BD6-2396724A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A33E1-21AE-430D-A3B0-57C5A69D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Completion Certificates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65D1D2-312C-42F4-8B15-30ED92A8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330700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C817CD-70D1-464F-BECB-79E60FD0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D28F9-FC1D-4659-AAAA-25E25E43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D3E9C-A2B5-462D-9798-BE2AB935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4CF048-803D-4B24-BA00-7FB86BD2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DE423-079A-4ED8-991C-A6DB8404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98ED95-70DD-439E-A686-C5254810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DCED6-0312-48A8-B8FB-B5EF61EC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Completion Certificates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96AD3E-67FC-44EB-A133-B53723E8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435311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2026-08-15T02:15:54.9940000Z</dcterms:created>
  <dcterms:modified xsi:type="dcterms:W3CDTF">2026-08-15T02:15:54.9940000Z</dcterms:modified>
</coreProperties>
</file>