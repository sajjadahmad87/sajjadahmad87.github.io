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7105eb850249d2" /><Relationship Type="http://schemas.openxmlformats.org/officeDocument/2006/relationships/extended-properties" Target="/docProps/app.xml" Id="R965fbd4c9d3849a8" /><Relationship Type="http://schemas.openxmlformats.org/officeDocument/2006/relationships/officeDocument" Target="/ppt/presentation.xml" Id="Re13dbbe7389f4d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e445174e684552"/>
  </p:sldMasterIdLst>
  <p:notesMasterIdLst>
    <p:notesMasterId xmlns:r="http://schemas.openxmlformats.org/officeDocument/2006/relationships" r:id="Rc651d0f4ea1b4349"/>
  </p:notesMasterIdLst>
  <p:sldIdLst>
    <p:sldId xmlns:r="http://schemas.openxmlformats.org/officeDocument/2006/relationships" id="256" r:id="Rc2bdd52664ab43d7"/>
    <p:sldId xmlns:r="http://schemas.openxmlformats.org/officeDocument/2006/relationships" id="257" r:id="Rb2ac2cc1505d480e"/>
    <p:sldId xmlns:r="http://schemas.openxmlformats.org/officeDocument/2006/relationships" id="258" r:id="R1a65b38880de4a9f"/>
    <p:sldId xmlns:r="http://schemas.openxmlformats.org/officeDocument/2006/relationships" id="259" r:id="R2ecc84ebfbd049e5"/>
    <p:sldId xmlns:r="http://schemas.openxmlformats.org/officeDocument/2006/relationships" id="260" r:id="R3654109924f347b8"/>
    <p:sldId xmlns:r="http://schemas.openxmlformats.org/officeDocument/2006/relationships" id="261" r:id="R9bd797fd5694468b"/>
    <p:sldId xmlns:r="http://schemas.openxmlformats.org/officeDocument/2006/relationships" id="262" r:id="Rf43337080cd6475e"/>
    <p:sldId xmlns:r="http://schemas.openxmlformats.org/officeDocument/2006/relationships" id="263" r:id="R12da4d3b1d7b4a2f"/>
    <p:sldId xmlns:r="http://schemas.openxmlformats.org/officeDocument/2006/relationships" id="264" r:id="R7847645bb1474d5e"/>
    <p:sldId xmlns:r="http://schemas.openxmlformats.org/officeDocument/2006/relationships" id="265" r:id="Rc88e901adf3948fb"/>
    <p:sldId xmlns:r="http://schemas.openxmlformats.org/officeDocument/2006/relationships" id="266" r:id="R41f2b0ebf1764927"/>
    <p:sldId xmlns:r="http://schemas.openxmlformats.org/officeDocument/2006/relationships" id="267" r:id="Re7681e01f78140e9"/>
    <p:sldId xmlns:r="http://schemas.openxmlformats.org/officeDocument/2006/relationships" id="268" r:id="Re3a754dc94434220"/>
    <p:sldId xmlns:r="http://schemas.openxmlformats.org/officeDocument/2006/relationships" id="269" r:id="Rf6a49a6a554a48de"/>
    <p:sldId xmlns:r="http://schemas.openxmlformats.org/officeDocument/2006/relationships" id="270" r:id="R10a0d6c83d05464c"/>
    <p:sldId xmlns:r="http://schemas.openxmlformats.org/officeDocument/2006/relationships" id="271" r:id="Rc2d11ff59a0e4562"/>
    <p:sldId xmlns:r="http://schemas.openxmlformats.org/officeDocument/2006/relationships" id="272" r:id="R535a36b73a954245"/>
    <p:sldId xmlns:r="http://schemas.openxmlformats.org/officeDocument/2006/relationships" id="273" r:id="R15288a4ce6ef4a29"/>
    <p:sldId xmlns:r="http://schemas.openxmlformats.org/officeDocument/2006/relationships" id="274" r:id="Re2bcf82005e44737"/>
    <p:sldId xmlns:r="http://schemas.openxmlformats.org/officeDocument/2006/relationships" id="275" r:id="R1978615d211e4844"/>
    <p:sldId xmlns:r="http://schemas.openxmlformats.org/officeDocument/2006/relationships" id="276" r:id="Rea3f046fb092464f"/>
    <p:sldId xmlns:r="http://schemas.openxmlformats.org/officeDocument/2006/relationships" id="277" r:id="R0481de4f999448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5b1e313cb24125" /><Relationship Type="http://schemas.openxmlformats.org/officeDocument/2006/relationships/slideMaster" Target="/ppt/slideMasters/slideMaster1.xml" Id="R8ce445174e684552" /><Relationship Type="http://schemas.openxmlformats.org/officeDocument/2006/relationships/notesMaster" Target="/ppt/notesMasters/notesMaster1.xml" Id="Rc651d0f4ea1b4349" /><Relationship Type="http://schemas.openxmlformats.org/officeDocument/2006/relationships/presProps" Target="/ppt/presProps.xml" Id="R07ea1b05ad4f4797" /><Relationship Type="http://schemas.openxmlformats.org/officeDocument/2006/relationships/tableStyles" Target="/ppt/tableStyles.xml" Id="Rc32348a635344dd6" /><Relationship Type="http://schemas.openxmlformats.org/officeDocument/2006/relationships/slide" Target="/ppt/slides/slide1.xml" Id="Rc2bdd52664ab43d7" /><Relationship Type="http://schemas.openxmlformats.org/officeDocument/2006/relationships/slide" Target="/ppt/slides/slide2.xml" Id="Rb2ac2cc1505d480e" /><Relationship Type="http://schemas.openxmlformats.org/officeDocument/2006/relationships/slide" Target="/ppt/slides/slide3.xml" Id="R1a65b38880de4a9f" /><Relationship Type="http://schemas.openxmlformats.org/officeDocument/2006/relationships/slide" Target="/ppt/slides/slide4.xml" Id="R2ecc84ebfbd049e5" /><Relationship Type="http://schemas.openxmlformats.org/officeDocument/2006/relationships/slide" Target="/ppt/slides/slide5.xml" Id="R3654109924f347b8" /><Relationship Type="http://schemas.openxmlformats.org/officeDocument/2006/relationships/slide" Target="/ppt/slides/slide6.xml" Id="R9bd797fd5694468b" /><Relationship Type="http://schemas.openxmlformats.org/officeDocument/2006/relationships/slide" Target="/ppt/slides/slide7.xml" Id="Rf43337080cd6475e" /><Relationship Type="http://schemas.openxmlformats.org/officeDocument/2006/relationships/slide" Target="/ppt/slides/slide8.xml" Id="R12da4d3b1d7b4a2f" /><Relationship Type="http://schemas.openxmlformats.org/officeDocument/2006/relationships/slide" Target="/ppt/slides/slide9.xml" Id="R7847645bb1474d5e" /><Relationship Type="http://schemas.openxmlformats.org/officeDocument/2006/relationships/slide" Target="/ppt/slides/slide10.xml" Id="Rc88e901adf3948fb" /><Relationship Type="http://schemas.openxmlformats.org/officeDocument/2006/relationships/slide" Target="/ppt/slides/slide11.xml" Id="R41f2b0ebf1764927" /><Relationship Type="http://schemas.openxmlformats.org/officeDocument/2006/relationships/slide" Target="/ppt/slides/slide12.xml" Id="Re7681e01f78140e9" /><Relationship Type="http://schemas.openxmlformats.org/officeDocument/2006/relationships/slide" Target="/ppt/slides/slide13.xml" Id="Re3a754dc94434220" /><Relationship Type="http://schemas.openxmlformats.org/officeDocument/2006/relationships/slide" Target="/ppt/slides/slide14.xml" Id="Rf6a49a6a554a48de" /><Relationship Type="http://schemas.openxmlformats.org/officeDocument/2006/relationships/slide" Target="/ppt/slides/slide15.xml" Id="R10a0d6c83d05464c" /><Relationship Type="http://schemas.openxmlformats.org/officeDocument/2006/relationships/slide" Target="/ppt/slides/slide16.xml" Id="Rc2d11ff59a0e4562" /><Relationship Type="http://schemas.openxmlformats.org/officeDocument/2006/relationships/slide" Target="/ppt/slides/slide17.xml" Id="R535a36b73a954245" /><Relationship Type="http://schemas.openxmlformats.org/officeDocument/2006/relationships/slide" Target="/ppt/slides/slide18.xml" Id="R15288a4ce6ef4a29" /><Relationship Type="http://schemas.openxmlformats.org/officeDocument/2006/relationships/slide" Target="/ppt/slides/slide19.xml" Id="Re2bcf82005e44737" /><Relationship Type="http://schemas.openxmlformats.org/officeDocument/2006/relationships/slide" Target="/ppt/slides/slide20.xml" Id="R1978615d211e4844" /><Relationship Type="http://schemas.openxmlformats.org/officeDocument/2006/relationships/slide" Target="/ppt/slides/slide21.xml" Id="Rea3f046fb092464f" /><Relationship Type="http://schemas.openxmlformats.org/officeDocument/2006/relationships/slide" Target="/ppt/slides/slide22.xml" Id="R0481de4f999448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ce27d8826840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769d4520f34317" /><Relationship Type="http://schemas.openxmlformats.org/officeDocument/2006/relationships/notesMaster" Target="/ppt/notesMasters/notesMaster1.xml" Id="R07bf06bfe6cd43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56d288a3264a18" /><Relationship Type="http://schemas.openxmlformats.org/officeDocument/2006/relationships/notesMaster" Target="/ppt/notesMasters/notesMaster1.xml" Id="R17d23a8873e741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136f94b5d54b76" /><Relationship Type="http://schemas.openxmlformats.org/officeDocument/2006/relationships/notesMaster" Target="/ppt/notesMasters/notesMaster1.xml" Id="Ra35e3bdb88c645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6ed50f42614d0f" /><Relationship Type="http://schemas.openxmlformats.org/officeDocument/2006/relationships/notesMaster" Target="/ppt/notesMasters/notesMaster1.xml" Id="Rbbfaf0e909f745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861f29c54245a8" /><Relationship Type="http://schemas.openxmlformats.org/officeDocument/2006/relationships/notesMaster" Target="/ppt/notesMasters/notesMaster1.xml" Id="R0a16a01db14d47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40d259fb8d40bd" /><Relationship Type="http://schemas.openxmlformats.org/officeDocument/2006/relationships/notesMaster" Target="/ppt/notesMasters/notesMaster1.xml" Id="R4c4bad1119e04b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57bc0dda724609" /><Relationship Type="http://schemas.openxmlformats.org/officeDocument/2006/relationships/notesMaster" Target="/ppt/notesMasters/notesMaster1.xml" Id="Rff198f77e8e343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e69ea2fb794a07" /><Relationship Type="http://schemas.openxmlformats.org/officeDocument/2006/relationships/notesMaster" Target="/ppt/notesMasters/notesMaster1.xml" Id="R224cfc64772e48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00541a23b2462f" /><Relationship Type="http://schemas.openxmlformats.org/officeDocument/2006/relationships/notesMaster" Target="/ppt/notesMasters/notesMaster1.xml" Id="Rce130dfd10ec4c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75c68a8c394028" /><Relationship Type="http://schemas.openxmlformats.org/officeDocument/2006/relationships/notesMaster" Target="/ppt/notesMasters/notesMaster1.xml" Id="R9b7da54e76b245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bf5d0b23eb439e" /><Relationship Type="http://schemas.openxmlformats.org/officeDocument/2006/relationships/notesMaster" Target="/ppt/notesMasters/notesMaster1.xml" Id="Rddf379a7007642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846b1f82794327" /><Relationship Type="http://schemas.openxmlformats.org/officeDocument/2006/relationships/notesMaster" Target="/ppt/notesMasters/notesMaster1.xml" Id="R13d0785ee8974f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593717a8204662" /><Relationship Type="http://schemas.openxmlformats.org/officeDocument/2006/relationships/notesMaster" Target="/ppt/notesMasters/notesMaster1.xml" Id="R4c0503ad33c340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299ba5e27246ce" /><Relationship Type="http://schemas.openxmlformats.org/officeDocument/2006/relationships/notesMaster" Target="/ppt/notesMasters/notesMaster1.xml" Id="Raa18c77417ac40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d1a0a4e0844861" /><Relationship Type="http://schemas.openxmlformats.org/officeDocument/2006/relationships/notesMaster" Target="/ppt/notesMasters/notesMaster1.xml" Id="R64a9ee33b0804b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7ddb6fda0e4374" /><Relationship Type="http://schemas.openxmlformats.org/officeDocument/2006/relationships/notesMaster" Target="/ppt/notesMasters/notesMaster1.xml" Id="R9b592e7e247f47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4732be674242c1" /><Relationship Type="http://schemas.openxmlformats.org/officeDocument/2006/relationships/notesMaster" Target="/ppt/notesMasters/notesMaster1.xml" Id="Rde877cc66c3144b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c06bd9508d48e4" /><Relationship Type="http://schemas.openxmlformats.org/officeDocument/2006/relationships/notesMaster" Target="/ppt/notesMasters/notesMaster1.xml" Id="R15bd31a564ce42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eafddc72c54a34" /><Relationship Type="http://schemas.openxmlformats.org/officeDocument/2006/relationships/notesMaster" Target="/ppt/notesMasters/notesMaster1.xml" Id="Rff637555975a461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09eae0a016429c" /><Relationship Type="http://schemas.openxmlformats.org/officeDocument/2006/relationships/notesMaster" Target="/ppt/notesMasters/notesMaster1.xml" Id="Re0aced0ea72b4c1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3892f2456ec4fc8" /><Relationship Type="http://schemas.openxmlformats.org/officeDocument/2006/relationships/notesMaster" Target="/ppt/notesMasters/notesMaster1.xml" Id="R2255ab07e03548b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0a6e952d14949a6" /><Relationship Type="http://schemas.openxmlformats.org/officeDocument/2006/relationships/notesMaster" Target="/ppt/notesMasters/notesMaster1.xml" Id="Rb0ec2e8266c54c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dc788a6c24d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40eca0a0d642cf" /><Relationship Type="http://schemas.openxmlformats.org/officeDocument/2006/relationships/slideLayout" Target="/ppt/slideLayouts/slideLayout1.xml" Id="R3f5c64f59ebf4f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5c64f59ebf4f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caf1ef9d342e7" /><Relationship Type="http://schemas.openxmlformats.org/officeDocument/2006/relationships/image" Target="/ppt/media/image.jpeg" Id="R73bf46905aa646f7" /><Relationship Type="http://schemas.openxmlformats.org/officeDocument/2006/relationships/notesSlide" Target="/ppt/notesSlides/notesSlide1.xml" Id="Rc86982139f6f45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17ca103c043ba" /><Relationship Type="http://schemas.openxmlformats.org/officeDocument/2006/relationships/notesSlide" Target="/ppt/notesSlides/notesSlide2.xml" Id="R9ba2a5ab204a4c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100a403294f88" /><Relationship Type="http://schemas.openxmlformats.org/officeDocument/2006/relationships/notesSlide" Target="/ppt/notesSlides/notesSlide3.xml" Id="R29aead6ce74244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0305770c04dff" /><Relationship Type="http://schemas.openxmlformats.org/officeDocument/2006/relationships/notesSlide" Target="/ppt/notesSlides/notesSlide4.xml" Id="Rdee946b58f9d41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bf526fb694ae2" /><Relationship Type="http://schemas.openxmlformats.org/officeDocument/2006/relationships/notesSlide" Target="/ppt/notesSlides/notesSlide5.xml" Id="R6552b614bd224f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7638d6f4a4b65" /><Relationship Type="http://schemas.openxmlformats.org/officeDocument/2006/relationships/notesSlide" Target="/ppt/notesSlides/notesSlide6.xml" Id="R0dca4ebc805441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792a33caa4790" /><Relationship Type="http://schemas.openxmlformats.org/officeDocument/2006/relationships/image" Target="/ppt/media/image2.jpeg" Id="Rde2141a35ed144e3" /><Relationship Type="http://schemas.openxmlformats.org/officeDocument/2006/relationships/notesSlide" Target="/ppt/notesSlides/notesSlide7.xml" Id="R74ccc850684845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cc78c2e9b4991" /><Relationship Type="http://schemas.openxmlformats.org/officeDocument/2006/relationships/image" Target="/ppt/media/image3.jpeg" Id="R0623d46154714f90" /><Relationship Type="http://schemas.openxmlformats.org/officeDocument/2006/relationships/notesSlide" Target="/ppt/notesSlides/notesSlide8.xml" Id="Rdea6d74337844b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bc09cc8324086" /><Relationship Type="http://schemas.openxmlformats.org/officeDocument/2006/relationships/image" Target="/ppt/media/image4.jpeg" Id="Rbdec2ec8d84d4526" /><Relationship Type="http://schemas.openxmlformats.org/officeDocument/2006/relationships/notesSlide" Target="/ppt/notesSlides/notesSlide9.xml" Id="R95293da0af424e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9e1dfe5ab43a6" /><Relationship Type="http://schemas.openxmlformats.org/officeDocument/2006/relationships/image" Target="/ppt/media/image5.jpeg" Id="Racd8fe5313d44969" /><Relationship Type="http://schemas.openxmlformats.org/officeDocument/2006/relationships/notesSlide" Target="/ppt/notesSlides/notesSlide10.xml" Id="R143ca335316d45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714fafd0a46e4" /><Relationship Type="http://schemas.openxmlformats.org/officeDocument/2006/relationships/image" Target="/ppt/media/image6.jpeg" Id="R836c9dfbfb804f5d" /><Relationship Type="http://schemas.openxmlformats.org/officeDocument/2006/relationships/notesSlide" Target="/ppt/notesSlides/notesSlide11.xml" Id="R52c803d1beb148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3a0a33f5b4d5e" /><Relationship Type="http://schemas.openxmlformats.org/officeDocument/2006/relationships/image" Target="/ppt/media/image7.jpeg" Id="R3f7c4d9d7eba4e04" /><Relationship Type="http://schemas.openxmlformats.org/officeDocument/2006/relationships/notesSlide" Target="/ppt/notesSlides/notesSlide12.xml" Id="Rd3883be913e542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2232adcd1437d" /><Relationship Type="http://schemas.openxmlformats.org/officeDocument/2006/relationships/image" Target="/ppt/media/image8.jpeg" Id="Rb3f0854439da437d" /><Relationship Type="http://schemas.openxmlformats.org/officeDocument/2006/relationships/notesSlide" Target="/ppt/notesSlides/notesSlide13.xml" Id="Reb8880a0b4d041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a4bda58414094" /><Relationship Type="http://schemas.openxmlformats.org/officeDocument/2006/relationships/image" Target="/ppt/media/image9.jpeg" Id="Rfbc5e7024ebb49fd" /><Relationship Type="http://schemas.openxmlformats.org/officeDocument/2006/relationships/notesSlide" Target="/ppt/notesSlides/notesSlide14.xml" Id="Rbd5c6ef13e5d4f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d2b8b189c431d" /><Relationship Type="http://schemas.openxmlformats.org/officeDocument/2006/relationships/image" Target="/ppt/media/image10.jpeg" Id="R81ccf7de8687486f" /><Relationship Type="http://schemas.openxmlformats.org/officeDocument/2006/relationships/notesSlide" Target="/ppt/notesSlides/notesSlide15.xml" Id="R337ad42a9ad640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35c779d29483a" /><Relationship Type="http://schemas.openxmlformats.org/officeDocument/2006/relationships/image" Target="/ppt/media/image11.jpeg" Id="R78b1f6c8f1a54b45" /><Relationship Type="http://schemas.openxmlformats.org/officeDocument/2006/relationships/notesSlide" Target="/ppt/notesSlides/notesSlide16.xml" Id="Rad2cd3df2dcd45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3514f266b4bb9" /><Relationship Type="http://schemas.openxmlformats.org/officeDocument/2006/relationships/image" Target="/ppt/media/image12.jpeg" Id="R81a1a845cf9e4a47" /><Relationship Type="http://schemas.openxmlformats.org/officeDocument/2006/relationships/notesSlide" Target="/ppt/notesSlides/notesSlide17.xml" Id="R50e5262de4064b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58e8cc18d4bb3" /><Relationship Type="http://schemas.openxmlformats.org/officeDocument/2006/relationships/image" Target="/ppt/media/image13.jpeg" Id="R3caf3d74306d4602" /><Relationship Type="http://schemas.openxmlformats.org/officeDocument/2006/relationships/notesSlide" Target="/ppt/notesSlides/notesSlide18.xml" Id="R63ddf0c83fbf4a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ac20cd1244e8e" /><Relationship Type="http://schemas.openxmlformats.org/officeDocument/2006/relationships/image" Target="/ppt/media/image14.jpeg" Id="Rd45916598dcc4c39" /><Relationship Type="http://schemas.openxmlformats.org/officeDocument/2006/relationships/notesSlide" Target="/ppt/notesSlides/notesSlide19.xml" Id="R30e5cd93c51c4e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0ff41bbd144d0" /><Relationship Type="http://schemas.openxmlformats.org/officeDocument/2006/relationships/image" Target="/ppt/media/image15.jpeg" Id="R104d714269a54704" /><Relationship Type="http://schemas.openxmlformats.org/officeDocument/2006/relationships/notesSlide" Target="/ppt/notesSlides/notesSlide20.xml" Id="R9f31b26e116c495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de04840884112" /><Relationship Type="http://schemas.openxmlformats.org/officeDocument/2006/relationships/image" Target="/ppt/media/image16.jpeg" Id="R7238fae4d4674165" /><Relationship Type="http://schemas.openxmlformats.org/officeDocument/2006/relationships/notesSlide" Target="/ppt/notesSlides/notesSlide21.xml" Id="Ree08294a8c7e44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5a83968614504" /><Relationship Type="http://schemas.openxmlformats.org/officeDocument/2006/relationships/notesSlide" Target="/ppt/notesSlides/notesSlide22.xml" Id="R0a398c7e4bc143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47357-98AB-4D56-88BC-B26B0686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MF-250E V2 • INSTALLATION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FF1B3-922C-42FB-9655-F5F89594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MF-250E-V2 Installation Manual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88BDD-DF5A-46A8-B5BB-4B0BB24D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Revision-specific installation and machine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22687-B23F-4992-A155-92B2381F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f46905aa646f7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9E8DD-56CC-464F-B03B-2B40A141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217921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D86AC-C34E-40C5-BD8F-8C05E716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MF-250E V2 • INSTALLATION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BC1C2-42A2-4102-87DF-CFA33143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E88AD-1933-4997-A0EB-05423AE4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A3D3F-92B7-4CAB-A89A-909AA951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09003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C155B-CEF8-4263-9977-38A021A2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528BE-0FF1-49F4-94A5-BA97A455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D5FE6-EA80-4383-BAF9-57480F70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CB6A6-8236-4704-9C18-A538E659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61830-2046-4472-93D4-1D06E0F7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Installation-manual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87946-D995-455C-9967-18F26A64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9855A-75D6-4D7D-8D3E-AD8436C7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MF-250E-V2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51A06-8992-40B0-87D8-BDD7D2B2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Machine revision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A81BD-0574-403A-98A9-E76BA3C0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DC928-6899-4623-9F5E-FD26E446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V2.2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DDD78-B69C-46B7-96A3-D9BE2E13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Uploaded installation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06D7F-6423-4883-AE2A-B86EE5E8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CC5AB-A766-4D78-A5AB-8DE14D0E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B688B-4C7C-45FF-8B13-FB6F701B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6298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0E30E-49F6-4272-83F3-2A12BAD8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D26B8-E5D7-4BBB-8B63-F7B0AFE7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707D7-220D-4F94-B769-259AEAEC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size, weight, lifting and installation space. • Fix the machine according to the approved method.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65A45-5953-4E25-938E-1F41DFFD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3F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1049C-CFCB-4347-9210-B560B5B0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Install hanging metal, clamp-cylinder and mirror assemblies. • Complete utilities and functional checks before release.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97EDD-334A-4B09-BC8B-F3495D5B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703A7-C01A-4550-9E6D-1E90C58C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F6323-0372-48C8-853F-06771AAE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70212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2F4D2-6942-49FB-9986-34D95A39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6FB1D-1F6E-4B16-9A56-21E454EC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BBBC7-3DA0-4027-8F3E-C0C50DD2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18648-56C9-45BC-AB0E-8583F7CA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3F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13697-3AD7-4B40-B0BE-CD75C3A1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64C39-0134-44FF-AB9A-47F88984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F2305-9DE1-4674-BB2A-0AF82643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AFBE9-F8A6-489F-9721-A584D371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899814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F1830-4D05-420A-BDD7-CADF7BB1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81691-DC80-45B0-A131-19C6A60B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CD8F8-A50A-4CBB-8E6E-30FE7863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F897D-7E94-4013-8511-D7FC2476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3F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FE9C3-B3AB-45A9-A3D2-69563D40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DD569-F025-46B2-9A54-89BE68B9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369C8-BEE9-4B45-88A7-FF8E2A8F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C7055-474C-42DC-AF02-F1F1EBD7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73791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94528-1B08-4F9D-9076-865B0890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A3E86-F346-4549-BD92-778932B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EFF88-A754-4004-BE2D-3E3CE49C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141a35ed144e3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FA561-8A56-467F-B844-1EDCD769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F9897-D2AF-4056-84F8-A9708EFE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2C496-D4A3-49FA-A1E3-236FBBD8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BBCCC-5ADD-4167-8D90-9AFEF215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70A89-88FE-4C3A-A7B0-32CE9ADB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873194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0CDE5-49BA-4811-9DFA-BB874E66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C1E3B-D678-425A-AFD4-23ECA507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D5C30-C02B-4B73-BDDC-D6E29A02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3d46154714f9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3D000-5F79-4FE2-BE5F-3A78F9BB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A9EEB-4E6B-405D-BC0A-4AAB99B3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866CF-4628-4830-8E54-0A6617C5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73F64-BE12-4473-8CFA-CB27EB6E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A76A8-8B48-4FBA-B108-92E37197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70206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AAB6D-9459-48EE-9757-96587329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D5AB6-2610-4968-9EEB-050559D9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EE616-6444-40ED-B85D-70F130E6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c2ec8d84d4526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32A95-5081-44DD-83AB-98FAC709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3D5D2-9CD6-4633-90CA-0DE8DED9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49281-E818-4B56-9ED7-32F29DB4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91B01-A375-40AD-BFFD-B084E5D3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C33D9-8D0F-4016-B498-FDF725C9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41470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057AF-B81B-42F7-8CB6-70B19263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EF64F-8335-46F2-84FF-CA9CABE0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0EA8C-4AE9-4F7B-A73E-31A33F28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8fe5313d44969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45A65-CD5E-431D-B41D-4A2DB827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EF0E9-00AC-4B44-9C1D-EA811AD8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B4747-993B-42F0-8F50-202BC3B7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07F6B-3FF4-41BA-8E1D-F41FACC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CAC38-E53C-4635-BD75-89F4C1A8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97784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0FAC3-79C3-4424-A5CA-5483BFBF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151C9-7409-47AB-B507-F7C8875B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74734-2677-4EF0-825B-0EE3D359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c9dfbfb804f5d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3A63A-B33A-4327-AC9F-85D6D429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41BF6-E444-4EFB-B73F-7226DF62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B00E1-569E-4D15-8796-3CA003ED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A3B16-EF76-4FE8-8B19-194AFA18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5D011-8FD9-48D2-819C-19DFB9D2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816101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34BB3-2871-43A7-8699-87E9EC8A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005A9-81C8-4553-BE0A-FCAE40AD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15F1D-5BA2-4332-8809-09CDF740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c4d9d7eba4e04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A4644-2040-4D79-A717-4710D748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A92AE-D1AD-4B75-8D72-1277522F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33379-5774-47D4-9BCE-2CEA1073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6217C-D423-4250-8731-83F33B0D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58DDB-5D54-4D26-8855-B0B09C95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900534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9554B-7E5C-4794-82C1-1E495D9D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D3D89-2536-4BF9-A842-22B41C26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1A661-F5CF-47CF-81DF-9E80CAD4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0854439da437d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A4B30-9F54-4DCA-85B5-97233295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36FDC-ACEC-458A-BE73-E429F019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E2485-8B5C-489D-AC32-7332EABA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E6E95-31FB-4D6D-B8B2-120FD4F4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81BCC-10AB-4C62-BF1C-58BEB022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8317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4AECD-5FB1-483D-A93E-15ED5B5C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376F5-090B-413A-ACEB-635ECAF5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D2941-09D8-4848-83A6-DEFEE388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5e7024ebb49fd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125AF-7AAD-4637-AC45-3CF4B0FA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D719E-5862-4657-984A-5098F4EE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7B4E3-CD0A-4CAD-BA65-36EAAE20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91C0B-B119-4806-8EDF-1AC600C1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E3B40-0D0D-42A6-9415-27072DCF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100817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D5212-DC35-4EFB-8D32-8830EA3D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2C8DF-FBCE-4567-8602-2606699E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059A7-6954-4B82-826E-8D376B44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cf7de8687486f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A8B7A-7C1A-4BA0-8779-5150F434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76B6D-DD90-4646-ABFF-4CE4B212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1A1F5-7CCD-4651-B1F4-99680B60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4F97D-84CC-4AC9-A137-8C8E7527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BA42F-5B94-49BF-B7B4-33609568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911808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3654B-E5F6-4997-AB87-667C4991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3416F-F814-496B-8C06-07ECBC86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C77AF-2732-4310-AFB2-76040368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1f6c8f1a54b45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AA773-F9FD-4D5D-9670-9C23B1FF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3AD10-9BAC-4314-A1D9-E87164E4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224DB-6F58-48A8-8EA0-7107EEE1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01FE1-7A6B-47C8-B6DA-33563DBB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8BF6E-A5EE-49B1-BF42-5DE2A53C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380463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28546-5A8C-4C2D-9C2E-5DC1C2AE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12644-A26E-4B96-8088-8F0AD4C2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37C9F-143D-4E17-A5A3-75803D96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1a845cf9e4a47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B104F-7FE4-475F-A8A6-643A950C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5807B-06BA-486E-B014-9882693E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C3654-F236-4658-BF6C-492B9BCA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2BA95-465F-4A1A-82DD-610599CA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527C9-ED32-4AED-AB14-2407548D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338269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E523B-C8A7-4E40-914F-53BADF4C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DDDD1-6794-47A8-BB63-ECA6CAA7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C6CB5-8968-45A7-BF14-83ED8DBE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f3d74306d4602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4619E-7379-483D-BDF0-BC5242DF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5F669-0921-44A2-A6DB-6183AF38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C4A8D-529C-4640-96CC-C97067FA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07663-3BDC-4724-819C-515BCD66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545CE-A004-4B40-AF2D-E70B1672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999868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93F30-5D8F-4BAF-ACAF-87C54F04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6F357-BE19-4CB3-9620-642BFE70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C16C3-2B45-456C-A358-3F4A718E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916598dcc4c39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BABAC-DC16-4FA3-8147-77A11784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AF574-3196-4AEB-B758-FE145055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F2381-C5C0-4463-9D6C-FF56BBFF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F19AD-8CEA-48DB-95FC-039FB1E3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93568-9022-497D-A2DE-017607AA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412392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1D908-713F-40FC-AD5C-7A5A90F8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8434A-02B9-41CD-AB58-657C745F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22168-A2B1-44BE-A291-9D2F4B03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d714269a54704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22D35-EDD2-485D-AD2A-6825A1C2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8E371-D676-41A8-9105-F655CD54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41CBC-8468-4D9E-B87E-18BD3443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B9CED-81E6-4A91-B512-A8D0AC3C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8129D-3282-4286-93AF-926D9CDD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789809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B02D8-CA86-4030-A399-DA5B9676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817F6-8FE3-44BC-B2D9-8B4F8955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A36E5-6BAA-47FB-9D4E-D8910786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8fae4d4674165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DA5AB-38E3-4846-A489-F7FEF4E0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520A2-E20E-4957-A7EA-831416CE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6D43A-B59B-4535-8324-31275E14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CD8B1-C4B4-4786-9895-CD12E1A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EBE8F-AA06-4602-91CA-CDAB232D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918305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53B84-7878-41E7-A5B3-819AA6FB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F6642-1DE8-4DCF-AC17-F0C0D150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D4F9D-5703-4972-8EF1-D06966E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77E6C-35D0-4343-A7A0-7C718213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3F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DEAE8-D7AC-4D67-BF67-349303DD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AAEC0-A586-49DC-AB44-5396AEF7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D2539-3544-4A66-AFD1-BE3CB463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Installation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BDAC9-0508-40B2-8D5E-12813128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51466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2026-08-15T02:50:03.9980000Z</dcterms:created>
  <dcterms:modified xsi:type="dcterms:W3CDTF">2026-08-15T02:50:03.9980000Z</dcterms:modified>
</coreProperties>
</file>