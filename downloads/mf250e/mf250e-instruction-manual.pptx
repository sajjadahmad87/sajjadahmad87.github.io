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26d5701a84ba7" /><Relationship Type="http://schemas.openxmlformats.org/officeDocument/2006/relationships/extended-properties" Target="/docProps/app.xml" Id="R52ca1489a5ad4317" /><Relationship Type="http://schemas.openxmlformats.org/officeDocument/2006/relationships/officeDocument" Target="/ppt/presentation.xml" Id="Rf12ae07a060b4c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a9d27074584234"/>
  </p:sldMasterIdLst>
  <p:notesMasterIdLst>
    <p:notesMasterId xmlns:r="http://schemas.openxmlformats.org/officeDocument/2006/relationships" r:id="Re5051036cd2b4d3d"/>
  </p:notesMasterIdLst>
  <p:sldIdLst>
    <p:sldId xmlns:r="http://schemas.openxmlformats.org/officeDocument/2006/relationships" id="256" r:id="R7d847be6eca1402f"/>
    <p:sldId xmlns:r="http://schemas.openxmlformats.org/officeDocument/2006/relationships" id="257" r:id="Rfd732d5468f64d35"/>
    <p:sldId xmlns:r="http://schemas.openxmlformats.org/officeDocument/2006/relationships" id="258" r:id="R141b0686044d4ede"/>
    <p:sldId xmlns:r="http://schemas.openxmlformats.org/officeDocument/2006/relationships" id="259" r:id="R21c23533162b4474"/>
    <p:sldId xmlns:r="http://schemas.openxmlformats.org/officeDocument/2006/relationships" id="260" r:id="Rd03b7deb125543d6"/>
    <p:sldId xmlns:r="http://schemas.openxmlformats.org/officeDocument/2006/relationships" id="261" r:id="R2ebc0fc81d044c38"/>
    <p:sldId xmlns:r="http://schemas.openxmlformats.org/officeDocument/2006/relationships" id="262" r:id="R54ab86f0a8294876"/>
    <p:sldId xmlns:r="http://schemas.openxmlformats.org/officeDocument/2006/relationships" id="263" r:id="R87cc68d37c0b4e55"/>
    <p:sldId xmlns:r="http://schemas.openxmlformats.org/officeDocument/2006/relationships" id="264" r:id="R4eefbfa6f5a244cf"/>
    <p:sldId xmlns:r="http://schemas.openxmlformats.org/officeDocument/2006/relationships" id="265" r:id="R507f42b29c5142a6"/>
    <p:sldId xmlns:r="http://schemas.openxmlformats.org/officeDocument/2006/relationships" id="266" r:id="R137a35cdd1a44ae7"/>
    <p:sldId xmlns:r="http://schemas.openxmlformats.org/officeDocument/2006/relationships" id="267" r:id="R50ff32e830a34d02"/>
    <p:sldId xmlns:r="http://schemas.openxmlformats.org/officeDocument/2006/relationships" id="268" r:id="Rdcc91332e7b842ff"/>
    <p:sldId xmlns:r="http://schemas.openxmlformats.org/officeDocument/2006/relationships" id="269" r:id="Rcf033c7f0eae40ad"/>
    <p:sldId xmlns:r="http://schemas.openxmlformats.org/officeDocument/2006/relationships" id="270" r:id="R8d2d5dba78624780"/>
    <p:sldId xmlns:r="http://schemas.openxmlformats.org/officeDocument/2006/relationships" id="271" r:id="Rb191e79347e04b16"/>
    <p:sldId xmlns:r="http://schemas.openxmlformats.org/officeDocument/2006/relationships" id="272" r:id="Rcee11008219047b7"/>
    <p:sldId xmlns:r="http://schemas.openxmlformats.org/officeDocument/2006/relationships" id="273" r:id="R5d6661b181b04140"/>
    <p:sldId xmlns:r="http://schemas.openxmlformats.org/officeDocument/2006/relationships" id="274" r:id="R2dfcc9a8819147b0"/>
    <p:sldId xmlns:r="http://schemas.openxmlformats.org/officeDocument/2006/relationships" id="275" r:id="Rc53baedbbb504b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2c2d51d314888" /><Relationship Type="http://schemas.openxmlformats.org/officeDocument/2006/relationships/slideMaster" Target="/ppt/slideMasters/slideMaster1.xml" Id="R9ca9d27074584234" /><Relationship Type="http://schemas.openxmlformats.org/officeDocument/2006/relationships/notesMaster" Target="/ppt/notesMasters/notesMaster1.xml" Id="Re5051036cd2b4d3d" /><Relationship Type="http://schemas.openxmlformats.org/officeDocument/2006/relationships/presProps" Target="/ppt/presProps.xml" Id="R6087568829d74aa8" /><Relationship Type="http://schemas.openxmlformats.org/officeDocument/2006/relationships/tableStyles" Target="/ppt/tableStyles.xml" Id="Rc109f493a0a94415" /><Relationship Type="http://schemas.openxmlformats.org/officeDocument/2006/relationships/slide" Target="/ppt/slides/slide1.xml" Id="R7d847be6eca1402f" /><Relationship Type="http://schemas.openxmlformats.org/officeDocument/2006/relationships/slide" Target="/ppt/slides/slide2.xml" Id="Rfd732d5468f64d35" /><Relationship Type="http://schemas.openxmlformats.org/officeDocument/2006/relationships/slide" Target="/ppt/slides/slide3.xml" Id="R141b0686044d4ede" /><Relationship Type="http://schemas.openxmlformats.org/officeDocument/2006/relationships/slide" Target="/ppt/slides/slide4.xml" Id="R21c23533162b4474" /><Relationship Type="http://schemas.openxmlformats.org/officeDocument/2006/relationships/slide" Target="/ppt/slides/slide5.xml" Id="Rd03b7deb125543d6" /><Relationship Type="http://schemas.openxmlformats.org/officeDocument/2006/relationships/slide" Target="/ppt/slides/slide6.xml" Id="R2ebc0fc81d044c38" /><Relationship Type="http://schemas.openxmlformats.org/officeDocument/2006/relationships/slide" Target="/ppt/slides/slide7.xml" Id="R54ab86f0a8294876" /><Relationship Type="http://schemas.openxmlformats.org/officeDocument/2006/relationships/slide" Target="/ppt/slides/slide8.xml" Id="R87cc68d37c0b4e55" /><Relationship Type="http://schemas.openxmlformats.org/officeDocument/2006/relationships/slide" Target="/ppt/slides/slide9.xml" Id="R4eefbfa6f5a244cf" /><Relationship Type="http://schemas.openxmlformats.org/officeDocument/2006/relationships/slide" Target="/ppt/slides/slide10.xml" Id="R507f42b29c5142a6" /><Relationship Type="http://schemas.openxmlformats.org/officeDocument/2006/relationships/slide" Target="/ppt/slides/slide11.xml" Id="R137a35cdd1a44ae7" /><Relationship Type="http://schemas.openxmlformats.org/officeDocument/2006/relationships/slide" Target="/ppt/slides/slide12.xml" Id="R50ff32e830a34d02" /><Relationship Type="http://schemas.openxmlformats.org/officeDocument/2006/relationships/slide" Target="/ppt/slides/slide13.xml" Id="Rdcc91332e7b842ff" /><Relationship Type="http://schemas.openxmlformats.org/officeDocument/2006/relationships/slide" Target="/ppt/slides/slide14.xml" Id="Rcf033c7f0eae40ad" /><Relationship Type="http://schemas.openxmlformats.org/officeDocument/2006/relationships/slide" Target="/ppt/slides/slide15.xml" Id="R8d2d5dba78624780" /><Relationship Type="http://schemas.openxmlformats.org/officeDocument/2006/relationships/slide" Target="/ppt/slides/slide16.xml" Id="Rb191e79347e04b16" /><Relationship Type="http://schemas.openxmlformats.org/officeDocument/2006/relationships/slide" Target="/ppt/slides/slide17.xml" Id="Rcee11008219047b7" /><Relationship Type="http://schemas.openxmlformats.org/officeDocument/2006/relationships/slide" Target="/ppt/slides/slide18.xml" Id="R5d6661b181b04140" /><Relationship Type="http://schemas.openxmlformats.org/officeDocument/2006/relationships/slide" Target="/ppt/slides/slide19.xml" Id="R2dfcc9a8819147b0" /><Relationship Type="http://schemas.openxmlformats.org/officeDocument/2006/relationships/slide" Target="/ppt/slides/slide20.xml" Id="Rc53baedbbb504b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301179c7549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5ae870b4f456f" /><Relationship Type="http://schemas.openxmlformats.org/officeDocument/2006/relationships/notesMaster" Target="/ppt/notesMasters/notesMaster1.xml" Id="R04fa9ea235dd48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36b65f3866487b" /><Relationship Type="http://schemas.openxmlformats.org/officeDocument/2006/relationships/notesMaster" Target="/ppt/notesMasters/notesMaster1.xml" Id="Rdc81cf88437441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793a6c4146475a" /><Relationship Type="http://schemas.openxmlformats.org/officeDocument/2006/relationships/notesMaster" Target="/ppt/notesMasters/notesMaster1.xml" Id="R278862c61387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c7bdaccfd4bae" /><Relationship Type="http://schemas.openxmlformats.org/officeDocument/2006/relationships/notesMaster" Target="/ppt/notesMasters/notesMaster1.xml" Id="R08648f626b8d47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b3b730e28a47fe" /><Relationship Type="http://schemas.openxmlformats.org/officeDocument/2006/relationships/notesMaster" Target="/ppt/notesMasters/notesMaster1.xml" Id="Rc53b41b2e29a45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2b42745a014f6e" /><Relationship Type="http://schemas.openxmlformats.org/officeDocument/2006/relationships/notesMaster" Target="/ppt/notesMasters/notesMaster1.xml" Id="Rb9c8210eee1547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18de94c8744906" /><Relationship Type="http://schemas.openxmlformats.org/officeDocument/2006/relationships/notesMaster" Target="/ppt/notesMasters/notesMaster1.xml" Id="R1e37d10784544a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7669434c6e4b04" /><Relationship Type="http://schemas.openxmlformats.org/officeDocument/2006/relationships/notesMaster" Target="/ppt/notesMasters/notesMaster1.xml" Id="R88d6197976b54f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a10f11f2846d5" /><Relationship Type="http://schemas.openxmlformats.org/officeDocument/2006/relationships/notesMaster" Target="/ppt/notesMasters/notesMaster1.xml" Id="R7550bd6a30c345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e7b0a1594d451d" /><Relationship Type="http://schemas.openxmlformats.org/officeDocument/2006/relationships/notesMaster" Target="/ppt/notesMasters/notesMaster1.xml" Id="Rcfd8004e2a494d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6cc1c3694e43ab" /><Relationship Type="http://schemas.openxmlformats.org/officeDocument/2006/relationships/notesMaster" Target="/ppt/notesMasters/notesMaster1.xml" Id="R689d614b82e146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b279e37c694d29" /><Relationship Type="http://schemas.openxmlformats.org/officeDocument/2006/relationships/notesMaster" Target="/ppt/notesMasters/notesMaster1.xml" Id="Re7904555ff904c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f346aa6c4746d2" /><Relationship Type="http://schemas.openxmlformats.org/officeDocument/2006/relationships/notesMaster" Target="/ppt/notesMasters/notesMaster1.xml" Id="R4eab27b1b3fa45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45d2b312dd4f59" /><Relationship Type="http://schemas.openxmlformats.org/officeDocument/2006/relationships/notesMaster" Target="/ppt/notesMasters/notesMaster1.xml" Id="Rc4edf6dc0a8b41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99209ea9ef495b" /><Relationship Type="http://schemas.openxmlformats.org/officeDocument/2006/relationships/notesMaster" Target="/ppt/notesMasters/notesMaster1.xml" Id="Re92d4fd3a1264d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208132514242c5" /><Relationship Type="http://schemas.openxmlformats.org/officeDocument/2006/relationships/notesMaster" Target="/ppt/notesMasters/notesMaster1.xml" Id="Rb8bcae6702bc4c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8c6a98e6b0495a" /><Relationship Type="http://schemas.openxmlformats.org/officeDocument/2006/relationships/notesMaster" Target="/ppt/notesMasters/notesMaster1.xml" Id="R9b65e91d818a48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1841393e8f4043" /><Relationship Type="http://schemas.openxmlformats.org/officeDocument/2006/relationships/notesMaster" Target="/ppt/notesMasters/notesMaster1.xml" Id="R61ad35b03e6146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6953cb243d4b5f" /><Relationship Type="http://schemas.openxmlformats.org/officeDocument/2006/relationships/notesMaster" Target="/ppt/notesMasters/notesMaster1.xml" Id="Rb187feda7b7348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ee580e67334550" /><Relationship Type="http://schemas.openxmlformats.org/officeDocument/2006/relationships/notesMaster" Target="/ppt/notesMasters/notesMaster1.xml" Id="R258b24ad36ab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b303887e84d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34ff237e3c41c1" /><Relationship Type="http://schemas.openxmlformats.org/officeDocument/2006/relationships/slideLayout" Target="/ppt/slideLayouts/slideLayout1.xml" Id="Rc17fd27e01164c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fd27e01164c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3357918884f1a" /><Relationship Type="http://schemas.openxmlformats.org/officeDocument/2006/relationships/image" Target="/ppt/media/image.jpeg" Id="R2f0512e7b11347fc" /><Relationship Type="http://schemas.openxmlformats.org/officeDocument/2006/relationships/notesSlide" Target="/ppt/notesSlides/notesSlide1.xml" Id="R0ad6539cbb7e4b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5c36bd0364d92" /><Relationship Type="http://schemas.openxmlformats.org/officeDocument/2006/relationships/notesSlide" Target="/ppt/notesSlides/notesSlide2.xml" Id="Rde3cd455532442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89d2411704056" /><Relationship Type="http://schemas.openxmlformats.org/officeDocument/2006/relationships/notesSlide" Target="/ppt/notesSlides/notesSlide3.xml" Id="Rb90af010e28f41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76e7bb2414f73" /><Relationship Type="http://schemas.openxmlformats.org/officeDocument/2006/relationships/notesSlide" Target="/ppt/notesSlides/notesSlide4.xml" Id="R03827acc51a24c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581361ae34fa9" /><Relationship Type="http://schemas.openxmlformats.org/officeDocument/2006/relationships/notesSlide" Target="/ppt/notesSlides/notesSlide5.xml" Id="Rae198363164344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89c734bc44def" /><Relationship Type="http://schemas.openxmlformats.org/officeDocument/2006/relationships/notesSlide" Target="/ppt/notesSlides/notesSlide6.xml" Id="R120b6c65027444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75d69cff14368" /><Relationship Type="http://schemas.openxmlformats.org/officeDocument/2006/relationships/image" Target="/ppt/media/image2.jpeg" Id="R68ce0673cd8c45b9" /><Relationship Type="http://schemas.openxmlformats.org/officeDocument/2006/relationships/notesSlide" Target="/ppt/notesSlides/notesSlide7.xml" Id="R4444ec4703394a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68692470f4186" /><Relationship Type="http://schemas.openxmlformats.org/officeDocument/2006/relationships/image" Target="/ppt/media/image3.jpeg" Id="Rb4ba9a1504b747f5" /><Relationship Type="http://schemas.openxmlformats.org/officeDocument/2006/relationships/notesSlide" Target="/ppt/notesSlides/notesSlide8.xml" Id="R7eedb123205242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bf53e160f49c2" /><Relationship Type="http://schemas.openxmlformats.org/officeDocument/2006/relationships/image" Target="/ppt/media/image4.jpeg" Id="R52e6767e7ff94c41" /><Relationship Type="http://schemas.openxmlformats.org/officeDocument/2006/relationships/notesSlide" Target="/ppt/notesSlides/notesSlide9.xml" Id="R36322e8db4d943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b46f39235464c" /><Relationship Type="http://schemas.openxmlformats.org/officeDocument/2006/relationships/image" Target="/ppt/media/image5.jpeg" Id="R6b353728c6b4455c" /><Relationship Type="http://schemas.openxmlformats.org/officeDocument/2006/relationships/notesSlide" Target="/ppt/notesSlides/notesSlide10.xml" Id="R92397a44db214e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a68bda75442ec" /><Relationship Type="http://schemas.openxmlformats.org/officeDocument/2006/relationships/image" Target="/ppt/media/image6.jpeg" Id="R0514058f573245b2" /><Relationship Type="http://schemas.openxmlformats.org/officeDocument/2006/relationships/notesSlide" Target="/ppt/notesSlides/notesSlide11.xml" Id="Rcdc048718ab246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ffb1a29f44b0f" /><Relationship Type="http://schemas.openxmlformats.org/officeDocument/2006/relationships/image" Target="/ppt/media/image7.jpeg" Id="Rf08f364e09d74fc0" /><Relationship Type="http://schemas.openxmlformats.org/officeDocument/2006/relationships/notesSlide" Target="/ppt/notesSlides/notesSlide12.xml" Id="Rc1edf4e9f6e446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b6ecb3a174b7c" /><Relationship Type="http://schemas.openxmlformats.org/officeDocument/2006/relationships/image" Target="/ppt/media/image8.jpeg" Id="Rd8e52de28e134260" /><Relationship Type="http://schemas.openxmlformats.org/officeDocument/2006/relationships/notesSlide" Target="/ppt/notesSlides/notesSlide13.xml" Id="R7599fa9c68c545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7bfc5ed2049ae" /><Relationship Type="http://schemas.openxmlformats.org/officeDocument/2006/relationships/image" Target="/ppt/media/image9.jpeg" Id="R021a31bce38549f0" /><Relationship Type="http://schemas.openxmlformats.org/officeDocument/2006/relationships/notesSlide" Target="/ppt/notesSlides/notesSlide14.xml" Id="R825b2b78e9c84c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bffaab8f74f11" /><Relationship Type="http://schemas.openxmlformats.org/officeDocument/2006/relationships/image" Target="/ppt/media/image10.jpeg" Id="R32c8fb18f5804f05" /><Relationship Type="http://schemas.openxmlformats.org/officeDocument/2006/relationships/notesSlide" Target="/ppt/notesSlides/notesSlide15.xml" Id="R6310f4b6b60a4b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cade2350f42ac" /><Relationship Type="http://schemas.openxmlformats.org/officeDocument/2006/relationships/image" Target="/ppt/media/image11.jpeg" Id="Re88fe10c5ed1411d" /><Relationship Type="http://schemas.openxmlformats.org/officeDocument/2006/relationships/notesSlide" Target="/ppt/notesSlides/notesSlide16.xml" Id="R08bb5a9d3feb47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3395779cd4663" /><Relationship Type="http://schemas.openxmlformats.org/officeDocument/2006/relationships/image" Target="/ppt/media/image12.jpeg" Id="R06c9bcb311ef4eef" /><Relationship Type="http://schemas.openxmlformats.org/officeDocument/2006/relationships/notesSlide" Target="/ppt/notesSlides/notesSlide17.xml" Id="R2e95c1af7d1c41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b25a495f242c5" /><Relationship Type="http://schemas.openxmlformats.org/officeDocument/2006/relationships/image" Target="/ppt/media/image13.jpeg" Id="R6f38a2fc9009475e" /><Relationship Type="http://schemas.openxmlformats.org/officeDocument/2006/relationships/notesSlide" Target="/ppt/notesSlides/notesSlide18.xml" Id="Rb848daa1f94449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b7b1f92ab4754" /><Relationship Type="http://schemas.openxmlformats.org/officeDocument/2006/relationships/image" Target="/ppt/media/image14.jpeg" Id="R123c97f19df54252" /><Relationship Type="http://schemas.openxmlformats.org/officeDocument/2006/relationships/notesSlide" Target="/ppt/notesSlides/notesSlide19.xml" Id="Rd978cbf8594747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beeaa3c504c3c" /><Relationship Type="http://schemas.openxmlformats.org/officeDocument/2006/relationships/notesSlide" Target="/ppt/notesSlides/notesSlide20.xml" Id="R8385ac1f898f44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36F94-7925-4B35-BEEE-6AA2A08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MF-250E •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17CC4-65A9-4EDE-843B-4C657589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MF-250E Instruction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1CAFD-82D9-4A81-981B-AC5B684D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Operation, adjustments, maintenance and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A9AF2-C4D6-4C20-B443-348F8816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512e7b11347fc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05C10-1C0C-4C54-A092-A8F8D54F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269472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94DFC-A807-4B27-B927-B2CF2CCE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MF-250E •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F192D-7592-48AE-B677-81F60534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0B850-AAF7-46AD-8D50-D5A7F4A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31306-62EA-4EA5-98E5-8EB02E8B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7856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914EF-A9AD-4FF6-83C7-63FD6E97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7EC69-C8B1-46DF-A232-7F82D967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1F530-B86D-4D62-AAF5-0FBE534C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B6C2D-D990-4456-A7F3-B9CEFBB5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A5F50-1B96-4970-B384-2885F1E7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Instruction-manual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EEE43-18F5-43FE-BEC5-F588849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B0BBF-FB3E-4950-9647-CC7575E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30/h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9814F-C414-4525-AEBA-04CC763F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Rated capacity up to shirts/hour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B41FD-79AE-413A-8900-52F6BAE1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1401B-7522-4DCD-97EC-5C6BE990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0.5 MPa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94AE6-EAFF-43D2-89B6-9FA4EF47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Air and steam 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C7381-C9E1-429A-A270-C4F73A84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02652-5064-45B0-A05A-9B50DD56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3C8EE-F9D2-49E3-A533-94C2E73E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5687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BCF37-15B4-4FEB-A8FE-5A2DAC3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A8923-3890-4206-A36B-F4F4248F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8071F-A3E6-4CAF-BE68-4C41E132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Apply the model-specific operating sequence and controls. • Check clamps, form, steam and air functions before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9E3B4-5ACD-48A3-A980-C567D953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54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BAEC7-CB29-4398-9E47-389EB836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manual for adjustment and fault isolation. • Record maintenance and any approved setting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65E2E-0D7F-450E-86C5-F09B36AA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D411D-908E-40C1-8BF7-08A2F4DE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41619-0641-427F-82C8-DF716D49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1692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8707D-AF54-4F1C-B7EB-ECAE8AF0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7F758-BF39-49AC-B05A-324E4798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0C0E5-B45E-4ADB-BE3A-48CDFD78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FAE26-EA83-45D9-A2DF-D06FA8FA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54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06141-D301-49DD-8B7B-E5C0A3E1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AA64F-51C3-494B-BF1E-7E42B2C5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5B64A-F0F1-47E7-8203-4039B21F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AADF8-F5FA-4B61-8C5F-BDC31BDC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6540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6FA5B-BB2B-42BF-83FA-FDBA76E3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92C15-2B4F-4C78-AEBE-ECF0F845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38086-EE22-424F-882F-F14746BB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C97D4-B396-4A90-8871-3C9EBA3D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54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B7E34-F4A4-4E34-82FC-D496F6BA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64AB1-D9DB-4EF8-9207-442FB58E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FAE0F-69F2-44E2-A209-B2B7636B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256C6-710D-4F23-A59C-4CD69765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0155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BECA4-4E2C-46B2-9DC4-29176404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5DE22-431F-42ED-9F35-D1814DA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067C0-9CC7-40EE-9509-94690A41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e0673cd8c45b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2257E-C84C-4C2E-90D3-794A554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84A4C-7F5C-4065-A57F-03E760D2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2C388-CFB1-48CC-BBD4-AA4C9600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5E35E-3727-492E-B724-4A1C8BCE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72379-EB9C-4775-B7C1-D20DF233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4662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7474F-8520-4AF9-A2C5-7E03288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71AF1-C8AE-4025-8E4F-F6E0AF99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1F43D-D0A5-4F16-90EC-FD195CE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a9a1504b747f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E4A61-B129-4CA9-8851-46212DBA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C42DA-84AF-43C2-B438-E28231A8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0FE9C-2C10-43E5-B544-19F6548B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4FF22-5AAA-42F0-8993-D48E2E59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6252A-A942-4B5B-9CB4-D199F40A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8788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C0054-0EBB-4046-A4D4-20AD4F8D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3A6E8-56DC-4044-8164-1B903EFA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FECCF-5A22-42E5-BB9D-E6586BE8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6767e7ff94c4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59742-B06E-4A10-8A6B-BDD99476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3465B-2122-4FC0-B022-CD0264DD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FDC7A-8F47-4BE6-B9CD-7B18F250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BE50E-D6A5-4C69-863E-CDA56A99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A8EF4-3914-4E96-AD5C-8B5485C6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61103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ED1B9-4609-4E64-9CE3-A8605A1C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E9D30-1A6C-4413-B501-152A1B04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8827C-FBF8-466E-B367-DC125E6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53728c6b4455c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18BA3-51C2-4B82-8609-8EF1EEFF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ACB75-47EB-4938-8F8C-110C402A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1C17F-E80B-4A88-BD6F-F3BCDC9F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95FA7-205F-45A1-8CC2-9C98B83C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B9B2F-988F-4777-8A6B-AFADF373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823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ACAB4-FF59-4B5A-A263-2329BBE7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D5F0E-D853-44ED-AD27-6263487A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ED17D-A8F0-4E67-9D4A-1B6A8629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4058f573245b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98AA6-FA0D-4C4C-B296-34E5CC06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CE1DE-57AE-4DAA-8EC2-4BDD462C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8E657-AC25-4A57-87A3-DBC0CA4D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CA2A7-947D-4032-B0DD-32273EDD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88E3A-291E-4A47-9B52-26B7F70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23604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8E408-48C1-4A25-8940-17F0987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A79E0-E81B-460D-BD5F-390B673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1147A-18A2-41C3-8E24-7E986C0F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f364e09d74fc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176ED-3644-4AA6-A49D-928179A0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6AFF7-2A5B-4D5E-B001-A23F0C8A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53290-D8B6-468A-8C95-66694B6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52F39-3AC5-40DA-812A-60DA19F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D0384-C724-44F4-B36C-2120E79E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12583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624F2-00D1-4E82-BACD-401C4FC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CC9F5-1971-4115-8094-5B0FE5AB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36A35-2C71-4491-9DA1-46F98E37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52de28e13426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08CF7-C1EF-4121-8DED-21820D9B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70847-32CC-4641-99D9-4060177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1CA21-7C04-4B81-9EC1-E8B795BF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81B80-17DF-4EA1-AACA-7A5FCF7C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AEA24-18CE-4037-9BD7-F97C6A8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77954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2E247-4DE3-4683-B2E8-02D738C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3E08D-747E-4B5C-8BBA-694C4680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F635E-0ECD-423C-A938-EBE0BB45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a31bce38549f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8CFA8-80D8-4036-AB6C-84BB7C9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25794-EBC6-440C-880F-55D5FD4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868CE-E166-480A-BD2E-14DBDA71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7A23C-5B22-46FD-AE34-CF3F84AA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94B5E-1C63-45E5-BF0C-9743D73E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115484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8B1A7-E6AF-40E4-8A60-60A18739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DC300-AB18-436B-956D-FCB6BAD9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69963-23DB-40AD-8C68-E523CA49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8fb18f5804f0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2287D-684B-4D80-843C-4D58AECB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448D5-7E54-49C9-9C3D-A7F6F6CE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62EC8-3523-40A6-AAD1-2806FC8F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AEE7E-4FAA-4B62-B836-95FC6541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387B5-21D8-4035-9BE2-DB6B29F4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295646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D15FD-EF10-4BDB-BD69-D103DC3B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E44C4-F972-486C-80D3-61FF340B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D6372-C358-4814-8BD0-90F030A4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fe10c5ed1411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39580-9CBF-47E2-9CF6-7D4FF96B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D51E3-E6FD-4635-BD81-B7AF52D6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9A3D1-EDB6-47DA-9CAE-3896890A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DEAB1-7EAB-4CF4-B883-EF2CEEB1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44A15-FCA9-4EA5-A462-7DD973F0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941385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DCF4F-31AF-47AB-B769-BC9200F0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7BCA0-32BC-4D82-8ABE-6959968A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5815F-B8BB-4383-9F8A-392790C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9bcb311ef4eef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80C99-ADB8-4CD3-9F1C-93648516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1BC5B-6ECE-4987-9F31-2B09C5A0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67BE0-5689-4573-9D4D-E67E622B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12B35-93AC-43D4-B129-CE3671F8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92B9C-4EC9-4E66-B91B-C477489F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4608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CE7B-AA41-420E-BC4D-CD634C16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17AC6-59D4-4AAE-A601-3970753B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C10FF-261E-4D17-BC84-AF017914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8a2fc9009475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D3FD8-D5B9-4D89-BB19-9CAA93A6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9B6CA-88F8-4C01-86C8-76A89309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E335B-7104-4014-BE71-671E08A7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C4A62-BA50-468A-89B6-D39D4C6B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1258F-8937-4EBC-87DF-9B81AE81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454438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4C67E-71AD-48E3-990C-0AD14B7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4B5C9-A2E4-4FC2-9320-F51E0F29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DB379-CF79-48CB-8E0D-C7BCD27D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c97f19df5425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4B9B4-67EB-46EA-9277-50905C6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6ADA2-B2BA-4E48-BD95-5B75A6BE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B2057-C9C3-41FC-A10E-01360B6C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FD335-7EA6-4D87-954D-EB537DE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18783-AFE9-49F9-9C5A-853FCDCF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315615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A703F-F7A7-4C60-9FCD-7EFD11C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817E5-92C4-4731-A622-33CBDF99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90D16-EB41-4024-8ED5-106A4C76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30E5B-B81E-4C31-964C-EC525830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54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D8EBE-84FC-457B-8CF9-02457BF7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91195-7099-4648-93E0-3D5B3D4E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F1D08-D11F-466B-8E70-C5C0B737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1EA6C-0BED-44FE-9CDD-045E33B8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52624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2026-08-15T02:50:03.4380000Z</dcterms:created>
  <dcterms:modified xsi:type="dcterms:W3CDTF">2026-08-15T02:50:03.4380000Z</dcterms:modified>
</coreProperties>
</file>