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08d5ff93d94dbc" /><Relationship Type="http://schemas.openxmlformats.org/officeDocument/2006/relationships/extended-properties" Target="/docProps/app.xml" Id="Reb5a45ef34c64c60" /><Relationship Type="http://schemas.openxmlformats.org/officeDocument/2006/relationships/officeDocument" Target="/ppt/presentation.xml" Id="Ra5b86b6ae40f4a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c501e365d84aea"/>
  </p:sldMasterIdLst>
  <p:notesMasterIdLst>
    <p:notesMasterId xmlns:r="http://schemas.openxmlformats.org/officeDocument/2006/relationships" r:id="R0ae9f886a4e140aa"/>
  </p:notesMasterIdLst>
  <p:sldIdLst>
    <p:sldId xmlns:r="http://schemas.openxmlformats.org/officeDocument/2006/relationships" id="256" r:id="R57d277d0b14246b2"/>
    <p:sldId xmlns:r="http://schemas.openxmlformats.org/officeDocument/2006/relationships" id="257" r:id="R9e0a55109c1b4a4e"/>
    <p:sldId xmlns:r="http://schemas.openxmlformats.org/officeDocument/2006/relationships" id="258" r:id="Rc23bfa1d9b9a40c6"/>
    <p:sldId xmlns:r="http://schemas.openxmlformats.org/officeDocument/2006/relationships" id="259" r:id="Ree3d8de7b5c94fcf"/>
    <p:sldId xmlns:r="http://schemas.openxmlformats.org/officeDocument/2006/relationships" id="260" r:id="R5111e36367244480"/>
    <p:sldId xmlns:r="http://schemas.openxmlformats.org/officeDocument/2006/relationships" id="261" r:id="R82d92b5cf5804884"/>
    <p:sldId xmlns:r="http://schemas.openxmlformats.org/officeDocument/2006/relationships" id="262" r:id="R0ecd4b984e4a43c9"/>
    <p:sldId xmlns:r="http://schemas.openxmlformats.org/officeDocument/2006/relationships" id="263" r:id="Rc9bb43ba24f043ba"/>
    <p:sldId xmlns:r="http://schemas.openxmlformats.org/officeDocument/2006/relationships" id="264" r:id="Ra292804448914806"/>
    <p:sldId xmlns:r="http://schemas.openxmlformats.org/officeDocument/2006/relationships" id="265" r:id="R5e68013797d54c9a"/>
    <p:sldId xmlns:r="http://schemas.openxmlformats.org/officeDocument/2006/relationships" id="266" r:id="Rcd058e8c7b3b4170"/>
    <p:sldId xmlns:r="http://schemas.openxmlformats.org/officeDocument/2006/relationships" id="267" r:id="R588722e1575a4a11"/>
    <p:sldId xmlns:r="http://schemas.openxmlformats.org/officeDocument/2006/relationships" id="268" r:id="R5cd0389119504423"/>
    <p:sldId xmlns:r="http://schemas.openxmlformats.org/officeDocument/2006/relationships" id="269" r:id="R32b7ff18d4a94368"/>
    <p:sldId xmlns:r="http://schemas.openxmlformats.org/officeDocument/2006/relationships" id="270" r:id="Ra3e8086834884b10"/>
    <p:sldId xmlns:r="http://schemas.openxmlformats.org/officeDocument/2006/relationships" id="271" r:id="R28cc7c808b384af6"/>
    <p:sldId xmlns:r="http://schemas.openxmlformats.org/officeDocument/2006/relationships" id="272" r:id="Rf282f777458d4d1e"/>
    <p:sldId xmlns:r="http://schemas.openxmlformats.org/officeDocument/2006/relationships" id="273" r:id="Rb380c124dbbd4bdd"/>
    <p:sldId xmlns:r="http://schemas.openxmlformats.org/officeDocument/2006/relationships" id="274" r:id="Rb8e0a54678374408"/>
    <p:sldId xmlns:r="http://schemas.openxmlformats.org/officeDocument/2006/relationships" id="275" r:id="R3e0a00f7786a4fd7"/>
    <p:sldId xmlns:r="http://schemas.openxmlformats.org/officeDocument/2006/relationships" id="276" r:id="R14b7253b87ae4f72"/>
    <p:sldId xmlns:r="http://schemas.openxmlformats.org/officeDocument/2006/relationships" id="277" r:id="R3462d8030a8f4a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fc470e114c4d00" /><Relationship Type="http://schemas.openxmlformats.org/officeDocument/2006/relationships/slideMaster" Target="/ppt/slideMasters/slideMaster1.xml" Id="R1cc501e365d84aea" /><Relationship Type="http://schemas.openxmlformats.org/officeDocument/2006/relationships/notesMaster" Target="/ppt/notesMasters/notesMaster1.xml" Id="R0ae9f886a4e140aa" /><Relationship Type="http://schemas.openxmlformats.org/officeDocument/2006/relationships/presProps" Target="/ppt/presProps.xml" Id="Rd8cda0515664480a" /><Relationship Type="http://schemas.openxmlformats.org/officeDocument/2006/relationships/tableStyles" Target="/ppt/tableStyles.xml" Id="R0c2eb94c7e2b46a4" /><Relationship Type="http://schemas.openxmlformats.org/officeDocument/2006/relationships/slide" Target="/ppt/slides/slide1.xml" Id="R57d277d0b14246b2" /><Relationship Type="http://schemas.openxmlformats.org/officeDocument/2006/relationships/slide" Target="/ppt/slides/slide2.xml" Id="R9e0a55109c1b4a4e" /><Relationship Type="http://schemas.openxmlformats.org/officeDocument/2006/relationships/slide" Target="/ppt/slides/slide3.xml" Id="Rc23bfa1d9b9a40c6" /><Relationship Type="http://schemas.openxmlformats.org/officeDocument/2006/relationships/slide" Target="/ppt/slides/slide4.xml" Id="Ree3d8de7b5c94fcf" /><Relationship Type="http://schemas.openxmlformats.org/officeDocument/2006/relationships/slide" Target="/ppt/slides/slide5.xml" Id="R5111e36367244480" /><Relationship Type="http://schemas.openxmlformats.org/officeDocument/2006/relationships/slide" Target="/ppt/slides/slide6.xml" Id="R82d92b5cf5804884" /><Relationship Type="http://schemas.openxmlformats.org/officeDocument/2006/relationships/slide" Target="/ppt/slides/slide7.xml" Id="R0ecd4b984e4a43c9" /><Relationship Type="http://schemas.openxmlformats.org/officeDocument/2006/relationships/slide" Target="/ppt/slides/slide8.xml" Id="Rc9bb43ba24f043ba" /><Relationship Type="http://schemas.openxmlformats.org/officeDocument/2006/relationships/slide" Target="/ppt/slides/slide9.xml" Id="Ra292804448914806" /><Relationship Type="http://schemas.openxmlformats.org/officeDocument/2006/relationships/slide" Target="/ppt/slides/slide10.xml" Id="R5e68013797d54c9a" /><Relationship Type="http://schemas.openxmlformats.org/officeDocument/2006/relationships/slide" Target="/ppt/slides/slide11.xml" Id="Rcd058e8c7b3b4170" /><Relationship Type="http://schemas.openxmlformats.org/officeDocument/2006/relationships/slide" Target="/ppt/slides/slide12.xml" Id="R588722e1575a4a11" /><Relationship Type="http://schemas.openxmlformats.org/officeDocument/2006/relationships/slide" Target="/ppt/slides/slide13.xml" Id="R5cd0389119504423" /><Relationship Type="http://schemas.openxmlformats.org/officeDocument/2006/relationships/slide" Target="/ppt/slides/slide14.xml" Id="R32b7ff18d4a94368" /><Relationship Type="http://schemas.openxmlformats.org/officeDocument/2006/relationships/slide" Target="/ppt/slides/slide15.xml" Id="Ra3e8086834884b10" /><Relationship Type="http://schemas.openxmlformats.org/officeDocument/2006/relationships/slide" Target="/ppt/slides/slide16.xml" Id="R28cc7c808b384af6" /><Relationship Type="http://schemas.openxmlformats.org/officeDocument/2006/relationships/slide" Target="/ppt/slides/slide17.xml" Id="Rf282f777458d4d1e" /><Relationship Type="http://schemas.openxmlformats.org/officeDocument/2006/relationships/slide" Target="/ppt/slides/slide18.xml" Id="Rb380c124dbbd4bdd" /><Relationship Type="http://schemas.openxmlformats.org/officeDocument/2006/relationships/slide" Target="/ppt/slides/slide19.xml" Id="Rb8e0a54678374408" /><Relationship Type="http://schemas.openxmlformats.org/officeDocument/2006/relationships/slide" Target="/ppt/slides/slide20.xml" Id="R3e0a00f7786a4fd7" /><Relationship Type="http://schemas.openxmlformats.org/officeDocument/2006/relationships/slide" Target="/ppt/slides/slide21.xml" Id="R14b7253b87ae4f72" /><Relationship Type="http://schemas.openxmlformats.org/officeDocument/2006/relationships/slide" Target="/ppt/slides/slide22.xml" Id="R3462d8030a8f4a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1975eae02e45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946e61201c429e" /><Relationship Type="http://schemas.openxmlformats.org/officeDocument/2006/relationships/notesMaster" Target="/ppt/notesMasters/notesMaster1.xml" Id="R499023773ee941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8dba67a201461f" /><Relationship Type="http://schemas.openxmlformats.org/officeDocument/2006/relationships/notesMaster" Target="/ppt/notesMasters/notesMaster1.xml" Id="R20b7b761e6d445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7ade83f6db4b19" /><Relationship Type="http://schemas.openxmlformats.org/officeDocument/2006/relationships/notesMaster" Target="/ppt/notesMasters/notesMaster1.xml" Id="R2cfad4b3ef114d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41e0b2890940a3" /><Relationship Type="http://schemas.openxmlformats.org/officeDocument/2006/relationships/notesMaster" Target="/ppt/notesMasters/notesMaster1.xml" Id="R1ce8e505d4624c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6963a6e2d64e74" /><Relationship Type="http://schemas.openxmlformats.org/officeDocument/2006/relationships/notesMaster" Target="/ppt/notesMasters/notesMaster1.xml" Id="Rbec95e32f2674d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b3d3c722084eaa" /><Relationship Type="http://schemas.openxmlformats.org/officeDocument/2006/relationships/notesMaster" Target="/ppt/notesMasters/notesMaster1.xml" Id="R9fe3ef9fd6b246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30ca27565f4c92" /><Relationship Type="http://schemas.openxmlformats.org/officeDocument/2006/relationships/notesMaster" Target="/ppt/notesMasters/notesMaster1.xml" Id="R85bf43dce72049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366d23630947b9" /><Relationship Type="http://schemas.openxmlformats.org/officeDocument/2006/relationships/notesMaster" Target="/ppt/notesMasters/notesMaster1.xml" Id="Rcb57b7188f364b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690f244a494a7f" /><Relationship Type="http://schemas.openxmlformats.org/officeDocument/2006/relationships/notesMaster" Target="/ppt/notesMasters/notesMaster1.xml" Id="Rf8024285481c45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23c050c93d4697" /><Relationship Type="http://schemas.openxmlformats.org/officeDocument/2006/relationships/notesMaster" Target="/ppt/notesMasters/notesMaster1.xml" Id="R91dda1c66b4044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5a1110670c444de" /><Relationship Type="http://schemas.openxmlformats.org/officeDocument/2006/relationships/notesMaster" Target="/ppt/notesMasters/notesMaster1.xml" Id="Rdf192a97205944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5cdfe52ef443fc" /><Relationship Type="http://schemas.openxmlformats.org/officeDocument/2006/relationships/notesMaster" Target="/ppt/notesMasters/notesMaster1.xml" Id="R8e9425c4353245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50d54076b745bf" /><Relationship Type="http://schemas.openxmlformats.org/officeDocument/2006/relationships/notesMaster" Target="/ppt/notesMasters/notesMaster1.xml" Id="R89d99a93b85d459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2e46b5ae5d4750" /><Relationship Type="http://schemas.openxmlformats.org/officeDocument/2006/relationships/notesMaster" Target="/ppt/notesMasters/notesMaster1.xml" Id="Rc84d9ae7cd60497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5114ab95894563" /><Relationship Type="http://schemas.openxmlformats.org/officeDocument/2006/relationships/notesMaster" Target="/ppt/notesMasters/notesMaster1.xml" Id="R35d9dda990ad41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0d5ceb685af4670" /><Relationship Type="http://schemas.openxmlformats.org/officeDocument/2006/relationships/notesMaster" Target="/ppt/notesMasters/notesMaster1.xml" Id="R2bc539810624439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32f40de67f4404" /><Relationship Type="http://schemas.openxmlformats.org/officeDocument/2006/relationships/notesMaster" Target="/ppt/notesMasters/notesMaster1.xml" Id="R9209963ef2514dc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c11f80c619f45c0" /><Relationship Type="http://schemas.openxmlformats.org/officeDocument/2006/relationships/notesMaster" Target="/ppt/notesMasters/notesMaster1.xml" Id="R017e4fe421a046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fd07ea79d6041b3" /><Relationship Type="http://schemas.openxmlformats.org/officeDocument/2006/relationships/notesMaster" Target="/ppt/notesMasters/notesMaster1.xml" Id="Rba34d3d3239f4f0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471505df1514959" /><Relationship Type="http://schemas.openxmlformats.org/officeDocument/2006/relationships/notesMaster" Target="/ppt/notesMasters/notesMaster1.xml" Id="R3948f2443b174a2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d59007e51b418f" /><Relationship Type="http://schemas.openxmlformats.org/officeDocument/2006/relationships/notesMaster" Target="/ppt/notesMasters/notesMaster1.xml" Id="R407302c49dcc45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cbde749e19f47d9" /><Relationship Type="http://schemas.openxmlformats.org/officeDocument/2006/relationships/notesMaster" Target="/ppt/notesMasters/notesMaster1.xml" Id="Re2dffc7a18b6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3ae1a7c5dc46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543ce7caff45ce" /><Relationship Type="http://schemas.openxmlformats.org/officeDocument/2006/relationships/slideLayout" Target="/ppt/slideLayouts/slideLayout1.xml" Id="R790aaea89f8340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0aaea89f8340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1ba8a77e54ebf" /><Relationship Type="http://schemas.openxmlformats.org/officeDocument/2006/relationships/image" Target="/ppt/media/image.jpeg" Id="R4608879119c34d78" /><Relationship Type="http://schemas.openxmlformats.org/officeDocument/2006/relationships/notesSlide" Target="/ppt/notesSlides/notesSlide1.xml" Id="Rf9130101453c4f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9b37f5ced4872" /><Relationship Type="http://schemas.openxmlformats.org/officeDocument/2006/relationships/notesSlide" Target="/ppt/notesSlides/notesSlide2.xml" Id="Rdd851ca1cfa749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783cd7f814b00" /><Relationship Type="http://schemas.openxmlformats.org/officeDocument/2006/relationships/notesSlide" Target="/ppt/notesSlides/notesSlide3.xml" Id="R6821b4252be04b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721ae53f84dcd" /><Relationship Type="http://schemas.openxmlformats.org/officeDocument/2006/relationships/notesSlide" Target="/ppt/notesSlides/notesSlide4.xml" Id="R18f3201b12fb40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cae8dfdb34681" /><Relationship Type="http://schemas.openxmlformats.org/officeDocument/2006/relationships/notesSlide" Target="/ppt/notesSlides/notesSlide5.xml" Id="R27819aab222547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d59132f654427" /><Relationship Type="http://schemas.openxmlformats.org/officeDocument/2006/relationships/notesSlide" Target="/ppt/notesSlides/notesSlide6.xml" Id="R169194abc9084d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bf30f0d6c44c2" /><Relationship Type="http://schemas.openxmlformats.org/officeDocument/2006/relationships/image" Target="/ppt/media/image2.jpeg" Id="R9278d5f209064928" /><Relationship Type="http://schemas.openxmlformats.org/officeDocument/2006/relationships/notesSlide" Target="/ppt/notesSlides/notesSlide7.xml" Id="R86d614e147e645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18ba5181c4c12" /><Relationship Type="http://schemas.openxmlformats.org/officeDocument/2006/relationships/image" Target="/ppt/media/image3.jpeg" Id="Rb1ec1a6691c249c8" /><Relationship Type="http://schemas.openxmlformats.org/officeDocument/2006/relationships/notesSlide" Target="/ppt/notesSlides/notesSlide8.xml" Id="Rb8003a9ba0a842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bf1a280b54896" /><Relationship Type="http://schemas.openxmlformats.org/officeDocument/2006/relationships/image" Target="/ppt/media/image4.jpeg" Id="R99b04a1dd0c14f0d" /><Relationship Type="http://schemas.openxmlformats.org/officeDocument/2006/relationships/notesSlide" Target="/ppt/notesSlides/notesSlide9.xml" Id="R6c07818fca3a4b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0d4ebb3064acd" /><Relationship Type="http://schemas.openxmlformats.org/officeDocument/2006/relationships/image" Target="/ppt/media/image5.jpeg" Id="R97740faefe5b40cc" /><Relationship Type="http://schemas.openxmlformats.org/officeDocument/2006/relationships/notesSlide" Target="/ppt/notesSlides/notesSlide10.xml" Id="R0af511866f5d491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78140a63f4009" /><Relationship Type="http://schemas.openxmlformats.org/officeDocument/2006/relationships/image" Target="/ppt/media/image6.jpeg" Id="R0293af0298a64173" /><Relationship Type="http://schemas.openxmlformats.org/officeDocument/2006/relationships/notesSlide" Target="/ppt/notesSlides/notesSlide11.xml" Id="R1f9fb5cd31e246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7799efcb34cf1" /><Relationship Type="http://schemas.openxmlformats.org/officeDocument/2006/relationships/image" Target="/ppt/media/image7.jpeg" Id="Rcc64a781ab0f48b5" /><Relationship Type="http://schemas.openxmlformats.org/officeDocument/2006/relationships/notesSlide" Target="/ppt/notesSlides/notesSlide12.xml" Id="Rf9e9fdbae2794a2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237bf2b1d4b16" /><Relationship Type="http://schemas.openxmlformats.org/officeDocument/2006/relationships/image" Target="/ppt/media/image8.jpeg" Id="R3ef6bfbac1ff46d0" /><Relationship Type="http://schemas.openxmlformats.org/officeDocument/2006/relationships/notesSlide" Target="/ppt/notesSlides/notesSlide13.xml" Id="Rdce11f174c91426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35740cc7e4a01" /><Relationship Type="http://schemas.openxmlformats.org/officeDocument/2006/relationships/image" Target="/ppt/media/image9.jpeg" Id="Ra2bdfba7669b41eb" /><Relationship Type="http://schemas.openxmlformats.org/officeDocument/2006/relationships/notesSlide" Target="/ppt/notesSlides/notesSlide14.xml" Id="Ra71e3038f2ea494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b33d122004529" /><Relationship Type="http://schemas.openxmlformats.org/officeDocument/2006/relationships/image" Target="/ppt/media/image10.jpeg" Id="R559397092d754730" /><Relationship Type="http://schemas.openxmlformats.org/officeDocument/2006/relationships/notesSlide" Target="/ppt/notesSlides/notesSlide15.xml" Id="Re772e35f362845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a5d0092a9409c" /><Relationship Type="http://schemas.openxmlformats.org/officeDocument/2006/relationships/image" Target="/ppt/media/image11.jpeg" Id="R3c9c6d7b7ef74955" /><Relationship Type="http://schemas.openxmlformats.org/officeDocument/2006/relationships/notesSlide" Target="/ppt/notesSlides/notesSlide16.xml" Id="Rd40118ee93a64f5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c8752bd374777" /><Relationship Type="http://schemas.openxmlformats.org/officeDocument/2006/relationships/image" Target="/ppt/media/image12.jpeg" Id="R39a8b4c14fb347d6" /><Relationship Type="http://schemas.openxmlformats.org/officeDocument/2006/relationships/notesSlide" Target="/ppt/notesSlides/notesSlide17.xml" Id="R0cb35ac5b9ce42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f482e4b60483a" /><Relationship Type="http://schemas.openxmlformats.org/officeDocument/2006/relationships/image" Target="/ppt/media/image13.jpeg" Id="R8a4b94db7b914013" /><Relationship Type="http://schemas.openxmlformats.org/officeDocument/2006/relationships/notesSlide" Target="/ppt/notesSlides/notesSlide18.xml" Id="R421f65f348474c9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5628f1830442d" /><Relationship Type="http://schemas.openxmlformats.org/officeDocument/2006/relationships/image" Target="/ppt/media/image14.jpeg" Id="R9f7fcca617bc441e" /><Relationship Type="http://schemas.openxmlformats.org/officeDocument/2006/relationships/notesSlide" Target="/ppt/notesSlides/notesSlide19.xml" Id="R7befb0ccc5b64e1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24dc3a8fe4e5a" /><Relationship Type="http://schemas.openxmlformats.org/officeDocument/2006/relationships/image" Target="/ppt/media/image15.jpeg" Id="R815c9b8cb3624953" /><Relationship Type="http://schemas.openxmlformats.org/officeDocument/2006/relationships/notesSlide" Target="/ppt/notesSlides/notesSlide20.xml" Id="Rf5ac52a2d45547e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97f7cfc3d4847" /><Relationship Type="http://schemas.openxmlformats.org/officeDocument/2006/relationships/image" Target="/ppt/media/image16.jpeg" Id="Rb683814474d348b7" /><Relationship Type="http://schemas.openxmlformats.org/officeDocument/2006/relationships/notesSlide" Target="/ppt/notesSlides/notesSlide21.xml" Id="R04853bc8f9eb49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f3e8f0e5c469c" /><Relationship Type="http://schemas.openxmlformats.org/officeDocument/2006/relationships/notesSlide" Target="/ppt/notesSlides/notesSlide22.xml" Id="R4bda1c85ebcd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F058F-2FA4-4846-B1EE-67E06F68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MF-250E V2 •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98A89-2471-4FF2-A0E8-2ACB043E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MF-250E-V2 Instruction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48238-5DAA-4F10-BFC2-545E8FB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Higher-capacity operation, maintenance and fault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03565-6D19-4BCB-BE7A-DED933A7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08879119c34d78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81B72E-A955-4C29-8E86-3BB9EAA2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518700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62601-B9CC-43C1-AC7D-E007C61F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MF-250E V2 •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F2A02-249E-4396-A6AD-2176B347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45EF2-C80D-4158-9179-D0DC845C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F0C40-2CDB-4608-8366-345BB3F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99671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A0CABA-4EC6-4943-8E75-25F59C68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F3FA0-97D2-4A73-9CD4-010D54DF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7D5384-7E94-4396-89EB-783AF3DC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E841A-7328-4A65-84DE-635D221D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97AF4-1F3E-4CD4-939F-65B8A35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Instruction-manual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AFCA7-B987-4E4B-91F2-4211D2D8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B42B6-C57F-42C8-A216-D8F47DA4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40/h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FC0E4-5DF6-437E-99FB-F7C8B2AE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Rated capacity up to shirts/hour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342F8-EBBB-4B68-845A-E95B7311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23D9C-84DF-4E42-BC86-DE2682DF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0.5 MPa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6F539-5C46-4285-B62F-CBB4B038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Air and steam pressure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C8E48-D29E-423B-9636-A560E757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D946E-F42E-4BE7-8BD1-5E4AD91E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2352C-F9EA-4DAF-95D8-9F283D57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9986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20945-29E4-47A3-831D-F9AA0C66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DEB1A-A581-4315-B3C0-3E20F1BF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13474-DE19-4379-B2DB-7FC564E9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V2-specific controls and operating instructions. • Verify air, steam, clamps and finishing-form condition.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E64924-95FB-4E30-B84F-6F94B60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3F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AEE77-7178-4CBE-B748-A60F61EB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Follow model-specific maintenance and troubleshooting tables. • Do not transfer legacy MF-250E settings without verification.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A6C076-0BB8-45AD-9023-891E8A7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FB1B3-8D2B-4CF0-B925-55CB8C69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4C806-BA61-4243-B773-AC152A8B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5869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C97D1-E239-4F78-B8DC-F9BD0937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99FCE-A984-4D1E-9394-AB2BEFDC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44049-6EF7-4537-9BBE-A5069708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10C1D-3966-471C-8DBC-1FAB8300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3F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84880-8B68-4DC8-951A-12FE1F1FC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2C556-C592-4442-A6F2-70A56204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29120-9264-40CC-A59A-3E03F0C3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893A5-4360-4459-8ECE-2AE89505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180894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047BA-2784-43E8-AA41-CA4CF466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71C88-0F66-40FA-9A49-17513E50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7B2AE-1F3A-431E-9033-D6C7BE66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49259-3F5A-48EF-8AF2-12C9EE49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3F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E925C-D5BB-4D74-BEE2-39A67E32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213E6-DF06-44FD-A832-5E52BF26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83BA-889A-43FD-8BB9-B6441D6D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6FC30-7FAE-46BA-AFE5-EE98C79E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413738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C38EAF-4068-4169-9374-6CDC684D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474AF-0A75-4EEE-8FEF-1257DA19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53929D-9D55-4556-B8C6-F3BB0AF5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8d5f209064928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CAA93-1679-49BF-B08F-E0EAD6D4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483E6-2FDD-4C35-B500-7E93B3A2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7B76D-B78E-405F-8248-5DFDCC60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2FF4A-637D-4E79-A3AE-68921824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35BC5-E680-41A9-8912-1316BA4F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630038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F7F142-894F-40A8-9F28-F565C81A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E46FF-CA42-4399-A701-F0205A12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861E6-9142-4C54-A1CC-CAA3B201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c1a6691c249c8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AE8A2-7970-4268-8CD2-363E1C40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20B2E-D60C-49BD-A543-6643D6FD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A2D1A-3A88-4803-A057-3C630185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171D5-D606-46E6-8B3B-D4EFDF5B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90CF8C-741A-431C-B8EF-6CDC407A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157646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D6AD5-12D8-42A8-B408-4F119D0C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A1662-B026-4807-B939-8BD2F658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BD842-034E-4D35-83EB-AA64B1F0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04a1dd0c14f0d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0D51A-42F3-4FB2-B50F-1DF0EC68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82353-8658-44FE-B52A-053C0B15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EDA02-2E6E-4A87-86EF-1E57A59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EAFC1-D643-415B-AF80-D154EB1F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C516B-E8B7-4F35-ABB7-65246AA4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9219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A2E57-35F8-45AF-AC00-96186734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F95C9-D205-45DB-9BED-D96318DF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95D13B-C492-4297-A91A-B4E04C62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740faefe5b40cc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5F2AF-0BFB-435C-B5CE-8142CB68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9F53D-912D-4451-99BD-1F0ECE2F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7AE42-6268-4796-8850-0B5BCCA0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F1328-6CE2-4154-9352-627F8155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8567E-2B35-4DB8-94D5-2C39579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2941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F91F7-AEC2-400D-9B43-8A98C89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34DA8-37D7-4C1E-A239-7E8DB4F9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BCC01-788C-4EEF-A5E8-54673B79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93af0298a6417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90C66-990C-4126-A1F0-6FCD69DA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B3A3C-7C28-4250-B941-5B180164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7DB99-0827-413D-9DA5-B855163F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B7D44-10D7-4532-B551-C9724230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B153E-90B7-4E01-BC95-1779B7B4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791921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E3038-ED45-4C7B-80B3-566864C6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EF2FB-AD40-449D-AF98-ADF40C98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1B65D-59B1-4DF9-982C-C02B8F8A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4a781ab0f48b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B79C4-AB49-4F95-BEBC-83717194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0F121-4C3B-43E8-99D1-C79290C0F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348EB-7F66-4B2D-869F-C8ABBDA1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BED653-959C-44F5-AB50-11ACE190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455E1-769A-46F2-9A5A-837BB916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874076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82E9F-74B2-44A4-BB65-E9DF7F92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F40D2-F13A-4A96-876B-2E71445E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3D090-1317-4ED3-98D2-1718EB1C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6bfbac1ff46d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5E6BA6-6FF8-4BCB-BE94-C5DD775A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D363C-E2B9-418D-A1A2-45C5BF8C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04AD3-80E4-4FFD-8E14-998EFA12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A6780-9D86-45F9-9BE0-FC54B5D1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1AACE4-F363-43BC-A259-BF320584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617771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AA0941-2C63-48E3-AEF7-A3478C50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DDEE1-759E-480F-9F7F-B4C0A72A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2D912-4AA9-418A-8AC0-0AE1B2E1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dfba7669b41e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6F9CC-1D5E-403B-AAD9-B701DD8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619078-CCCA-4A1C-AFE4-B20E3A3B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EB3CEE-7DA3-440E-9384-DB999517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DB0B45-1766-4BA3-8AE0-FE412E38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9CA21-0761-4ACB-9CAA-5B663711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323739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08690-78C5-4F31-82B2-44609D47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B4EF1-AE6C-4236-A1D1-FD73AA1A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4C1F4-9A82-4002-BBDD-A2D07DA2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397092d75473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0566E-45BB-4DAD-9D8D-64EE7B2E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CD193-A323-4669-ADF8-F794F9FC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CBBF0-EDE5-4BC6-8A8E-99E1FDB0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B17A7-A72B-48CC-AD35-4BDA6397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E2CD27-0CCA-4377-9AB1-D0AD8137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181962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E4869-3CF8-43B0-BEDF-08302371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953C1-FC33-4F49-AC7B-3CDB4D5A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81157-448C-444D-80C3-9275D411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c6d7b7ef7495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93B4B-7002-4CAA-AA69-5788708E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E3B46-5ACB-4C40-A26A-6A4ED775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FEC8A-6B70-4DE2-ADDD-955ED2FE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185B3C-F45C-4155-A5DC-CBBE7257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28AF4-6F80-45B0-B57A-B52AFC1C1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242944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85101-5C19-4254-9FC1-71505FC2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8729F-6EF4-4BCC-B9DC-F507E577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0FA42-2371-4ACD-9CF1-D2CB34A9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8b4c14fb347d6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9FE30-B960-4846-9CD1-FE0B37A6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9EB01-98C5-44CF-9205-B3278D03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6E12AF-E753-47B1-AB27-0652EA2D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11BBF1-8850-4379-AADC-E2E4471D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BA0DF-BDB1-408F-9886-1E467014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002404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3045C2-09D7-4589-8A40-74212D6B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93644-1811-4D11-B3FF-7AFEA77C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E317C-497C-4BF7-8078-B788115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b94db7b91401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F4B72-FD39-4040-B005-3B1066B7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267CF9-E9BC-4AE5-8173-D6BA92C5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B72423-702C-4520-AB7C-656211B6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8CB54-FF63-4BB4-95C0-CCCB9B3F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F55E3-54DC-4C2C-B07C-3E7FDC3D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8748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40663-0F4E-4F60-B892-7F2CBA01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3ED55-3462-407C-95BD-C09B3BDA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EE44E-743E-4F8F-97C1-9A0AD180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fcca617bc441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12406-8B0C-4803-A023-9E186F28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B9DC3-EACE-4A98-8FD3-63CE785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1F1B1-3652-4636-ABB9-38750E67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C58B35-C5A7-4A70-86D4-94C308CC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D4A1C-6557-475C-8E1C-0AD7238E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019059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E536-FC87-4B96-BC17-46F4A15A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4BFA0-2331-478F-ADC4-D8E85763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87FE8-9562-439E-B318-6FDDFA74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c9b8cb362495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B627C-2E70-4627-A33C-6C0ED192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9F7E3-34E6-4572-8BA8-D75BC95A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AFB9B-F4E9-425D-AE9F-628DA0F1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D609E1-A175-4414-A4E7-AB163ED7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93ABE-E996-49D5-B7E9-C0B91CF2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3865947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63853-DC91-462D-9D3A-05D1C2B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0EBCA-43BC-44D6-8E0D-5F2289E9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C02633-05BA-41D7-8A13-974F0281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3814474d348b7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55CAC-23C2-4A0E-9771-C5850836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FE273-B72E-4949-B51E-BA534E7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82D85-41DA-4660-874B-6FD9CC2D8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10E74-C619-411A-8A19-13B50460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239D08-0C85-4A71-AFC0-50E74A0D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276576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9457A-9B6E-4D0C-B2B9-27DA9A54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B3F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B3FA8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FF57B-B5B4-41EE-81BD-3FD8AC23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5EFED-CA4D-4AA0-BECB-6A0EF3EC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B8AE9-048C-4B74-88E1-E6803093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B3F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B224BE-7537-4245-B759-95A73411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A045BF-A7A3-4969-9B67-9E683AB9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C065F-7A32-45AF-AE70-40FE003E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MF-250E V2 • Operation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8B784-80FC-46D0-8273-FF365F0F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54159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2026-08-15T02:50:04.5730000Z</dcterms:created>
  <dcterms:modified xsi:type="dcterms:W3CDTF">2026-08-15T02:50:04.5730000Z</dcterms:modified>
</coreProperties>
</file>