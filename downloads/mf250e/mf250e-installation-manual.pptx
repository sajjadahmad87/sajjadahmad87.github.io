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abdab19dd45eb" /><Relationship Type="http://schemas.openxmlformats.org/officeDocument/2006/relationships/extended-properties" Target="/docProps/app.xml" Id="Rb0ca5827df974db6" /><Relationship Type="http://schemas.openxmlformats.org/officeDocument/2006/relationships/officeDocument" Target="/ppt/presentation.xml" Id="R58c0437abd594d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23c34bd4c64ec1"/>
  </p:sldMasterIdLst>
  <p:notesMasterIdLst>
    <p:notesMasterId xmlns:r="http://schemas.openxmlformats.org/officeDocument/2006/relationships" r:id="Ra214cce531164827"/>
  </p:notesMasterIdLst>
  <p:sldIdLst>
    <p:sldId xmlns:r="http://schemas.openxmlformats.org/officeDocument/2006/relationships" id="256" r:id="R08894318dda54446"/>
    <p:sldId xmlns:r="http://schemas.openxmlformats.org/officeDocument/2006/relationships" id="257" r:id="Ra8b4561252824896"/>
    <p:sldId xmlns:r="http://schemas.openxmlformats.org/officeDocument/2006/relationships" id="258" r:id="R72297b0954fc4649"/>
    <p:sldId xmlns:r="http://schemas.openxmlformats.org/officeDocument/2006/relationships" id="259" r:id="R01310068f72540e0"/>
    <p:sldId xmlns:r="http://schemas.openxmlformats.org/officeDocument/2006/relationships" id="260" r:id="Rbe0df5888ad445ac"/>
    <p:sldId xmlns:r="http://schemas.openxmlformats.org/officeDocument/2006/relationships" id="261" r:id="Rf13bdf4099d445be"/>
    <p:sldId xmlns:r="http://schemas.openxmlformats.org/officeDocument/2006/relationships" id="262" r:id="R57d1ac6a03c34794"/>
    <p:sldId xmlns:r="http://schemas.openxmlformats.org/officeDocument/2006/relationships" id="263" r:id="R4c2ff1ac1eee4520"/>
    <p:sldId xmlns:r="http://schemas.openxmlformats.org/officeDocument/2006/relationships" id="264" r:id="R20c9212fe55c4c2e"/>
    <p:sldId xmlns:r="http://schemas.openxmlformats.org/officeDocument/2006/relationships" id="265" r:id="R39075642c1ee48d4"/>
    <p:sldId xmlns:r="http://schemas.openxmlformats.org/officeDocument/2006/relationships" id="266" r:id="Rded4a7a9fe134079"/>
    <p:sldId xmlns:r="http://schemas.openxmlformats.org/officeDocument/2006/relationships" id="267" r:id="R5a783612efa64b70"/>
    <p:sldId xmlns:r="http://schemas.openxmlformats.org/officeDocument/2006/relationships" id="268" r:id="Rf0e6145f22f84008"/>
    <p:sldId xmlns:r="http://schemas.openxmlformats.org/officeDocument/2006/relationships" id="269" r:id="Rce0305de076940be"/>
    <p:sldId xmlns:r="http://schemas.openxmlformats.org/officeDocument/2006/relationships" id="270" r:id="R84bff80ddcc94f31"/>
    <p:sldId xmlns:r="http://schemas.openxmlformats.org/officeDocument/2006/relationships" id="271" r:id="R528c142b51314594"/>
    <p:sldId xmlns:r="http://schemas.openxmlformats.org/officeDocument/2006/relationships" id="272" r:id="Re31bc83dc0ae493f"/>
    <p:sldId xmlns:r="http://schemas.openxmlformats.org/officeDocument/2006/relationships" id="273" r:id="Rc460f96b24d2490b"/>
    <p:sldId xmlns:r="http://schemas.openxmlformats.org/officeDocument/2006/relationships" id="274" r:id="R86bfe01707c04c18"/>
    <p:sldId xmlns:r="http://schemas.openxmlformats.org/officeDocument/2006/relationships" id="275" r:id="R2338654dec7344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1f54ad91624da4" /><Relationship Type="http://schemas.openxmlformats.org/officeDocument/2006/relationships/slideMaster" Target="/ppt/slideMasters/slideMaster1.xml" Id="Rda23c34bd4c64ec1" /><Relationship Type="http://schemas.openxmlformats.org/officeDocument/2006/relationships/notesMaster" Target="/ppt/notesMasters/notesMaster1.xml" Id="Ra214cce531164827" /><Relationship Type="http://schemas.openxmlformats.org/officeDocument/2006/relationships/presProps" Target="/ppt/presProps.xml" Id="R77d6f44477a44501" /><Relationship Type="http://schemas.openxmlformats.org/officeDocument/2006/relationships/tableStyles" Target="/ppt/tableStyles.xml" Id="R6fcafb8f1d914cb4" /><Relationship Type="http://schemas.openxmlformats.org/officeDocument/2006/relationships/slide" Target="/ppt/slides/slide1.xml" Id="R08894318dda54446" /><Relationship Type="http://schemas.openxmlformats.org/officeDocument/2006/relationships/slide" Target="/ppt/slides/slide2.xml" Id="Ra8b4561252824896" /><Relationship Type="http://schemas.openxmlformats.org/officeDocument/2006/relationships/slide" Target="/ppt/slides/slide3.xml" Id="R72297b0954fc4649" /><Relationship Type="http://schemas.openxmlformats.org/officeDocument/2006/relationships/slide" Target="/ppt/slides/slide4.xml" Id="R01310068f72540e0" /><Relationship Type="http://schemas.openxmlformats.org/officeDocument/2006/relationships/slide" Target="/ppt/slides/slide5.xml" Id="Rbe0df5888ad445ac" /><Relationship Type="http://schemas.openxmlformats.org/officeDocument/2006/relationships/slide" Target="/ppt/slides/slide6.xml" Id="Rf13bdf4099d445be" /><Relationship Type="http://schemas.openxmlformats.org/officeDocument/2006/relationships/slide" Target="/ppt/slides/slide7.xml" Id="R57d1ac6a03c34794" /><Relationship Type="http://schemas.openxmlformats.org/officeDocument/2006/relationships/slide" Target="/ppt/slides/slide8.xml" Id="R4c2ff1ac1eee4520" /><Relationship Type="http://schemas.openxmlformats.org/officeDocument/2006/relationships/slide" Target="/ppt/slides/slide9.xml" Id="R20c9212fe55c4c2e" /><Relationship Type="http://schemas.openxmlformats.org/officeDocument/2006/relationships/slide" Target="/ppt/slides/slide10.xml" Id="R39075642c1ee48d4" /><Relationship Type="http://schemas.openxmlformats.org/officeDocument/2006/relationships/slide" Target="/ppt/slides/slide11.xml" Id="Rded4a7a9fe134079" /><Relationship Type="http://schemas.openxmlformats.org/officeDocument/2006/relationships/slide" Target="/ppt/slides/slide12.xml" Id="R5a783612efa64b70" /><Relationship Type="http://schemas.openxmlformats.org/officeDocument/2006/relationships/slide" Target="/ppt/slides/slide13.xml" Id="Rf0e6145f22f84008" /><Relationship Type="http://schemas.openxmlformats.org/officeDocument/2006/relationships/slide" Target="/ppt/slides/slide14.xml" Id="Rce0305de076940be" /><Relationship Type="http://schemas.openxmlformats.org/officeDocument/2006/relationships/slide" Target="/ppt/slides/slide15.xml" Id="R84bff80ddcc94f31" /><Relationship Type="http://schemas.openxmlformats.org/officeDocument/2006/relationships/slide" Target="/ppt/slides/slide16.xml" Id="R528c142b51314594" /><Relationship Type="http://schemas.openxmlformats.org/officeDocument/2006/relationships/slide" Target="/ppt/slides/slide17.xml" Id="Re31bc83dc0ae493f" /><Relationship Type="http://schemas.openxmlformats.org/officeDocument/2006/relationships/slide" Target="/ppt/slides/slide18.xml" Id="Rc460f96b24d2490b" /><Relationship Type="http://schemas.openxmlformats.org/officeDocument/2006/relationships/slide" Target="/ppt/slides/slide19.xml" Id="R86bfe01707c04c18" /><Relationship Type="http://schemas.openxmlformats.org/officeDocument/2006/relationships/slide" Target="/ppt/slides/slide20.xml" Id="R2338654dec7344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e70bf9d5ae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0002a545b4c1f" /><Relationship Type="http://schemas.openxmlformats.org/officeDocument/2006/relationships/notesMaster" Target="/ppt/notesMasters/notesMaster1.xml" Id="Re945f7eb345b4a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b8076d15947e7" /><Relationship Type="http://schemas.openxmlformats.org/officeDocument/2006/relationships/notesMaster" Target="/ppt/notesMasters/notesMaster1.xml" Id="Rae26a064ceb8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8ac65b0f547e9" /><Relationship Type="http://schemas.openxmlformats.org/officeDocument/2006/relationships/notesMaster" Target="/ppt/notesMasters/notesMaster1.xml" Id="R0543a72742a1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17cf708324017" /><Relationship Type="http://schemas.openxmlformats.org/officeDocument/2006/relationships/notesMaster" Target="/ppt/notesMasters/notesMaster1.xml" Id="R8e5136fd1ed1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b2f13fb5f4b41" /><Relationship Type="http://schemas.openxmlformats.org/officeDocument/2006/relationships/notesMaster" Target="/ppt/notesMasters/notesMaster1.xml" Id="R45592579dc024f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6b8e512b8449c" /><Relationship Type="http://schemas.openxmlformats.org/officeDocument/2006/relationships/notesMaster" Target="/ppt/notesMasters/notesMaster1.xml" Id="Raa961089d50049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b5713a85714b68" /><Relationship Type="http://schemas.openxmlformats.org/officeDocument/2006/relationships/notesMaster" Target="/ppt/notesMasters/notesMaster1.xml" Id="R71749078049e4e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ded36fdf8f44dd" /><Relationship Type="http://schemas.openxmlformats.org/officeDocument/2006/relationships/notesMaster" Target="/ppt/notesMasters/notesMaster1.xml" Id="R8f2e0acf4a764a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349c2efee94c73" /><Relationship Type="http://schemas.openxmlformats.org/officeDocument/2006/relationships/notesMaster" Target="/ppt/notesMasters/notesMaster1.xml" Id="R5d0d376e563248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12d4c9a27f49d7" /><Relationship Type="http://schemas.openxmlformats.org/officeDocument/2006/relationships/notesMaster" Target="/ppt/notesMasters/notesMaster1.xml" Id="Rb7dca04005d74e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1ced09429042c4" /><Relationship Type="http://schemas.openxmlformats.org/officeDocument/2006/relationships/notesMaster" Target="/ppt/notesMasters/notesMaster1.xml" Id="Rb8813f88070843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b782a9ca124922" /><Relationship Type="http://schemas.openxmlformats.org/officeDocument/2006/relationships/notesMaster" Target="/ppt/notesMasters/notesMaster1.xml" Id="R30b9ed49512344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106222d6fd443c" /><Relationship Type="http://schemas.openxmlformats.org/officeDocument/2006/relationships/notesMaster" Target="/ppt/notesMasters/notesMaster1.xml" Id="R0fba480e253a4e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991c3fcffd4357" /><Relationship Type="http://schemas.openxmlformats.org/officeDocument/2006/relationships/notesMaster" Target="/ppt/notesMasters/notesMaster1.xml" Id="Re5104c768f5546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227537f6dc413d" /><Relationship Type="http://schemas.openxmlformats.org/officeDocument/2006/relationships/notesMaster" Target="/ppt/notesMasters/notesMaster1.xml" Id="R0a64c6d5a83743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4cd51ab88d4974" /><Relationship Type="http://schemas.openxmlformats.org/officeDocument/2006/relationships/notesMaster" Target="/ppt/notesMasters/notesMaster1.xml" Id="R664dd09bb3e347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c3b6884abe4919" /><Relationship Type="http://schemas.openxmlformats.org/officeDocument/2006/relationships/notesMaster" Target="/ppt/notesMasters/notesMaster1.xml" Id="R15c49e66ae374d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3557ec6d334a25" /><Relationship Type="http://schemas.openxmlformats.org/officeDocument/2006/relationships/notesMaster" Target="/ppt/notesMasters/notesMaster1.xml" Id="Rf3bf0b615b3647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8c13f13bc8419a" /><Relationship Type="http://schemas.openxmlformats.org/officeDocument/2006/relationships/notesMaster" Target="/ppt/notesMasters/notesMaster1.xml" Id="Rdd5ce6abd3da4f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48c47dbeaff42dc" /><Relationship Type="http://schemas.openxmlformats.org/officeDocument/2006/relationships/notesMaster" Target="/ppt/notesMasters/notesMaster1.xml" Id="Re20d0a4e3d6b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5d6168ec648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c008500a84d16" /><Relationship Type="http://schemas.openxmlformats.org/officeDocument/2006/relationships/slideLayout" Target="/ppt/slideLayouts/slideLayout1.xml" Id="R9f3a33c961cc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a33c961cc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b40a7d16d4338" /><Relationship Type="http://schemas.openxmlformats.org/officeDocument/2006/relationships/image" Target="/ppt/media/image.jpeg" Id="Rf936b539e58d4026" /><Relationship Type="http://schemas.openxmlformats.org/officeDocument/2006/relationships/notesSlide" Target="/ppt/notesSlides/notesSlide1.xml" Id="R5a4732cdb6f644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9dcce268e4af2" /><Relationship Type="http://schemas.openxmlformats.org/officeDocument/2006/relationships/notesSlide" Target="/ppt/notesSlides/notesSlide2.xml" Id="R384d313aa9dd40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9a90a3d444f30" /><Relationship Type="http://schemas.openxmlformats.org/officeDocument/2006/relationships/notesSlide" Target="/ppt/notesSlides/notesSlide3.xml" Id="R54f24e1ce31c40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1102d51104431" /><Relationship Type="http://schemas.openxmlformats.org/officeDocument/2006/relationships/notesSlide" Target="/ppt/notesSlides/notesSlide4.xml" Id="R7f742be61b91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68147dad249f4" /><Relationship Type="http://schemas.openxmlformats.org/officeDocument/2006/relationships/notesSlide" Target="/ppt/notesSlides/notesSlide5.xml" Id="R1f9e80b3a7e5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b085cc2b4468a" /><Relationship Type="http://schemas.openxmlformats.org/officeDocument/2006/relationships/notesSlide" Target="/ppt/notesSlides/notesSlide6.xml" Id="Reae7382a057148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352f104164059" /><Relationship Type="http://schemas.openxmlformats.org/officeDocument/2006/relationships/image" Target="/ppt/media/image2.jpeg" Id="Rb8cad007f8b94983" /><Relationship Type="http://schemas.openxmlformats.org/officeDocument/2006/relationships/notesSlide" Target="/ppt/notesSlides/notesSlide7.xml" Id="Re5eba583e91842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b93edbc864ddd" /><Relationship Type="http://schemas.openxmlformats.org/officeDocument/2006/relationships/image" Target="/ppt/media/image3.jpeg" Id="R2e31f1dfe37845ea" /><Relationship Type="http://schemas.openxmlformats.org/officeDocument/2006/relationships/notesSlide" Target="/ppt/notesSlides/notesSlide8.xml" Id="Rca5952d3f2b44e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1de5d4f784243" /><Relationship Type="http://schemas.openxmlformats.org/officeDocument/2006/relationships/image" Target="/ppt/media/image4.jpeg" Id="Rf0c345e887654065" /><Relationship Type="http://schemas.openxmlformats.org/officeDocument/2006/relationships/notesSlide" Target="/ppt/notesSlides/notesSlide9.xml" Id="R9ea745281f594e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ddf53c4c4113" /><Relationship Type="http://schemas.openxmlformats.org/officeDocument/2006/relationships/image" Target="/ppt/media/image5.jpeg" Id="R508861341c1c4570" /><Relationship Type="http://schemas.openxmlformats.org/officeDocument/2006/relationships/notesSlide" Target="/ppt/notesSlides/notesSlide10.xml" Id="R584e83ec71da42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915bfc1784f56" /><Relationship Type="http://schemas.openxmlformats.org/officeDocument/2006/relationships/image" Target="/ppt/media/image6.jpeg" Id="Rf73c0b5dcef947e1" /><Relationship Type="http://schemas.openxmlformats.org/officeDocument/2006/relationships/notesSlide" Target="/ppt/notesSlides/notesSlide11.xml" Id="R66d96a493dd245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04fb5b55f44e1" /><Relationship Type="http://schemas.openxmlformats.org/officeDocument/2006/relationships/image" Target="/ppt/media/image7.jpeg" Id="R5ba0ca4c798d4394" /><Relationship Type="http://schemas.openxmlformats.org/officeDocument/2006/relationships/notesSlide" Target="/ppt/notesSlides/notesSlide12.xml" Id="Rec51f742102148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12b4b0c947be" /><Relationship Type="http://schemas.openxmlformats.org/officeDocument/2006/relationships/image" Target="/ppt/media/image8.jpeg" Id="R85b41a2433974b63" /><Relationship Type="http://schemas.openxmlformats.org/officeDocument/2006/relationships/notesSlide" Target="/ppt/notesSlides/notesSlide13.xml" Id="R4f72efacb83f4f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7612521584f28" /><Relationship Type="http://schemas.openxmlformats.org/officeDocument/2006/relationships/image" Target="/ppt/media/image9.jpeg" Id="R327ea5eb0e514c53" /><Relationship Type="http://schemas.openxmlformats.org/officeDocument/2006/relationships/notesSlide" Target="/ppt/notesSlides/notesSlide14.xml" Id="R7b1a19428ea842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697044aff42c8" /><Relationship Type="http://schemas.openxmlformats.org/officeDocument/2006/relationships/image" Target="/ppt/media/image10.jpeg" Id="Rf2084c8dddc54771" /><Relationship Type="http://schemas.openxmlformats.org/officeDocument/2006/relationships/notesSlide" Target="/ppt/notesSlides/notesSlide15.xml" Id="Re827beaf3b8343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823eb6d714099" /><Relationship Type="http://schemas.openxmlformats.org/officeDocument/2006/relationships/image" Target="/ppt/media/image11.jpeg" Id="R7cb47141bdd645b4" /><Relationship Type="http://schemas.openxmlformats.org/officeDocument/2006/relationships/notesSlide" Target="/ppt/notesSlides/notesSlide16.xml" Id="R1559bf54a5c849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6bcb4a616452b" /><Relationship Type="http://schemas.openxmlformats.org/officeDocument/2006/relationships/image" Target="/ppt/media/image12.jpeg" Id="R4edc2a93e58d46c0" /><Relationship Type="http://schemas.openxmlformats.org/officeDocument/2006/relationships/notesSlide" Target="/ppt/notesSlides/notesSlide17.xml" Id="R53748bc611e249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5735ccb5d4000" /><Relationship Type="http://schemas.openxmlformats.org/officeDocument/2006/relationships/image" Target="/ppt/media/image13.jpeg" Id="R10e6d77236eb40fe" /><Relationship Type="http://schemas.openxmlformats.org/officeDocument/2006/relationships/notesSlide" Target="/ppt/notesSlides/notesSlide18.xml" Id="R4f99e7c587aa45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7198392074d6a" /><Relationship Type="http://schemas.openxmlformats.org/officeDocument/2006/relationships/image" Target="/ppt/media/image14.jpeg" Id="R203a897352754b7d" /><Relationship Type="http://schemas.openxmlformats.org/officeDocument/2006/relationships/notesSlide" Target="/ppt/notesSlides/notesSlide19.xml" Id="R2afdcd1645774d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cf5fdcfd2438d" /><Relationship Type="http://schemas.openxmlformats.org/officeDocument/2006/relationships/notesSlide" Target="/ppt/notesSlides/notesSlide20.xml" Id="Rc80172ce9e17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94B64-3CEC-4E22-A92C-334F6FD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MF-250E •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FD5AC-D682-4E2F-A1DB-DFCD5D98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MF-250E Installation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315B9-F13A-45EC-B5C9-64F1E783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Utilities, unpacking, positioning and safe installation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2654B-B101-4BE7-A351-4C0FB72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6b539e58d4026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75802-A531-4EA7-9C06-CBB03DEB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1414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4FE5-4401-46C0-BF33-F303FC2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MF-250E •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44E45-CABF-477B-8E33-E021E241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364CD-FAC7-4FFC-94AC-D7AAC19B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6CCC-FACA-4995-9C46-8E6604C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7029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1FDE8-B2FA-462F-BBFF-3373A9F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F7B33-CE28-44FA-9853-6263E42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4FB81-8EFA-4744-A5A2-6D5A429D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F0B0B-9E7A-4129-B9E9-CB7356EF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A08DA-407C-42F3-95FF-B320B1E0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Installation-manual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9625C-7CCE-4B58-B454-8865594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C665C-C005-4C90-AD40-EACC7EF6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MF-250E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D466F-A7F0-4763-8CAF-BDBF5E36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 form finisher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3FA3A-BA9B-4BFA-B27A-013C28D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E48B7-5434-4561-A9CE-B5000B0D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7D72E-CBD4-4311-8CE5-599BC66B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Utilities and setup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50F9D-50E8-4DEC-B7B2-8F0EFDB4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A8DE9-87A6-4DF0-9F52-A4BEA9E1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9B562-3F40-4AC1-94E1-533C7AF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3335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C90D5-807F-4B2D-AB80-F4B740AA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D7E73-0BCB-499B-8633-D53BEAB1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D3B50-B6D9-4CC1-93B5-5088B088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machine size, noise, access and placement requirements. • Follow unpacking and related-parts installation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8BAF1-E17B-4C48-80EE-1D5A06E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F1802-8BDB-4FED-A245-BDA04EC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Install steam and utility connections to specification. • Complete safety and commissioning checks before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D4A7A-C54E-428D-969D-DBBB0B2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8584E-529F-4503-93A8-FF4437A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EEF5-2096-4E95-B3A4-A97D832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9038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C4461-7A8B-41E0-9F7C-57F2698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D494B-9499-4816-8BDD-17BE4FBE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59D5E-31A6-42C3-AD24-02AAF4F2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A55B6-ACB5-4EA5-AE03-569464E9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6F07D-3C02-4EA5-8304-81D59C9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4D290-DF02-4863-952E-A862F06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7CAF2-180D-4AE3-B960-7C586599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D16E8-F3A9-461F-837B-03B11405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5073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23DA0-8457-4740-9BAB-72EE73DD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08D0-883F-4361-AC9E-DD0170E1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CB448-6DB4-4DDF-ACBB-15314B4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AF59-1569-426E-B253-A89B9F0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28FEF-B4FC-459D-B441-163221F5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9EC6-2DCF-45E1-9DE9-9381516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E9973-F0D6-4228-9128-6D96393A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9AEAC-617C-4144-9E49-FA5D853B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4742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5F043-7C82-4DE1-875A-6E17D49D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F4C84-9826-41E6-8205-C8AB2A3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E2357-10A7-4E3B-844E-815A70D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ad007f8b9498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68ED3-C29B-44BE-A222-69EFED8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94B3-A963-4666-8760-52781F29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F7D81-E12F-445D-91B8-0880EB66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85E28-8579-4883-B552-8CCA66F1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5A767-4587-4D6A-A416-B0D0A2DB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4539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73408-6664-4402-AE3F-DE4A2A9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D4C8B-3AC2-430C-ACF8-ABC0159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0631E-8768-4D08-8129-F81C13D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1f1dfe37845e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194CF-8301-4CD8-AD23-7D741A2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528A5-BAC4-431C-A27E-884DCE5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89683-115F-43B8-A5F4-D83FFEA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2AB0B-E850-42D6-8005-69EB8AED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DE285-33F4-4048-B5C8-D5B1253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0975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200D5-073F-4174-8ECE-855F48F9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DE27D-3463-4069-A86E-4B955850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509E3-0042-4204-B7D6-5E77B900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345e88765406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84B2E-B8FC-4244-AD75-C3A9BDCE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6B6DD-0021-4201-8ED6-6CBE8C73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D46E9-A2DF-415B-86B6-B42B47F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B4CC7-9134-408E-99B4-08C23B5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CAA43-D916-4D55-8F31-6270DF9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2298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0EEAC-86B9-4152-9DF8-113A1E41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B587F-BF49-48C1-9D52-10A045A1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2F763-ED99-4262-874E-25647E74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861341c1c457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8D935-0113-4B54-9407-99486ED5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7F8D2-3A4A-4E80-872D-24377EF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8512C-0066-4D47-9671-54D6651B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D4AD4-529E-40CB-B64D-89B9C1C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B6110-011E-4E15-9833-47096E9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2100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7BA60-A220-43EC-8147-208B2FFE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72819-B54D-4F9B-BCC9-A365F2E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3B17A-A579-4308-AC7F-6C008BD2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c0b5dcef947e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1199D-D391-4814-BA4B-63CEB07E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213D3-2427-4C30-A785-C4BFA939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0938C-5BE3-4C34-9C62-AF3E8A37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B65B6-09B3-4E3C-B87D-BDCAAC85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DA90C-9FB5-4C3B-816D-82142B4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8527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0EEA6-52E0-4982-B8BE-97A5EF7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558D4-822A-4645-8143-938E5C9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2A197-281B-4FC4-889F-D868DB6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ca4c798d439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BD02B-9E5C-42D0-9DC5-5F3A89B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2E255-9B5D-488B-8AA0-F88846F3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BDFB-0168-4FE4-A67B-32CD028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E501-A4BA-4F91-BBB9-6CC984B3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743A8-D7AD-45DC-92D6-237ED01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58580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8E7EE-28A7-49A9-BB39-452274B4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E14D4-529E-40AD-BAFB-79ACDCF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7B814-245E-4457-A1CE-4C790A04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41a2433974b6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F9598-3213-4671-B16B-30F2A0F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E1000-B39B-4FC9-AB07-902F2326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B21D-C68F-4B9D-9A5C-D65A58FE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2A3E6-B3EB-4E2A-987D-AF4265DC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36F4D-1D0A-4C86-B99F-C100593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89984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B6047-4A18-45D1-ACC1-669D2A2A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699FA-8816-4984-B815-674E1BC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3A868-5F29-4402-BD98-2968FECD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ea5eb0e514c5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31DA-303F-4EBE-926B-0131B42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0B97E-EFD2-45F4-AD8E-500F4CB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1424-E623-4407-A43F-B51BCD1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C7EB0-E226-4C1E-B8E4-54AFF2D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F4FF1-78F7-4495-9D25-8768AD3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236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95B6F-0E7C-4C5B-9380-192F4D6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B0530-1471-4BCB-972A-79EA471D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2966A-2BBF-411B-BA34-5C2AB01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84c8dddc5477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601D0-C283-4A60-B515-B9CA872D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2BBCF-C36E-46CD-A6EF-A0334DC5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2309C-C9E0-4C25-9346-175C369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BC6A8-95D7-40DE-9F68-5F7E374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4D84E-FF8C-4613-87EC-59121FE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07516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066BA-A20C-4C0F-8166-B752CBB4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A9EB6-0163-4F5E-907F-2992652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D7EB1-03E2-4F01-8FAD-A6BB3F75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47141bdd645b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F5F39-AE51-48F0-A846-F3A0A712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FA87D-B474-4AAB-B847-8956280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A6EB3-CB60-4E64-A996-382FFF5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98700-1C79-4547-98BD-20A9A4CF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C88CA-0E4B-4B6D-9779-99C4F549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017253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71182-60B4-47AB-915F-7A51A8C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1D1DD-03E3-4BDF-8E08-D7864FF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E8F3D-84C8-4F49-8D0F-2A04E2C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c2a93e58d46c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CB7C2-C199-4757-91FC-39A35F0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AA771-600A-4131-877B-FCA9DCC2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C023-EFA9-455B-AF93-F163624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D03B4-075D-4190-8F4B-1256DE2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7BC7E-8F3B-409F-B366-50CB285A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98423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EFE86-8DE1-4A9B-9393-1A60835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34A3C-0840-45FC-972E-D901AF30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3BAA7-CCD7-4CF7-A832-0DD12FB5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6d77236eb40f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C26F8-ECC0-48E2-B841-C94F994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FB400-A9A4-4D56-8931-7752E470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2A4BE-00CA-4F02-BE71-6D688D92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72650-3E26-4ADD-A113-2B9E762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E8EDC-3CE2-40DA-A365-B50FD33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049850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25D14-B7BA-40D8-9958-1EE7536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BBD2-ABD7-4D4E-A13C-552EB10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84DC8-56B2-4175-9324-64300F0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a897352754b7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C0485-ECA2-4A24-AFC1-F7742574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00DC0-7017-4555-8496-21798920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7139C-1863-4965-933F-959D7BE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E22AC-8DFC-4B9D-A10B-5CA57C1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C44D4-BE91-4181-AC74-FA1FB159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458361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63706-6B3F-418C-AC7F-AB113BDE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4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4432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73E67-FC7B-4ACC-B21E-743753D5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27EC0-02E5-4FC9-899C-81BB6A0F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E7206-8C1A-4579-BE08-D702D4F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54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1C1D-DCC0-4AE2-9E22-F598E031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27223-51EF-4E0F-8CC0-BB921A1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DAAEE-6FF2-41E8-BD6F-06E9918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• Installation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9A1E6-5F71-44AC-A9A6-417B530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5327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2026-08-15T02:50:02.8850000Z</dcterms:created>
  <dcterms:modified xsi:type="dcterms:W3CDTF">2026-08-15T02:50:02.8850000Z</dcterms:modified>
</coreProperties>
</file>