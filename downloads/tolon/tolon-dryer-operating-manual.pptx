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5404f4a0b74088" /><Relationship Type="http://schemas.openxmlformats.org/officeDocument/2006/relationships/extended-properties" Target="/docProps/app.xml" Id="Rfcd4e8e5a9154b02" /><Relationship Type="http://schemas.openxmlformats.org/officeDocument/2006/relationships/officeDocument" Target="/ppt/presentation.xml" Id="R1a55b154a4b547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71b73ff0a6442e"/>
  </p:sldMasterIdLst>
  <p:notesMasterIdLst>
    <p:notesMasterId xmlns:r="http://schemas.openxmlformats.org/officeDocument/2006/relationships" r:id="R0098fe2ed883497c"/>
  </p:notesMasterIdLst>
  <p:sldIdLst>
    <p:sldId xmlns:r="http://schemas.openxmlformats.org/officeDocument/2006/relationships" id="256" r:id="R8f84b6d4ddde4101"/>
    <p:sldId xmlns:r="http://schemas.openxmlformats.org/officeDocument/2006/relationships" id="257" r:id="Rcfa4ada9ffc147ca"/>
    <p:sldId xmlns:r="http://schemas.openxmlformats.org/officeDocument/2006/relationships" id="258" r:id="Ra5cd66d2c6c24f0c"/>
    <p:sldId xmlns:r="http://schemas.openxmlformats.org/officeDocument/2006/relationships" id="259" r:id="R0c6c81cc0629471d"/>
    <p:sldId xmlns:r="http://schemas.openxmlformats.org/officeDocument/2006/relationships" id="260" r:id="Re8d37a6816bc4220"/>
    <p:sldId xmlns:r="http://schemas.openxmlformats.org/officeDocument/2006/relationships" id="261" r:id="Rdd596cce28bf4a98"/>
    <p:sldId xmlns:r="http://schemas.openxmlformats.org/officeDocument/2006/relationships" id="262" r:id="Racefc5c1ebc94812"/>
    <p:sldId xmlns:r="http://schemas.openxmlformats.org/officeDocument/2006/relationships" id="263" r:id="R01d883dc22004915"/>
    <p:sldId xmlns:r="http://schemas.openxmlformats.org/officeDocument/2006/relationships" id="264" r:id="Rf428857e23814e91"/>
    <p:sldId xmlns:r="http://schemas.openxmlformats.org/officeDocument/2006/relationships" id="265" r:id="R652baa35c4eb4f54"/>
    <p:sldId xmlns:r="http://schemas.openxmlformats.org/officeDocument/2006/relationships" id="266" r:id="Red9c42dc1fa54882"/>
    <p:sldId xmlns:r="http://schemas.openxmlformats.org/officeDocument/2006/relationships" id="267" r:id="R084728f3fe304296"/>
    <p:sldId xmlns:r="http://schemas.openxmlformats.org/officeDocument/2006/relationships" id="268" r:id="Rac8882c2dd0c4ac9"/>
    <p:sldId xmlns:r="http://schemas.openxmlformats.org/officeDocument/2006/relationships" id="269" r:id="R44c2546d7f554509"/>
    <p:sldId xmlns:r="http://schemas.openxmlformats.org/officeDocument/2006/relationships" id="270" r:id="Rc9d631a97c2b4f0f"/>
    <p:sldId xmlns:r="http://schemas.openxmlformats.org/officeDocument/2006/relationships" id="271" r:id="R47af9ca5f8bb4c6a"/>
    <p:sldId xmlns:r="http://schemas.openxmlformats.org/officeDocument/2006/relationships" id="272" r:id="Ra2637ff4d51943d2"/>
    <p:sldId xmlns:r="http://schemas.openxmlformats.org/officeDocument/2006/relationships" id="273" r:id="R0f1a14418d9b47ec"/>
    <p:sldId xmlns:r="http://schemas.openxmlformats.org/officeDocument/2006/relationships" id="274" r:id="R66e1fe3db9014c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4e38a1b14341db" /><Relationship Type="http://schemas.openxmlformats.org/officeDocument/2006/relationships/slideMaster" Target="/ppt/slideMasters/slideMaster1.xml" Id="Rcf71b73ff0a6442e" /><Relationship Type="http://schemas.openxmlformats.org/officeDocument/2006/relationships/notesMaster" Target="/ppt/notesMasters/notesMaster1.xml" Id="R0098fe2ed883497c" /><Relationship Type="http://schemas.openxmlformats.org/officeDocument/2006/relationships/presProps" Target="/ppt/presProps.xml" Id="R52ca02015cf449b2" /><Relationship Type="http://schemas.openxmlformats.org/officeDocument/2006/relationships/tableStyles" Target="/ppt/tableStyles.xml" Id="R428bea0212354000" /><Relationship Type="http://schemas.openxmlformats.org/officeDocument/2006/relationships/slide" Target="/ppt/slides/slide1.xml" Id="R8f84b6d4ddde4101" /><Relationship Type="http://schemas.openxmlformats.org/officeDocument/2006/relationships/slide" Target="/ppt/slides/slide2.xml" Id="Rcfa4ada9ffc147ca" /><Relationship Type="http://schemas.openxmlformats.org/officeDocument/2006/relationships/slide" Target="/ppt/slides/slide3.xml" Id="Ra5cd66d2c6c24f0c" /><Relationship Type="http://schemas.openxmlformats.org/officeDocument/2006/relationships/slide" Target="/ppt/slides/slide4.xml" Id="R0c6c81cc0629471d" /><Relationship Type="http://schemas.openxmlformats.org/officeDocument/2006/relationships/slide" Target="/ppt/slides/slide5.xml" Id="Re8d37a6816bc4220" /><Relationship Type="http://schemas.openxmlformats.org/officeDocument/2006/relationships/slide" Target="/ppt/slides/slide6.xml" Id="Rdd596cce28bf4a98" /><Relationship Type="http://schemas.openxmlformats.org/officeDocument/2006/relationships/slide" Target="/ppt/slides/slide7.xml" Id="Racefc5c1ebc94812" /><Relationship Type="http://schemas.openxmlformats.org/officeDocument/2006/relationships/slide" Target="/ppt/slides/slide8.xml" Id="R01d883dc22004915" /><Relationship Type="http://schemas.openxmlformats.org/officeDocument/2006/relationships/slide" Target="/ppt/slides/slide9.xml" Id="Rf428857e23814e91" /><Relationship Type="http://schemas.openxmlformats.org/officeDocument/2006/relationships/slide" Target="/ppt/slides/slide10.xml" Id="R652baa35c4eb4f54" /><Relationship Type="http://schemas.openxmlformats.org/officeDocument/2006/relationships/slide" Target="/ppt/slides/slide11.xml" Id="Red9c42dc1fa54882" /><Relationship Type="http://schemas.openxmlformats.org/officeDocument/2006/relationships/slide" Target="/ppt/slides/slide12.xml" Id="R084728f3fe304296" /><Relationship Type="http://schemas.openxmlformats.org/officeDocument/2006/relationships/slide" Target="/ppt/slides/slide13.xml" Id="Rac8882c2dd0c4ac9" /><Relationship Type="http://schemas.openxmlformats.org/officeDocument/2006/relationships/slide" Target="/ppt/slides/slide14.xml" Id="R44c2546d7f554509" /><Relationship Type="http://schemas.openxmlformats.org/officeDocument/2006/relationships/slide" Target="/ppt/slides/slide15.xml" Id="Rc9d631a97c2b4f0f" /><Relationship Type="http://schemas.openxmlformats.org/officeDocument/2006/relationships/slide" Target="/ppt/slides/slide16.xml" Id="R47af9ca5f8bb4c6a" /><Relationship Type="http://schemas.openxmlformats.org/officeDocument/2006/relationships/slide" Target="/ppt/slides/slide17.xml" Id="Ra2637ff4d51943d2" /><Relationship Type="http://schemas.openxmlformats.org/officeDocument/2006/relationships/slide" Target="/ppt/slides/slide18.xml" Id="R0f1a14418d9b47ec" /><Relationship Type="http://schemas.openxmlformats.org/officeDocument/2006/relationships/slide" Target="/ppt/slides/slide19.xml" Id="R66e1fe3db9014c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f44a904ad45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8e2e0ee2b4997" /><Relationship Type="http://schemas.openxmlformats.org/officeDocument/2006/relationships/notesMaster" Target="/ppt/notesMasters/notesMaster1.xml" Id="Rda14e9dec96443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c4c6652eff475f" /><Relationship Type="http://schemas.openxmlformats.org/officeDocument/2006/relationships/notesMaster" Target="/ppt/notesMasters/notesMaster1.xml" Id="R0ef613e2c4774a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180b6dd7254655" /><Relationship Type="http://schemas.openxmlformats.org/officeDocument/2006/relationships/notesMaster" Target="/ppt/notesMasters/notesMaster1.xml" Id="R8d75334c67b64f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01af30d18e4377" /><Relationship Type="http://schemas.openxmlformats.org/officeDocument/2006/relationships/notesMaster" Target="/ppt/notesMasters/notesMaster1.xml" Id="R6d15599fb3cc47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0dc251e20a448f" /><Relationship Type="http://schemas.openxmlformats.org/officeDocument/2006/relationships/notesMaster" Target="/ppt/notesMasters/notesMaster1.xml" Id="R99fb8b724df24e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ad6f00cff417b" /><Relationship Type="http://schemas.openxmlformats.org/officeDocument/2006/relationships/notesMaster" Target="/ppt/notesMasters/notesMaster1.xml" Id="R932b483564244a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eaefe4a8404120" /><Relationship Type="http://schemas.openxmlformats.org/officeDocument/2006/relationships/notesMaster" Target="/ppt/notesMasters/notesMaster1.xml" Id="Reda0d77ac76348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a86f9f890e4f72" /><Relationship Type="http://schemas.openxmlformats.org/officeDocument/2006/relationships/notesMaster" Target="/ppt/notesMasters/notesMaster1.xml" Id="R5155e144419b4a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afdf99858f47d7" /><Relationship Type="http://schemas.openxmlformats.org/officeDocument/2006/relationships/notesMaster" Target="/ppt/notesMasters/notesMaster1.xml" Id="Rce22f91b63fb40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80286f1343437a" /><Relationship Type="http://schemas.openxmlformats.org/officeDocument/2006/relationships/notesMaster" Target="/ppt/notesMasters/notesMaster1.xml" Id="R2cbfa95abda54a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24976e2b754e7b" /><Relationship Type="http://schemas.openxmlformats.org/officeDocument/2006/relationships/notesMaster" Target="/ppt/notesMasters/notesMaster1.xml" Id="R3182f497074349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71b30334304158" /><Relationship Type="http://schemas.openxmlformats.org/officeDocument/2006/relationships/notesMaster" Target="/ppt/notesMasters/notesMaster1.xml" Id="Rc3ed8a75550941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6191fef81d4f34" /><Relationship Type="http://schemas.openxmlformats.org/officeDocument/2006/relationships/notesMaster" Target="/ppt/notesMasters/notesMaster1.xml" Id="R706cf69b9d0c46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666bef9571446b" /><Relationship Type="http://schemas.openxmlformats.org/officeDocument/2006/relationships/notesMaster" Target="/ppt/notesMasters/notesMaster1.xml" Id="R64f1468901184a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108bb7e8fc4574" /><Relationship Type="http://schemas.openxmlformats.org/officeDocument/2006/relationships/notesMaster" Target="/ppt/notesMasters/notesMaster1.xml" Id="R3c1870268eb242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291d0382d24c36" /><Relationship Type="http://schemas.openxmlformats.org/officeDocument/2006/relationships/notesMaster" Target="/ppt/notesMasters/notesMaster1.xml" Id="R48bb9b8e294647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6a2dcc2e804f25" /><Relationship Type="http://schemas.openxmlformats.org/officeDocument/2006/relationships/notesMaster" Target="/ppt/notesMasters/notesMaster1.xml" Id="Ra8aa4e439f1944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7c2e526c594cd0" /><Relationship Type="http://schemas.openxmlformats.org/officeDocument/2006/relationships/notesMaster" Target="/ppt/notesMasters/notesMaster1.xml" Id="R7009c9fbb1a04e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682ae42aae4495" /><Relationship Type="http://schemas.openxmlformats.org/officeDocument/2006/relationships/notesMaster" Target="/ppt/notesMasters/notesMaster1.xml" Id="R97630abd5b52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c80054e70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cac98ab035428e" /><Relationship Type="http://schemas.openxmlformats.org/officeDocument/2006/relationships/slideLayout" Target="/ppt/slideLayouts/slideLayout1.xml" Id="R2efd5ced196549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d5ced196549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19071b23f4b2c" /><Relationship Type="http://schemas.openxmlformats.org/officeDocument/2006/relationships/image" Target="/ppt/media/image.jpeg" Id="R3175a506d58f4d4e" /><Relationship Type="http://schemas.openxmlformats.org/officeDocument/2006/relationships/notesSlide" Target="/ppt/notesSlides/notesSlide1.xml" Id="Ree4da94ad55d43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593d97cec4f31" /><Relationship Type="http://schemas.openxmlformats.org/officeDocument/2006/relationships/notesSlide" Target="/ppt/notesSlides/notesSlide2.xml" Id="Rfddef1a947bc4f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cfdd6476944f1" /><Relationship Type="http://schemas.openxmlformats.org/officeDocument/2006/relationships/notesSlide" Target="/ppt/notesSlides/notesSlide3.xml" Id="R862639f59edf4e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648ee90c14840" /><Relationship Type="http://schemas.openxmlformats.org/officeDocument/2006/relationships/notesSlide" Target="/ppt/notesSlides/notesSlide4.xml" Id="R348cb9ef377d45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122cf33fe4618" /><Relationship Type="http://schemas.openxmlformats.org/officeDocument/2006/relationships/notesSlide" Target="/ppt/notesSlides/notesSlide5.xml" Id="R840f56ce670d42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18d7ae2f64dd2" /><Relationship Type="http://schemas.openxmlformats.org/officeDocument/2006/relationships/notesSlide" Target="/ppt/notesSlides/notesSlide6.xml" Id="Racc4714214e947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31c99f7741db" /><Relationship Type="http://schemas.openxmlformats.org/officeDocument/2006/relationships/image" Target="/ppt/media/image2.jpeg" Id="R6924b1b9852e481d" /><Relationship Type="http://schemas.openxmlformats.org/officeDocument/2006/relationships/notesSlide" Target="/ppt/notesSlides/notesSlide7.xml" Id="Rd27b5fac399a4d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17b2684ac42fd" /><Relationship Type="http://schemas.openxmlformats.org/officeDocument/2006/relationships/image" Target="/ppt/media/image3.jpeg" Id="Rb093e11e0ae845ac" /><Relationship Type="http://schemas.openxmlformats.org/officeDocument/2006/relationships/notesSlide" Target="/ppt/notesSlides/notesSlide8.xml" Id="Rf112129309cc4a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80073152b472e" /><Relationship Type="http://schemas.openxmlformats.org/officeDocument/2006/relationships/image" Target="/ppt/media/image4.jpeg" Id="R19496a19392743f3" /><Relationship Type="http://schemas.openxmlformats.org/officeDocument/2006/relationships/notesSlide" Target="/ppt/notesSlides/notesSlide9.xml" Id="R06abcb3209fb4d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178dcbe3747cc" /><Relationship Type="http://schemas.openxmlformats.org/officeDocument/2006/relationships/image" Target="/ppt/media/image5.jpeg" Id="R5ce1019abbf54484" /><Relationship Type="http://schemas.openxmlformats.org/officeDocument/2006/relationships/notesSlide" Target="/ppt/notesSlides/notesSlide10.xml" Id="Rc63cf909e76545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86e41ae4441af" /><Relationship Type="http://schemas.openxmlformats.org/officeDocument/2006/relationships/image" Target="/ppt/media/image6.jpeg" Id="R1beb36835a354fbb" /><Relationship Type="http://schemas.openxmlformats.org/officeDocument/2006/relationships/notesSlide" Target="/ppt/notesSlides/notesSlide11.xml" Id="R4bcb2a969075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604bc79734f36" /><Relationship Type="http://schemas.openxmlformats.org/officeDocument/2006/relationships/image" Target="/ppt/media/image7.jpeg" Id="Rd280fd12a20b485f" /><Relationship Type="http://schemas.openxmlformats.org/officeDocument/2006/relationships/notesSlide" Target="/ppt/notesSlides/notesSlide12.xml" Id="Ra008afe87bc54b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492d245aa4cce" /><Relationship Type="http://schemas.openxmlformats.org/officeDocument/2006/relationships/image" Target="/ppt/media/image8.jpeg" Id="Rf392a493b041478a" /><Relationship Type="http://schemas.openxmlformats.org/officeDocument/2006/relationships/notesSlide" Target="/ppt/notesSlides/notesSlide13.xml" Id="R726916b6107642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263d9f8b5470b" /><Relationship Type="http://schemas.openxmlformats.org/officeDocument/2006/relationships/image" Target="/ppt/media/image9.jpeg" Id="Ra681965f2346482d" /><Relationship Type="http://schemas.openxmlformats.org/officeDocument/2006/relationships/notesSlide" Target="/ppt/notesSlides/notesSlide14.xml" Id="R8dd7e455998049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59986a4924319" /><Relationship Type="http://schemas.openxmlformats.org/officeDocument/2006/relationships/image" Target="/ppt/media/image10.jpeg" Id="R4544f6d244de4bea" /><Relationship Type="http://schemas.openxmlformats.org/officeDocument/2006/relationships/notesSlide" Target="/ppt/notesSlides/notesSlide15.xml" Id="R45f560f41f3e4b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a21d36fc34258" /><Relationship Type="http://schemas.openxmlformats.org/officeDocument/2006/relationships/image" Target="/ppt/media/image11.jpeg" Id="Rbb91c20784e74868" /><Relationship Type="http://schemas.openxmlformats.org/officeDocument/2006/relationships/notesSlide" Target="/ppt/notesSlides/notesSlide16.xml" Id="R01b224980f244b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d982a733049f1" /><Relationship Type="http://schemas.openxmlformats.org/officeDocument/2006/relationships/image" Target="/ppt/media/image12.jpeg" Id="R31411d407ac045b4" /><Relationship Type="http://schemas.openxmlformats.org/officeDocument/2006/relationships/notesSlide" Target="/ppt/notesSlides/notesSlide17.xml" Id="R6249a50f96d842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c39572c4244ef" /><Relationship Type="http://schemas.openxmlformats.org/officeDocument/2006/relationships/image" Target="/ppt/media/image13.jpeg" Id="R667677b0a1cd4521" /><Relationship Type="http://schemas.openxmlformats.org/officeDocument/2006/relationships/notesSlide" Target="/ppt/notesSlides/notesSlide18.xml" Id="Ra2febd8675834a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5f99d24f042f7" /><Relationship Type="http://schemas.openxmlformats.org/officeDocument/2006/relationships/notesSlide" Target="/ppt/notesSlides/notesSlide19.xml" Id="Rfb565455e05f45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BB225-CA39-4D5F-8606-A77C49E6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TOLON • DRYER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85826-D54B-41B3-843C-9F308E5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Tumbler Dryer Operating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14FD0-0399-4AD9-8AC3-A13C2847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TTD20, TTD28, TTD40, TTD60 and TTD110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CF686-86A9-4D20-84B3-E74E1D7D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5a506d58f4d4e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B101E-B798-4C1C-B46D-93893711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293812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D9117-4BFE-4E1B-BFB3-77E77F0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DRYER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3572E-D997-4726-8498-533C3ED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80991-144C-46D3-A856-FA42D22A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E0165-9073-44B0-9EDE-6A817F06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1425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2DF0C-228C-438F-9C04-D84312BA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BE032-9943-4B76-AA40-3A952F74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5B57-353B-4AEA-AFE3-389CC7C5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01DED-2FC9-4AB2-9A39-06FBAA9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158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D7EA5-E851-43FE-A5F0-C81C61EF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88DB6-213E-4FBB-AD26-73E92B6E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328CF-E516-4E69-AD9A-65A99B6E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C2310-D12F-490C-AC22-4F88B6E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Dryer model families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CF6A8-28E9-483F-89D0-1BA212FD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59A16-BC19-471A-A5E5-77711F68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5C507-AD7C-42E9-A7A3-F406534D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 and maintenance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73296-61F8-463D-A697-1CEE5B3F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857CC-3876-4BFD-8B7D-BFE8AF82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D6C2F-551B-43DC-AFCB-F6E3BFB1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6717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F02BC-2502-4E0B-BE42-D07AC85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34D6E-34AC-4F32-8FA1-4C928436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CCA76-D65C-4233-9E7E-797DA52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exterior components and required clearances. • Follow emergency-stop and fundamental safety precautions.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E5A1E-2DA9-466D-96ED-662976D1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F9570-FC16-4181-9116-EE4E5A36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model-specific operating and maintenance instructions. • Troubleshoot only after isolation and evidence capture.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2AFD0-197B-464A-A19C-76FF007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A874-931B-4A6E-BB8F-4392D8C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FEBA2-6AC8-48C1-AF91-29B48C82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5900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04E60-3FE8-4C05-8773-4D38F66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86391-3A56-42E7-A1A9-5FC75248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5EBA8-B41F-4429-9AA3-9F2C2FDB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E2DDB-8ED8-4CAC-A785-8827C518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CAF1B-DDB2-46B6-97A4-A9C582FA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9CC37-8240-49D6-8A8D-F3E847EE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9F693-AB8E-4D3B-8183-E9AC3C64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22C7D-1DCB-42A6-9716-95C0ACF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3948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F231F-B5E6-4F74-A40E-17789BBC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21D9D-A965-47CB-9DC1-AEFB49E2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AFBED-4A90-497C-921E-356966F4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A57EC-A7A2-4109-B76C-8A858687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5E9DB-7C8E-427A-BBD6-0F50EE32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2127E-51F8-457D-A065-59CD182D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3B7C9-954C-4BC4-93EF-D6E9ED8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51BA9-C439-4DE6-A35E-D1F5EC7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888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F6F79-23DF-4FA0-992F-271FFF64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3283B-1F1C-45AA-BF51-EDEFD46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1D06E-9965-455E-A38F-CFF024BA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4b1b9852e481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C402A-88CC-4DBC-92EC-7D9B616A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E5A42-0CBA-4A8B-BF3E-1E769914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F40D0-A285-46E6-912C-29940391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0AFF1-0892-4A3E-981C-5C7882DA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B26BB-A1B4-4B5A-B2D1-6447E83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8591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67B46-8188-4D68-8675-2B72E9F0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31948-5FAF-48DF-8D48-4464F37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75200-695A-4A31-9D06-96022C2C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3e11e0ae845ac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7C5B7-7E07-4C27-95A3-06AF4B65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530E8-25D9-461C-85F5-BCECE373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E91E0-FEB6-489C-AC47-7E856E6E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F9BDC-D691-47EA-810D-990BFAB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FB34E-E4C0-4270-94B1-3E5F0968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5457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9B4AB-2B00-4265-84BA-DFC45FD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640A0-41EA-4EF1-9C59-072C0D16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7D34B-2EAB-4163-9860-4E360B68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96a19392743f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1AE50-E472-48E9-830C-693D95F8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F128A-D2A0-48C5-974A-7A1EF608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07606-2E8F-461B-8CDA-896F320B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603C1-BA14-40A1-BE36-8E53655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65011-6C49-4B32-868A-FFF02B9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881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32767-E2A5-47A6-B41E-F4AB6A57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5BBD3-4423-42D1-8049-173D3B4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C4D7A-1D98-4900-9F82-B26103ED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1019abbf5448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212A-04D9-4A0D-B108-E1FA3D1A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51954-C86D-4E9F-B317-34D04F7D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DF4BF-01B2-4EBD-A602-55875BFD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55B61-9B84-417E-B6E3-F4CAFC0D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11F5-DD3E-47E7-B467-CCE704EC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68405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47E31-6924-4E81-91C7-C2984A26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97C62-4F04-400E-B0C1-421A1DC8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4AF75-D62F-48BD-88B8-A6739C84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b36835a354fb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531EB-7398-4DD0-9833-255CBEAF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12858-5786-4BE2-9221-6BA51F58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EDF05-17AC-4409-A336-1BE22EC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3A9D4-EE82-41C6-9459-18BE86A7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F96C5-83EC-4F5F-B6AF-64B8C5EB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429284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707A9-337D-444F-A67C-78E0C3D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053E8-9E27-499C-AE64-E9A75EDF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D467C-CDB4-4A88-93FC-DF0C1F6A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0fd12a20b485f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10C55-59CF-438D-AE0B-A815B185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AC67-D8BA-48B1-800E-BD23F99C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E4DAB-87E6-4E0C-90EA-BAC56421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872FC-3AD0-4041-9A2C-7AEAF0E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591DB-AECD-4688-8127-A1E9D7C0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9007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CAF54-24E1-431D-8CAF-4B6A90E0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47311-8852-4E95-B3FD-89292ACB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F9C43-C2F1-4FA4-80F7-126FB11E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2a493b041478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C4B7A-7248-4A64-948F-530406A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EF734-3430-404E-91B8-CBBEFB1B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8C72D-54D5-48F2-983D-B2AE6438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FFA01-B7D8-4F15-AA0F-43CB1837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8925A-3A64-4E74-8EC3-4EC60AC9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20264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90319-53BF-4C69-8C8A-1A7A0FE7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D547F-F2B2-4CC1-9AA6-34E322CB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762CB-38B6-42F6-AD56-E8407D02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1965f2346482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A53F0-9FB5-4714-91E3-A1C2D422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CFAAD-1B4A-4E4F-BB1F-8C3CD8F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0EC79-B28E-4410-801A-2108DA76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1C42F-5B90-4D23-B1FB-95F2A0BD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9C633-9588-408C-9EAC-5DB15B93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9333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C1735-4206-440E-B84D-934D55EC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80343-9E40-427F-8FFA-DAD164F6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CD75D-DC8C-4802-9EA0-E6268BE2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4f6d244de4be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B3EBA-315B-4300-9EB6-7D963D18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02262-922C-4801-9502-6F95A7F1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AF4C0-41F5-4F87-87F6-2793E905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B3FFC-C4D2-4133-A582-0A8883B5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E7042-EA12-4EA6-8C00-C9EAD94D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037421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59192-7456-4B28-BC45-58CAEC26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58124-5577-461A-89BE-F581902A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3F573-AF4E-425A-BF46-92E7A7D3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1c20784e74868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3D5A3-A682-477E-BEE2-90B49970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4E855-18F0-4D3A-AA79-89AF8490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A00D6-B541-4CBF-ADDE-48757BF0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19798-664C-4ACB-BC63-0BAB8EA5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8104B-FBA4-4930-A4A7-0EB9B032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368742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2E228-CA27-49F8-BEB5-B4A3BFFC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75C48-64D4-4266-A1DD-16216CF1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B1F6C-76D8-42A9-9EF6-ABCA3B87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11d407ac045b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4A2FE-C92F-4209-8D6B-795A01BD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3A6A8-E342-420C-885A-6C2E03F6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65222-D223-4CE1-ABF7-33AFEF6C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738A7-D9F5-4217-8CFC-1A1F4BC1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521C3-769B-4828-BF6A-72468907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0978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5D18D-A0B8-4F1B-86A9-5060ADD3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97808-3240-47A3-9430-967511B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06C0B-90C1-4458-A1FB-6D452802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677b0a1cd452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EFD0C-5623-43B2-815B-F8F29A45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D1909-9F99-496B-ACB8-9F0C06C5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C103E-4084-49A5-A3C4-CD0A8070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100FF-3DAA-45CB-AF79-95FD47DB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63F50-C09D-44A4-993E-45320410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117937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3415C-079D-42AC-8A18-6C414614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1D024-393A-4B88-9176-0A89810D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91BF4-2D5F-4593-883F-AC52F01E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9273C-3B40-4F5B-8016-15555F3A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0354B-90A8-4511-ACA5-E9322E41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9C816-7071-4E7D-A0A9-9159E278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0ACD7-379D-4434-ACAE-FBFEEB61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EEC0C-88F2-42AF-A046-A65FB376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5235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2026-08-15T02:49:57.5350000Z</dcterms:created>
  <dcterms:modified xsi:type="dcterms:W3CDTF">2026-08-15T02:49:57.5350000Z</dcterms:modified>
</coreProperties>
</file>