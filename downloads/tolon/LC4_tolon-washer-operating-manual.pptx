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0fa2fbbd044686" /><Relationship Type="http://schemas.openxmlformats.org/officeDocument/2006/relationships/extended-properties" Target="/docProps/app.xml" Id="R2c5a9ef0d9f342ca" /><Relationship Type="http://schemas.openxmlformats.org/officeDocument/2006/relationships/officeDocument" Target="/ppt/presentation.xml" Id="Reb3eeeaf974a40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4cfb42d70f4ad8"/>
  </p:sldMasterIdLst>
  <p:notesMasterIdLst>
    <p:notesMasterId xmlns:r="http://schemas.openxmlformats.org/officeDocument/2006/relationships" r:id="Rd68f2e113cca43e9"/>
  </p:notesMasterIdLst>
  <p:sldIdLst>
    <p:sldId xmlns:r="http://schemas.openxmlformats.org/officeDocument/2006/relationships" id="256" r:id="R5c759fc2e9c540a3"/>
    <p:sldId xmlns:r="http://schemas.openxmlformats.org/officeDocument/2006/relationships" id="257" r:id="R005f4fa04a944edf"/>
    <p:sldId xmlns:r="http://schemas.openxmlformats.org/officeDocument/2006/relationships" id="258" r:id="Ra562bd1921a54214"/>
    <p:sldId xmlns:r="http://schemas.openxmlformats.org/officeDocument/2006/relationships" id="259" r:id="R7399141e731d41c3"/>
    <p:sldId xmlns:r="http://schemas.openxmlformats.org/officeDocument/2006/relationships" id="260" r:id="R9da1d15e62c34b74"/>
    <p:sldId xmlns:r="http://schemas.openxmlformats.org/officeDocument/2006/relationships" id="261" r:id="R6f8bef0ec6574869"/>
    <p:sldId xmlns:r="http://schemas.openxmlformats.org/officeDocument/2006/relationships" id="262" r:id="Rf9995fa3fcf4425b"/>
    <p:sldId xmlns:r="http://schemas.openxmlformats.org/officeDocument/2006/relationships" id="263" r:id="Rd1eceeafcf0448b6"/>
    <p:sldId xmlns:r="http://schemas.openxmlformats.org/officeDocument/2006/relationships" id="264" r:id="R62007d8f7bb44c8c"/>
    <p:sldId xmlns:r="http://schemas.openxmlformats.org/officeDocument/2006/relationships" id="265" r:id="R5ad90fe357674e6c"/>
    <p:sldId xmlns:r="http://schemas.openxmlformats.org/officeDocument/2006/relationships" id="266" r:id="Re435ab9680e74bc9"/>
    <p:sldId xmlns:r="http://schemas.openxmlformats.org/officeDocument/2006/relationships" id="267" r:id="R325d3d91278f4f76"/>
    <p:sldId xmlns:r="http://schemas.openxmlformats.org/officeDocument/2006/relationships" id="268" r:id="R430dc6ed20754316"/>
    <p:sldId xmlns:r="http://schemas.openxmlformats.org/officeDocument/2006/relationships" id="269" r:id="Raba550f3eb9844ce"/>
    <p:sldId xmlns:r="http://schemas.openxmlformats.org/officeDocument/2006/relationships" id="270" r:id="Re8a93fe5678a4791"/>
    <p:sldId xmlns:r="http://schemas.openxmlformats.org/officeDocument/2006/relationships" id="271" r:id="Rd3c9242ea23b4e2d"/>
    <p:sldId xmlns:r="http://schemas.openxmlformats.org/officeDocument/2006/relationships" id="272" r:id="R4a3d24fcbadc4250"/>
    <p:sldId xmlns:r="http://schemas.openxmlformats.org/officeDocument/2006/relationships" id="273" r:id="R88657f9e50044982"/>
    <p:sldId xmlns:r="http://schemas.openxmlformats.org/officeDocument/2006/relationships" id="274" r:id="Ra11d7e1a734d4c3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fc1e92ec5a4d72" /><Relationship Type="http://schemas.openxmlformats.org/officeDocument/2006/relationships/slideMaster" Target="/ppt/slideMasters/slideMaster1.xml" Id="R0a4cfb42d70f4ad8" /><Relationship Type="http://schemas.openxmlformats.org/officeDocument/2006/relationships/notesMaster" Target="/ppt/notesMasters/notesMaster1.xml" Id="Rd68f2e113cca43e9" /><Relationship Type="http://schemas.openxmlformats.org/officeDocument/2006/relationships/presProps" Target="/ppt/presProps.xml" Id="R72638ba0c47049b6" /><Relationship Type="http://schemas.openxmlformats.org/officeDocument/2006/relationships/tableStyles" Target="/ppt/tableStyles.xml" Id="R15e3c3024f4d47b4" /><Relationship Type="http://schemas.openxmlformats.org/officeDocument/2006/relationships/slide" Target="/ppt/slides/slide1.xml" Id="R5c759fc2e9c540a3" /><Relationship Type="http://schemas.openxmlformats.org/officeDocument/2006/relationships/slide" Target="/ppt/slides/slide2.xml" Id="R005f4fa04a944edf" /><Relationship Type="http://schemas.openxmlformats.org/officeDocument/2006/relationships/slide" Target="/ppt/slides/slide3.xml" Id="Ra562bd1921a54214" /><Relationship Type="http://schemas.openxmlformats.org/officeDocument/2006/relationships/slide" Target="/ppt/slides/slide4.xml" Id="R7399141e731d41c3" /><Relationship Type="http://schemas.openxmlformats.org/officeDocument/2006/relationships/slide" Target="/ppt/slides/slide5.xml" Id="R9da1d15e62c34b74" /><Relationship Type="http://schemas.openxmlformats.org/officeDocument/2006/relationships/slide" Target="/ppt/slides/slide6.xml" Id="R6f8bef0ec6574869" /><Relationship Type="http://schemas.openxmlformats.org/officeDocument/2006/relationships/slide" Target="/ppt/slides/slide7.xml" Id="Rf9995fa3fcf4425b" /><Relationship Type="http://schemas.openxmlformats.org/officeDocument/2006/relationships/slide" Target="/ppt/slides/slide8.xml" Id="Rd1eceeafcf0448b6" /><Relationship Type="http://schemas.openxmlformats.org/officeDocument/2006/relationships/slide" Target="/ppt/slides/slide9.xml" Id="R62007d8f7bb44c8c" /><Relationship Type="http://schemas.openxmlformats.org/officeDocument/2006/relationships/slide" Target="/ppt/slides/slide10.xml" Id="R5ad90fe357674e6c" /><Relationship Type="http://schemas.openxmlformats.org/officeDocument/2006/relationships/slide" Target="/ppt/slides/slide11.xml" Id="Re435ab9680e74bc9" /><Relationship Type="http://schemas.openxmlformats.org/officeDocument/2006/relationships/slide" Target="/ppt/slides/slide12.xml" Id="R325d3d91278f4f76" /><Relationship Type="http://schemas.openxmlformats.org/officeDocument/2006/relationships/slide" Target="/ppt/slides/slide13.xml" Id="R430dc6ed20754316" /><Relationship Type="http://schemas.openxmlformats.org/officeDocument/2006/relationships/slide" Target="/ppt/slides/slide14.xml" Id="Raba550f3eb9844ce" /><Relationship Type="http://schemas.openxmlformats.org/officeDocument/2006/relationships/slide" Target="/ppt/slides/slide15.xml" Id="Re8a93fe5678a4791" /><Relationship Type="http://schemas.openxmlformats.org/officeDocument/2006/relationships/slide" Target="/ppt/slides/slide16.xml" Id="Rd3c9242ea23b4e2d" /><Relationship Type="http://schemas.openxmlformats.org/officeDocument/2006/relationships/slide" Target="/ppt/slides/slide17.xml" Id="R4a3d24fcbadc4250" /><Relationship Type="http://schemas.openxmlformats.org/officeDocument/2006/relationships/slide" Target="/ppt/slides/slide18.xml" Id="R88657f9e50044982" /><Relationship Type="http://schemas.openxmlformats.org/officeDocument/2006/relationships/slide" Target="/ppt/slides/slide19.xml" Id="Ra11d7e1a734d4c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8b21e3240647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a27c6b881c4a49" /><Relationship Type="http://schemas.openxmlformats.org/officeDocument/2006/relationships/notesMaster" Target="/ppt/notesMasters/notesMaster1.xml" Id="R63412c017fd24c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13f8a6873f4501" /><Relationship Type="http://schemas.openxmlformats.org/officeDocument/2006/relationships/notesMaster" Target="/ppt/notesMasters/notesMaster1.xml" Id="R1ebc3a9456ca417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caa953ddd90476a" /><Relationship Type="http://schemas.openxmlformats.org/officeDocument/2006/relationships/notesMaster" Target="/ppt/notesMasters/notesMaster1.xml" Id="R693f283b5e1242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0e06e771674f84" /><Relationship Type="http://schemas.openxmlformats.org/officeDocument/2006/relationships/notesMaster" Target="/ppt/notesMasters/notesMaster1.xml" Id="R8d6afe0b8c5144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72e6ffb72147ad" /><Relationship Type="http://schemas.openxmlformats.org/officeDocument/2006/relationships/notesMaster" Target="/ppt/notesMasters/notesMaster1.xml" Id="Re975d42ff93349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d608b1beb84512" /><Relationship Type="http://schemas.openxmlformats.org/officeDocument/2006/relationships/notesMaster" Target="/ppt/notesMasters/notesMaster1.xml" Id="R4f3c2bbfae524d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fa3f7020774ef1" /><Relationship Type="http://schemas.openxmlformats.org/officeDocument/2006/relationships/notesMaster" Target="/ppt/notesMasters/notesMaster1.xml" Id="Re565f4a7467742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8ad36ffcbd84c42" /><Relationship Type="http://schemas.openxmlformats.org/officeDocument/2006/relationships/notesMaster" Target="/ppt/notesMasters/notesMaster1.xml" Id="R4f2a56174881431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da4a89f6ec4b3f" /><Relationship Type="http://schemas.openxmlformats.org/officeDocument/2006/relationships/notesMaster" Target="/ppt/notesMasters/notesMaster1.xml" Id="R1874166f986e441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211ffb1231a48c2" /><Relationship Type="http://schemas.openxmlformats.org/officeDocument/2006/relationships/notesMaster" Target="/ppt/notesMasters/notesMaster1.xml" Id="R7c56fb32075d47a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ee7dcbc4a88445d" /><Relationship Type="http://schemas.openxmlformats.org/officeDocument/2006/relationships/notesMaster" Target="/ppt/notesMasters/notesMaster1.xml" Id="Rb84c4df649444a9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7882d92c0c4f4f" /><Relationship Type="http://schemas.openxmlformats.org/officeDocument/2006/relationships/notesMaster" Target="/ppt/notesMasters/notesMaster1.xml" Id="R2e50c5589ebd481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b310371c9a64b07" /><Relationship Type="http://schemas.openxmlformats.org/officeDocument/2006/relationships/notesMaster" Target="/ppt/notesMasters/notesMaster1.xml" Id="R6507452e91ca43c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6a2bf0345f64db5" /><Relationship Type="http://schemas.openxmlformats.org/officeDocument/2006/relationships/notesMaster" Target="/ppt/notesMasters/notesMaster1.xml" Id="R49f35c3d2b46439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9b5dd3671b84148" /><Relationship Type="http://schemas.openxmlformats.org/officeDocument/2006/relationships/notesMaster" Target="/ppt/notesMasters/notesMaster1.xml" Id="R95581e897afb415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cdabfe1ed2b4f5a" /><Relationship Type="http://schemas.openxmlformats.org/officeDocument/2006/relationships/notesMaster" Target="/ppt/notesMasters/notesMaster1.xml" Id="R838ea43303644ed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95da0ef88544427" /><Relationship Type="http://schemas.openxmlformats.org/officeDocument/2006/relationships/notesMaster" Target="/ppt/notesMasters/notesMaster1.xml" Id="R69defd7a4945406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d250215d98644cb" /><Relationship Type="http://schemas.openxmlformats.org/officeDocument/2006/relationships/notesMaster" Target="/ppt/notesMasters/notesMaster1.xml" Id="Re8da4ef8f05f41d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4835f5c47ec4fe3" /><Relationship Type="http://schemas.openxmlformats.org/officeDocument/2006/relationships/notesMaster" Target="/ppt/notesMasters/notesMaster1.xml" Id="R530ac5fa35534d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>- Evidence reference: Source page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>- Evidence reference: Source page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>- Evidence reference: Source page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>- Evidence reference: Source page 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>- Evidence reference: Source page 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>- Evidence reference: Source page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>- Evidence reference: Source page 70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>- Evidence reference: Source page 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>- Evidence reference: Source page 110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>- Evidence reference: Source page 130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>- Evidence reference: Source page 150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>- Evidence reference: Source page 156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Tolon_WE_Operating.Manual.ENG.v.1.2.3.pdf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263c4b31964ed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083399d75140f8" /><Relationship Type="http://schemas.openxmlformats.org/officeDocument/2006/relationships/slideLayout" Target="/ppt/slideLayouts/slideLayout1.xml" Id="Rfd49e42887b349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49e42887b349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364f9a104641c9" /><Relationship Type="http://schemas.openxmlformats.org/officeDocument/2006/relationships/image" Target="/ppt/media/image.jpeg" Id="Ree7ee86ca5e6440e" /><Relationship Type="http://schemas.openxmlformats.org/officeDocument/2006/relationships/notesSlide" Target="/ppt/notesSlides/notesSlide1.xml" Id="Rf2e5ea87219e4b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769b294b2c49e3" /><Relationship Type="http://schemas.openxmlformats.org/officeDocument/2006/relationships/notesSlide" Target="/ppt/notesSlides/notesSlide2.xml" Id="Rffabd3b2dcd544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e371a6cc6d4db4" /><Relationship Type="http://schemas.openxmlformats.org/officeDocument/2006/relationships/notesSlide" Target="/ppt/notesSlides/notesSlide3.xml" Id="R657dcb364b7840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c0d869c1784338" /><Relationship Type="http://schemas.openxmlformats.org/officeDocument/2006/relationships/notesSlide" Target="/ppt/notesSlides/notesSlide4.xml" Id="Rf6c8346a541d48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46e60cdaf4f1e" /><Relationship Type="http://schemas.openxmlformats.org/officeDocument/2006/relationships/notesSlide" Target="/ppt/notesSlides/notesSlide5.xml" Id="Rb940deb8f37f40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50985d5ff4341" /><Relationship Type="http://schemas.openxmlformats.org/officeDocument/2006/relationships/notesSlide" Target="/ppt/notesSlides/notesSlide6.xml" Id="Rd4869f129d024e5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22fb22977143d3" /><Relationship Type="http://schemas.openxmlformats.org/officeDocument/2006/relationships/image" Target="/ppt/media/image2.jpeg" Id="R17783c2143384c5b" /><Relationship Type="http://schemas.openxmlformats.org/officeDocument/2006/relationships/notesSlide" Target="/ppt/notesSlides/notesSlide7.xml" Id="Reccb1c1839c548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8f4f8b60714094" /><Relationship Type="http://schemas.openxmlformats.org/officeDocument/2006/relationships/image" Target="/ppt/media/image3.jpeg" Id="Rb761cd540fd94dbc" /><Relationship Type="http://schemas.openxmlformats.org/officeDocument/2006/relationships/notesSlide" Target="/ppt/notesSlides/notesSlide8.xml" Id="R32f6d967030f437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292d8f466d4aa5" /><Relationship Type="http://schemas.openxmlformats.org/officeDocument/2006/relationships/image" Target="/ppt/media/image4.jpeg" Id="R550ce6b6304a4a41" /><Relationship Type="http://schemas.openxmlformats.org/officeDocument/2006/relationships/notesSlide" Target="/ppt/notesSlides/notesSlide9.xml" Id="Rf2b4cb77623742a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99abd7382a41f7" /><Relationship Type="http://schemas.openxmlformats.org/officeDocument/2006/relationships/image" Target="/ppt/media/image5.jpeg" Id="R6317a8a81a47464d" /><Relationship Type="http://schemas.openxmlformats.org/officeDocument/2006/relationships/notesSlide" Target="/ppt/notesSlides/notesSlide10.xml" Id="Rfb249920275240b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cb6341d4634c47" /><Relationship Type="http://schemas.openxmlformats.org/officeDocument/2006/relationships/image" Target="/ppt/media/image6.jpeg" Id="R809183fe00114de3" /><Relationship Type="http://schemas.openxmlformats.org/officeDocument/2006/relationships/notesSlide" Target="/ppt/notesSlides/notesSlide11.xml" Id="R7c7bef64e4714a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13fdeda554b92" /><Relationship Type="http://schemas.openxmlformats.org/officeDocument/2006/relationships/image" Target="/ppt/media/image7.jpeg" Id="Ree4649d1e932471c" /><Relationship Type="http://schemas.openxmlformats.org/officeDocument/2006/relationships/notesSlide" Target="/ppt/notesSlides/notesSlide12.xml" Id="R4abeaab6f330412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ce13e31f814846" /><Relationship Type="http://schemas.openxmlformats.org/officeDocument/2006/relationships/image" Target="/ppt/media/image8.jpeg" Id="R6f2c0209ad6c445e" /><Relationship Type="http://schemas.openxmlformats.org/officeDocument/2006/relationships/notesSlide" Target="/ppt/notesSlides/notesSlide13.xml" Id="Rbaa940fdadd9493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32df230834bc9" /><Relationship Type="http://schemas.openxmlformats.org/officeDocument/2006/relationships/image" Target="/ppt/media/image9.jpeg" Id="R04366580fc7c44df" /><Relationship Type="http://schemas.openxmlformats.org/officeDocument/2006/relationships/notesSlide" Target="/ppt/notesSlides/notesSlide14.xml" Id="R456628d3b5984fe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0118280bb4cef" /><Relationship Type="http://schemas.openxmlformats.org/officeDocument/2006/relationships/image" Target="/ppt/media/image10.jpeg" Id="R2f756ba25ab44f8e" /><Relationship Type="http://schemas.openxmlformats.org/officeDocument/2006/relationships/notesSlide" Target="/ppt/notesSlides/notesSlide15.xml" Id="R6fb8d9acad2b41b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bd97d68d24b49" /><Relationship Type="http://schemas.openxmlformats.org/officeDocument/2006/relationships/image" Target="/ppt/media/image11.jpeg" Id="Rdb74248124444049" /><Relationship Type="http://schemas.openxmlformats.org/officeDocument/2006/relationships/notesSlide" Target="/ppt/notesSlides/notesSlide16.xml" Id="R5afcf0a659934a1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8434289a334aee" /><Relationship Type="http://schemas.openxmlformats.org/officeDocument/2006/relationships/image" Target="/ppt/media/image12.jpeg" Id="Ra0cf38be815942cf" /><Relationship Type="http://schemas.openxmlformats.org/officeDocument/2006/relationships/notesSlide" Target="/ppt/notesSlides/notesSlide17.xml" Id="R8b6e8d8c5d484e5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ed7d7d33d24141" /><Relationship Type="http://schemas.openxmlformats.org/officeDocument/2006/relationships/image" Target="/ppt/media/image13.jpeg" Id="R5b0e73fd2b884f0e" /><Relationship Type="http://schemas.openxmlformats.org/officeDocument/2006/relationships/notesSlide" Target="/ppt/notesSlides/notesSlide18.xml" Id="R45c61fe98e184be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7eee3df76447a" /><Relationship Type="http://schemas.openxmlformats.org/officeDocument/2006/relationships/notesSlide" Target="/ppt/notesSlides/notesSlide19.xml" Id="R84056bd0ec50460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50D1BD-06F0-4CB6-9CE4-97F074DE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TOLON • WASHER MANUALS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E34DC6-EC7E-405C-8D57-7B7BC8F9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552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TOLON Washer-Extractor Operating Manual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A90773-3CD5-4D22-A995-CA98CCED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5524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TWE10 through TWE110 operation and maintenance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56609-A0A0-4D7A-A24A-5C5EDD8B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7ee86ca5e6440e"/>
          <a:stretch xmlns:a="http://schemas.openxmlformats.org/drawingml/2006/main"/>
        </p:blipFill>
        <p:spPr>
          <a:xfrm xmlns:a="http://schemas.openxmlformats.org/drawingml/2006/main">
            <a:off x="7184352" y="590550"/>
            <a:ext cx="3690697" cy="52197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D096E0-DF23-47AE-9498-3946FB57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SAJJAD ENGINEERING ACADEMY</a:t>
            </a:r>
          </a:p>
        </p:txBody>
      </p:sp>
    </p:spTree>
    <p:extLst>
      <p:ext uri="{BB962C8B-B14F-4D97-AF65-F5344CB8AC3E}">
        <p14:creationId xmlns:p14="http://schemas.microsoft.com/office/powerpoint/2010/main" val="13567097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36288C-28F3-47B7-A7B4-80D558F8E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TOLON • WASHER MANUALS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2D437A-9865-4413-9DCC-2CEB34FD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Source to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7290B4-FC9E-47C7-827F-10BFFAF7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9E2E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2EC"/>
                </a:solidFill>
                <a:latin typeface="Arial"/>
                <a:ea typeface="Arial"/>
                <a:cs typeface="Arial"/>
              </a:rPr>
              <a:t>Evidence, interpretation and technician application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7D9CFC-A4CC-4669-93BB-5C2C2954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552450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2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1294853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39BE61-5867-4AD5-8728-43CA7C26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KEY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0CFB1E-3D8D-4C8A-9841-A62D5008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controlled technical reference for safe maintenance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5A17B4-1CFC-4A84-93DE-9684CA4A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49FFB7-7BB3-431C-9DD4-C292694C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156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05F433-1201-4D20-A5A1-CF129CDE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pages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56BFF5-AF31-4971-864C-E809FEC9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162DF2-F3C4-4080-A050-C3D6C5F9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TWE10-110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DA510D-4B8B-4B5B-9D36-C6B84611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Covered model range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A0FF5C-2B9F-46A2-869C-412560F4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C438DC-0F91-4E49-AD56-392519FE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Operate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7FF722-EA6A-40DE-A383-A71742C7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Daily-use reference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B0AAFD-B7E1-48C8-BCEE-0AAE2C9C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E63142-4211-4518-B7E9-63DF3C45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6E6569-5D92-44B2-A3C8-386F210F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875458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96A4A4-F8AD-4ABA-9C97-47F523B2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85BDE9-E97C-4A5E-8A58-1D0791E9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the manual as a machine-specific working reference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0B35DC-55DE-44EB-8903-93F73D9B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Apply correct loading, program and door-lock practices.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Monitor vibration, drainage and abnormal sound.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7909A8-790A-4971-8269-C45C3A93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976A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6F6238-C565-4F9C-A863-68A165B3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Keep detergent systems and seals clean.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Use the troubleshooting sections with recorded symptoms.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6B3B13-DA53-4A5E-A6DB-AE1C7494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016021-5160-4DE0-83F1-2389A11C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2E0DF-47E0-41EF-B8D0-2DD8155E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755130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F1F16-CCCB-4F7F-B342-3CB10162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713F9E-B3DF-4511-B6C9-7B426A910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Apply a consistent safe-work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F9D189-6ACD-48E1-B4EF-F8A7A17D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Confirm machine identity, model and document revision.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Isolate all energy sources and prove a safe state before access.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4EF714-4078-4BE8-B855-DB568FC9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976A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FBC89-B7F5-4773-B54F-C96DEE7C1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Inspect, measure and diagnose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Function-test safeguards and record the completed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D86FCC-AFA2-4F7F-A459-FFE92A4E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68E789-4A56-44AD-9777-BCA3C3124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1091CC-1056-4811-AD5B-9AE64FE9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462440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EC499-D085-4CBC-B351-DC0D675E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91D9E-7023-4A29-B282-413E1278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Parts and settings require configuration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B0E80D-AFBC-442F-A7FE-D7A29D83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Record original settings and connections before adjustment.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Use exact part numbers or approved supersessions.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7B4948-3BDE-49B7-87C4-D6B578FB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976A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C0C422-8725-44B0-A2EF-BAD53005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Preserve firmware, program and parameter backups where applicable.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Update the maintenance history after each intervention.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7FC67D-BA01-4ACA-BDDA-C1AFB2F9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30A976-BDC2-4CF5-A660-C0711D32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CBEC51-D9E9-4EBB-8A96-F3D3CA3A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523783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A47D9B-8F10-4924-8D0A-B477E98A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8EB92-4364-4BBC-8465-B4FEED0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EBF708-80B7-496A-9A60-78B761BB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783c2143384c5b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C7069D-F6EF-46B8-B1E2-386D0539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BC524E-E334-4BF4-83F8-5DDD812B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309BA8-08BF-4E83-B14A-C20039A9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C63AEB-E349-4586-850D-49451AE75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5B9E3B-023C-4623-B413-3FEF8670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251375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5F525-C6EE-4783-9EBB-3B5B16BA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3AF09B-CE42-4FF5-BB5C-006A50E6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EFA049-E1A0-45BE-922E-EED2F108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61cd540fd94dbc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BACE6E-FE25-4558-AF3A-8203C69D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0F6FE-11D4-438F-9708-6BF43333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75460A-1017-4FE4-BE76-C35A8F05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B1F6B-05A4-4253-93B7-E7380156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E5E333-099A-4F82-B23F-7298635B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383708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8DD0EB-905C-446D-97A9-CC81CBDD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389622-27E2-4165-AC2B-46AF7B8A1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7EA1D0-A743-450C-9B63-CA5D7B30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0ce6b6304a4a41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B3F98-002D-42D1-8B00-B30C563D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388D59-DA50-49CA-9B9F-329F49D7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6DE6A0-B2DA-47CA-8181-3545370A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0E4F63-258A-47CA-9D83-7F1D04CE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E42A98-F35D-4B96-86EF-375C48C1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93742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0BC4E7-9CCF-445D-BBF2-8816E7E3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225CBE-43FA-4287-9FE3-9DEA4CF4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AE07EB-A6E1-426B-B41A-2E1A6AFD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7a8a81a47464d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26D400-1DD3-4F4E-ADB9-D2800EE7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522C52-0C25-4E4A-987B-990D64FF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D1EC54-477B-4BDB-9ED8-1F0F3E38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43C86-8E66-4B4A-A56A-81905BBA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223566-1711-46CD-969D-3D33D03D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862583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0C4C6B-BC8A-4EED-95DF-A3D89EEF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1A6A30-4986-4378-A84C-B41FEEBB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35581B-DF86-4B09-9CF2-D5FDAD386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9183fe00114de3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066685-D06C-41BC-87B5-970EC418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5ED0F-AF68-4F43-8966-456FF4CA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E2EEFB-FFC1-4B02-BD66-0D02E3E7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634048-F20A-436D-AA9E-3B21874F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00C686-C7D2-44C5-B2DE-F3EADD82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921018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C36407-24EA-481F-B8AB-7777C3C7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1668A2-19B6-4C84-9FE2-C9E5961D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011F00-32B8-4076-BCF4-CED1D84B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4649d1e932471c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58ABA4-3925-43B6-942A-B27A0E74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B6EEC-19DD-4ECB-AEAC-7F445870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020893-6A33-4E31-9256-B9E6DAAB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63595A-F84F-4DD5-B590-BA2288CB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ABB07B-64EF-4707-8D78-063FC586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947899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D1C3F7-34DC-4D1B-9A71-4F8940A0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914AA-B656-4487-8CEB-8B4D6B018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F0D73D-0DB9-4D55-A489-8F62E41A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2c0209ad6c445e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2A2834-FC6B-4774-829D-D4D3ECCF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70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43069F-4221-4894-8DC5-68D0A9B73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C83982-88F2-4AEB-BDDA-8951F437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ADAB48-9A50-4359-BA98-265D4863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80F400-3A83-4878-ADB4-C41C6D7F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164015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3E7586-E800-45B8-B64D-F2B9CAE0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8D7FD8-1A71-46AF-B4E1-3F59FB57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26EA3-8217-403E-8A5B-5ECC21035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66580fc7c44df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77095-7CCB-48EA-8D52-5A50BC17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060B28-CE29-46D1-A9B3-D1F767D5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052BD6-417B-4366-ABEF-2AA3BFBC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E9CB8B-1236-4377-84E9-930BC30D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DD6F4-9C63-4055-B334-F6CDF6EA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0240129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2950A-FBEA-41DC-8FA6-12C4CD93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5F475A-4E9C-4361-8086-98EFAB54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95A1AD-428B-430B-9B4D-4834A2E2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756ba25ab44f8e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52D6C5-4D8B-4E4D-BFAC-37E4FE39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9A4BAE-7B34-46FD-819E-05774DA7F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AF7276-F8CE-4659-BC7E-7B050D1A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590078-8152-4319-86D2-E32947E5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6F64A9-273C-4631-A466-A9FCA68C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6236277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1F8D43-E8C7-47F5-BCC4-F3E79EC92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4B90D9-8A78-49A4-A097-A8856B96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D1E186-DAD5-4DE5-9B72-B51A186B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4248124444049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FCDB15-4FBC-4BCF-A81A-042F4F7A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0A743A-56B5-46BC-9F3C-E0E39E59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878FB3-ACEA-4C49-B9E2-45064813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8FA8A6-500A-420F-AD29-CDA88547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C6ECA7-4A69-4F5E-80B8-AC0BC0EF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73817691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0F70EC-5742-4777-8A7D-281C83E7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09409-5F81-4D55-BC07-31CB0B8F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4C0073-7899-44EB-AB1B-A86D65DD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cf38be815942cf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9BE617-4C35-402E-9B0E-A04FC49E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C63376-78CE-40EF-A065-2420DBE9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9B061E-3BCD-4EF2-99AE-43F1524A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9D953D-FC32-4060-9265-E9A16FEC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DE80C-5F73-4FEB-A343-CE8FD89E0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60759743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74BC43-754D-4563-8EB7-B7811013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E74D85-AEE8-41AC-A1EA-1104B189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8016A9-3174-4079-965B-205354F2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0e73fd2b884f0e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33B9BA-E549-4B20-860F-EAFF423A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A3EBA1-4333-4472-BB75-A0E581DF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ACEE0E-782F-4A61-AF93-E8CA1638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C0802F-86E5-4703-A34D-E524C94A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62DA6E-1F11-44C6-827F-13FB2ABCE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42780843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08B158-1A73-4143-926E-D784A211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COMPETENCY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C109AC-DD53-4167-B8C5-5EC40BA6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What technicians must retain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9D943-5AAE-4455-88FE-E8FBA438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Identify the correct controlled source before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Verify readings, configuration and acceptance criteria.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C4F1A9-CABA-4F32-A725-35325A04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976A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DBFC07-4F16-424A-9B7D-29C2364D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Preserve evidence and escalate unresolved deviations.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Complete safe isolation, functional testing and handover records.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64C195-52A2-4E26-9FAF-53987232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BE6D64-D705-4786-BD05-75956CAB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A88893-1EC2-4528-BF6B-A14E192D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9744263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2026-08-15T02:15:59.3600000Z</dcterms:created>
  <dcterms:modified xsi:type="dcterms:W3CDTF">2026-08-15T02:15:59.3600000Z</dcterms:modified>
</coreProperties>
</file>