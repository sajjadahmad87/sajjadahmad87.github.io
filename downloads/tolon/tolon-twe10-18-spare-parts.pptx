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84cdcd7de4acc" /><Relationship Type="http://schemas.openxmlformats.org/officeDocument/2006/relationships/extended-properties" Target="/docProps/app.xml" Id="R36d72c9a390a4a2d" /><Relationship Type="http://schemas.openxmlformats.org/officeDocument/2006/relationships/officeDocument" Target="/ppt/presentation.xml" Id="R0f2d3f69e9ed4f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8096f050f4023"/>
  </p:sldMasterIdLst>
  <p:notesMasterIdLst>
    <p:notesMasterId xmlns:r="http://schemas.openxmlformats.org/officeDocument/2006/relationships" r:id="R2b627f601d904edc"/>
  </p:notesMasterIdLst>
  <p:sldIdLst>
    <p:sldId xmlns:r="http://schemas.openxmlformats.org/officeDocument/2006/relationships" id="256" r:id="Rd00e023553c94e5a"/>
    <p:sldId xmlns:r="http://schemas.openxmlformats.org/officeDocument/2006/relationships" id="257" r:id="R57c316cb15e147b4"/>
    <p:sldId xmlns:r="http://schemas.openxmlformats.org/officeDocument/2006/relationships" id="258" r:id="R11dc52570ec44b32"/>
    <p:sldId xmlns:r="http://schemas.openxmlformats.org/officeDocument/2006/relationships" id="259" r:id="R7b726e3070c5400b"/>
    <p:sldId xmlns:r="http://schemas.openxmlformats.org/officeDocument/2006/relationships" id="260" r:id="R89d8ca5a3b2345a2"/>
    <p:sldId xmlns:r="http://schemas.openxmlformats.org/officeDocument/2006/relationships" id="261" r:id="R53e6a78d9bc245cd"/>
    <p:sldId xmlns:r="http://schemas.openxmlformats.org/officeDocument/2006/relationships" id="262" r:id="Rf075f5b6ed0c4640"/>
    <p:sldId xmlns:r="http://schemas.openxmlformats.org/officeDocument/2006/relationships" id="263" r:id="R042eb6218357482b"/>
    <p:sldId xmlns:r="http://schemas.openxmlformats.org/officeDocument/2006/relationships" id="264" r:id="R22c4c803ed464c85"/>
    <p:sldId xmlns:r="http://schemas.openxmlformats.org/officeDocument/2006/relationships" id="265" r:id="R7a392bd999c7467a"/>
    <p:sldId xmlns:r="http://schemas.openxmlformats.org/officeDocument/2006/relationships" id="266" r:id="R1c79d3319b0f422e"/>
    <p:sldId xmlns:r="http://schemas.openxmlformats.org/officeDocument/2006/relationships" id="267" r:id="Rff29bdf1946b41de"/>
    <p:sldId xmlns:r="http://schemas.openxmlformats.org/officeDocument/2006/relationships" id="268" r:id="R616f75a7258d4d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1f56d959434379" /><Relationship Type="http://schemas.openxmlformats.org/officeDocument/2006/relationships/slideMaster" Target="/ppt/slideMasters/slideMaster1.xml" Id="Ra2c8096f050f4023" /><Relationship Type="http://schemas.openxmlformats.org/officeDocument/2006/relationships/notesMaster" Target="/ppt/notesMasters/notesMaster1.xml" Id="R2b627f601d904edc" /><Relationship Type="http://schemas.openxmlformats.org/officeDocument/2006/relationships/presProps" Target="/ppt/presProps.xml" Id="Rffbccad544e74850" /><Relationship Type="http://schemas.openxmlformats.org/officeDocument/2006/relationships/tableStyles" Target="/ppt/tableStyles.xml" Id="R606168c50059440f" /><Relationship Type="http://schemas.openxmlformats.org/officeDocument/2006/relationships/slide" Target="/ppt/slides/slide1.xml" Id="Rd00e023553c94e5a" /><Relationship Type="http://schemas.openxmlformats.org/officeDocument/2006/relationships/slide" Target="/ppt/slides/slide2.xml" Id="R57c316cb15e147b4" /><Relationship Type="http://schemas.openxmlformats.org/officeDocument/2006/relationships/slide" Target="/ppt/slides/slide3.xml" Id="R11dc52570ec44b32" /><Relationship Type="http://schemas.openxmlformats.org/officeDocument/2006/relationships/slide" Target="/ppt/slides/slide4.xml" Id="R7b726e3070c5400b" /><Relationship Type="http://schemas.openxmlformats.org/officeDocument/2006/relationships/slide" Target="/ppt/slides/slide5.xml" Id="R89d8ca5a3b2345a2" /><Relationship Type="http://schemas.openxmlformats.org/officeDocument/2006/relationships/slide" Target="/ppt/slides/slide6.xml" Id="R53e6a78d9bc245cd" /><Relationship Type="http://schemas.openxmlformats.org/officeDocument/2006/relationships/slide" Target="/ppt/slides/slide7.xml" Id="Rf075f5b6ed0c4640" /><Relationship Type="http://schemas.openxmlformats.org/officeDocument/2006/relationships/slide" Target="/ppt/slides/slide8.xml" Id="R042eb6218357482b" /><Relationship Type="http://schemas.openxmlformats.org/officeDocument/2006/relationships/slide" Target="/ppt/slides/slide9.xml" Id="R22c4c803ed464c85" /><Relationship Type="http://schemas.openxmlformats.org/officeDocument/2006/relationships/slide" Target="/ppt/slides/slide10.xml" Id="R7a392bd999c7467a" /><Relationship Type="http://schemas.openxmlformats.org/officeDocument/2006/relationships/slide" Target="/ppt/slides/slide11.xml" Id="R1c79d3319b0f422e" /><Relationship Type="http://schemas.openxmlformats.org/officeDocument/2006/relationships/slide" Target="/ppt/slides/slide12.xml" Id="Rff29bdf1946b41de" /><Relationship Type="http://schemas.openxmlformats.org/officeDocument/2006/relationships/slide" Target="/ppt/slides/slide13.xml" Id="R616f75a7258d4d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d74730e5d845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8700654eb4574" /><Relationship Type="http://schemas.openxmlformats.org/officeDocument/2006/relationships/notesMaster" Target="/ppt/notesMasters/notesMaster1.xml" Id="Rf08186f09c914d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78a2ad3a64054" /><Relationship Type="http://schemas.openxmlformats.org/officeDocument/2006/relationships/notesMaster" Target="/ppt/notesMasters/notesMaster1.xml" Id="Reb942c454edb4b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15522a54bc4455" /><Relationship Type="http://schemas.openxmlformats.org/officeDocument/2006/relationships/notesMaster" Target="/ppt/notesMasters/notesMaster1.xml" Id="Rafacfea8525d4c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5ae9b157cf481d" /><Relationship Type="http://schemas.openxmlformats.org/officeDocument/2006/relationships/notesMaster" Target="/ppt/notesMasters/notesMaster1.xml" Id="R5c5154de2ddb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4c9cffb0454929" /><Relationship Type="http://schemas.openxmlformats.org/officeDocument/2006/relationships/notesMaster" Target="/ppt/notesMasters/notesMaster1.xml" Id="Rb588e90e33eb4c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285e79eee74a87" /><Relationship Type="http://schemas.openxmlformats.org/officeDocument/2006/relationships/notesMaster" Target="/ppt/notesMasters/notesMaster1.xml" Id="R89574969655f4a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5c3fcd6cb3409a" /><Relationship Type="http://schemas.openxmlformats.org/officeDocument/2006/relationships/notesMaster" Target="/ppt/notesMasters/notesMaster1.xml" Id="R1396bfd52b2645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e0732c50414359" /><Relationship Type="http://schemas.openxmlformats.org/officeDocument/2006/relationships/notesMaster" Target="/ppt/notesMasters/notesMaster1.xml" Id="R505c78bef3bd48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76c3c90f3c468a" /><Relationship Type="http://schemas.openxmlformats.org/officeDocument/2006/relationships/notesMaster" Target="/ppt/notesMasters/notesMaster1.xml" Id="Rc19f30e2d98a41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d13c925dd24f88" /><Relationship Type="http://schemas.openxmlformats.org/officeDocument/2006/relationships/notesMaster" Target="/ppt/notesMasters/notesMaster1.xml" Id="Re7f4f72b9a5f4d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551d80b49c47fe" /><Relationship Type="http://schemas.openxmlformats.org/officeDocument/2006/relationships/notesMaster" Target="/ppt/notesMasters/notesMaster1.xml" Id="Re4aaf5f65dca4d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204940e9504d9a" /><Relationship Type="http://schemas.openxmlformats.org/officeDocument/2006/relationships/notesMaster" Target="/ppt/notesMasters/notesMaster1.xml" Id="Rf90b183104ea4e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6cc22377da45cf" /><Relationship Type="http://schemas.openxmlformats.org/officeDocument/2006/relationships/notesMaster" Target="/ppt/notesMasters/notesMaster1.xml" Id="Rcd293cba712242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1d289ab0145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d57d1d8e274469" /><Relationship Type="http://schemas.openxmlformats.org/officeDocument/2006/relationships/slideLayout" Target="/ppt/slideLayouts/slideLayout1.xml" Id="R17bca7bf691741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bca7bf691741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5dff03cf44474" /><Relationship Type="http://schemas.openxmlformats.org/officeDocument/2006/relationships/image" Target="/ppt/media/image.jpeg" Id="R6bd20a1d0c864572" /><Relationship Type="http://schemas.openxmlformats.org/officeDocument/2006/relationships/notesSlide" Target="/ppt/notesSlides/notesSlide1.xml" Id="Rd86dbd4ca888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831c32cdf4172" /><Relationship Type="http://schemas.openxmlformats.org/officeDocument/2006/relationships/notesSlide" Target="/ppt/notesSlides/notesSlide2.xml" Id="Rf20af0c9ede548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6a2e819b94488" /><Relationship Type="http://schemas.openxmlformats.org/officeDocument/2006/relationships/notesSlide" Target="/ppt/notesSlides/notesSlide3.xml" Id="R1b71497bc5d743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346695c57411b" /><Relationship Type="http://schemas.openxmlformats.org/officeDocument/2006/relationships/notesSlide" Target="/ppt/notesSlides/notesSlide4.xml" Id="R388809e2ccad4b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fade092d94266" /><Relationship Type="http://schemas.openxmlformats.org/officeDocument/2006/relationships/notesSlide" Target="/ppt/notesSlides/notesSlide5.xml" Id="Re4c9c506e93549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834c4caf44828" /><Relationship Type="http://schemas.openxmlformats.org/officeDocument/2006/relationships/notesSlide" Target="/ppt/notesSlides/notesSlide6.xml" Id="R7fdcde83e1d04a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565a565f74239" /><Relationship Type="http://schemas.openxmlformats.org/officeDocument/2006/relationships/image" Target="/ppt/media/image2.jpeg" Id="Rc3880469db8d4540" /><Relationship Type="http://schemas.openxmlformats.org/officeDocument/2006/relationships/notesSlide" Target="/ppt/notesSlides/notesSlide7.xml" Id="R7057acf5f4d94c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5008f8e6345eb" /><Relationship Type="http://schemas.openxmlformats.org/officeDocument/2006/relationships/image" Target="/ppt/media/image3.jpeg" Id="Re402078888604de0" /><Relationship Type="http://schemas.openxmlformats.org/officeDocument/2006/relationships/notesSlide" Target="/ppt/notesSlides/notesSlide8.xml" Id="R18663a45a7cc4d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b8377851d478b" /><Relationship Type="http://schemas.openxmlformats.org/officeDocument/2006/relationships/image" Target="/ppt/media/image4.jpeg" Id="Rf13c6d88f35f491b" /><Relationship Type="http://schemas.openxmlformats.org/officeDocument/2006/relationships/notesSlide" Target="/ppt/notesSlides/notesSlide9.xml" Id="Rfff4ccf653a04f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e7490f3df48a9" /><Relationship Type="http://schemas.openxmlformats.org/officeDocument/2006/relationships/image" Target="/ppt/media/image5.jpeg" Id="Ra50545398e0f4f0a" /><Relationship Type="http://schemas.openxmlformats.org/officeDocument/2006/relationships/notesSlide" Target="/ppt/notesSlides/notesSlide10.xml" Id="R5ce4cdb29a1245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5cb069d6e4dab" /><Relationship Type="http://schemas.openxmlformats.org/officeDocument/2006/relationships/image" Target="/ppt/media/image6.jpeg" Id="R91b47435679549c9" /><Relationship Type="http://schemas.openxmlformats.org/officeDocument/2006/relationships/notesSlide" Target="/ppt/notesSlides/notesSlide11.xml" Id="Rd5e3e61b8f5b4f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a84fbaa7e40ef" /><Relationship Type="http://schemas.openxmlformats.org/officeDocument/2006/relationships/image" Target="/ppt/media/image7.jpeg" Id="Rf8a94988b1e84c0b" /><Relationship Type="http://schemas.openxmlformats.org/officeDocument/2006/relationships/notesSlide" Target="/ppt/notesSlides/notesSlide12.xml" Id="Ra8fb5cf7bbf74a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e1ae75c664998" /><Relationship Type="http://schemas.openxmlformats.org/officeDocument/2006/relationships/notesSlide" Target="/ppt/notesSlides/notesSlide13.xml" Id="R9c723478fd8345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3D018-6F59-4CEF-91FC-FBB527BD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11777-0E26-4EA4-9E83-746EA8CC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TWE10 / TWE15 / TWE18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CE104-733E-4425-8C09-1885DE76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Small washer-extractor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17A8B-53BB-4094-B9CC-A8CC157A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20a1d0c864572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A3DF3-0415-488A-9CE6-35330C08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777563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F0843-FA18-4D95-BDA3-A386E085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A2C95-4177-48CB-8652-A690E307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1BF7F-8661-4C6F-930D-16B20504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2EB16-5527-40CB-9397-E3B346F9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7791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FF639-D387-452B-92B5-A30839C2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53A74-BB7E-4A34-AAA5-26CB19C4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BD261-0489-498A-96B5-264949C8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B8F64-4230-44E3-86FC-4C982C75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86163-12B7-42A7-A6D6-8A49981D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Covered washer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F8CB6-6419-4429-869C-6FE4B6FA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5DF30-DEAF-4685-A0A6-8BC8AF5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v1.2.1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2DDF0-5056-4F28-8F9E-7D0B34B9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EC42D-D742-46B3-BBBE-4BE10B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10DBD-9C18-43F0-BC13-4C22694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8F614-DC09-4D09-9483-9CFE243C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DA18C-DD18-4B1C-83E6-C160349C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920B4-6F90-449B-BC0F-EFF06BC5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6EECB-527A-49EE-8FF8-F08D318E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1372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FA1B6-1B69-47DD-9DEC-DDFC3942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0459C-9A2F-435C-9228-B4432649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EB168-7E3E-4ADA-A7F1-C8AE3CC2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Distinguish model-specific parts before ordering. • Confirm serial and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73FF4-11C8-401D-A338-F49E067F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670DA-314D-4FAE-88A3-5516854C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exploded views for physical location. • Record supersessions and installed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DB3D0-5522-4540-A0C6-9CD7D528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FEF7E-87CB-4B26-BAFA-338A1FEF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77C35-125B-4733-90AC-EFD3FAEF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9535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2CCA6-56A1-4CBA-9733-2ADDF721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A0451-43E7-4B18-9E43-5E2589B7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2E02F-54DB-49E2-BEBA-9F6FC6C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2342F-FE60-4114-B995-E9F12701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AB97A-178F-488E-AEDB-5323D22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6648C-3201-42E0-A26A-962B79E5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D5AF-5FD3-4B1F-B96A-53FCCE7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5C857-AB5B-44A8-9C4D-8A4CE011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2807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F372F-6A4E-4F00-BDC7-D27E3B17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E2CFC-E3B3-40CB-98AB-2618254A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6116B-0E65-4CBB-B548-41A1A2FE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714E3-8951-4A99-9CF0-5AE04E6D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EA8CF-02C7-4932-8911-6BBD434E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CAAA8-59EC-47CD-9A0F-8BFAFC38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C1A6C-823C-4BAD-8B76-8FEE8416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382B0-F7B6-4B7D-A362-557860B5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26268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39629-BF47-4E47-ACFD-82A16279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627C3-C03C-4536-9055-D7A44786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A905C-8958-410F-8F8D-DF20C828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80469db8d454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706C8-FE5D-49F6-BCBE-F45F9CB9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8F3AF-CB63-497F-AE36-4A41F853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DC11E-99C1-498D-8C8C-4B3FD185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77DF1-E506-41D3-BA00-FF61131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6CF0A-E18A-4851-8D2C-B1769BBD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4822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64902-F8A1-45BC-8A35-28D9346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B1A2F-82B9-4727-AC7F-103A81B7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D5ED5-A63B-43EE-9516-87DB7DD5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2078888604de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3052B-E060-4839-BEE9-58D56183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9FF56-84F4-4618-A493-CA59035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B64FD-ACE5-477D-B5D7-9E71DBFE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6C714-D098-4ED3-AED2-1C933D85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55BAF-21F7-4FDA-B155-EA8225F7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360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BA020-409B-4D2D-974F-15E2572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DFF5B-684A-4471-B7C7-471C572E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3AD4B-FDDE-4C7B-9CA6-BF89BB39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c6d88f35f491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4E4EA-9C80-4BB2-8523-8401A232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2699C-EAF8-4577-A977-E4374FD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E13EB-99D1-4602-AE16-DB96DE2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6A520-C885-4CB5-9BEE-2CD75121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B6DC0-E549-49B8-A14F-FB2FE20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9889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FAB37-5E45-4CBC-9659-6553DE2B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D25BE-B626-4D78-A405-162F8BE4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3C3FC-5A93-4D86-BC23-CD4FDD12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545398e0f4f0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4B7E7-7FED-444E-9EA5-64CB2539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030C4-EC74-43AE-B876-076789A0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5E981-7560-4CE7-B2E9-612B6D9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E4DBE-F6D3-48A1-A066-025269D1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CE519-D615-4E93-9DB4-1EF3C7A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49838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22BEA-5F24-4B08-9E2B-DBEA6BA1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67CD4-6C52-492C-BE58-8BB871A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D3770-F006-4CCD-BA44-E7BC9CC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47435679549c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2E6A0-CDCA-492F-A4F6-CA02870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6361B-C2E0-4A4D-B08B-366CB10E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85553-3348-43CC-9637-6BF6648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EBD33-D459-46E8-BE1B-26177D4D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FFD6B-9DB7-4054-B68D-4E23B8A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3865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2E05D-51D8-4C44-87A0-A0E6C6D2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0CC87-F47B-4A0E-BB0E-99DA713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1E329-8E69-44E3-8032-AB4E467A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94988b1e84c0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E78D9-AC21-4FB5-AFD7-5A4E44F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C8728-804E-411F-810C-89A71466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362C3-0CAF-492D-9D79-B0F1AC91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E5626-3DB7-4095-8E8D-BF948EB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6E38C-AB7D-46A5-A379-DF0A27E2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77637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C1660-D3DE-41A7-9E3D-FF43C44F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EB5FB-A4DB-4E99-BC45-610285D0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1C881-D1F0-45E7-AA84-C1E2C85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58149-D03F-4D87-A70A-6CD478B9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DF4C0-1B3B-46C3-8B6B-1A1BCF60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8BD6A-7524-40BD-BA5C-4B634E61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A945C-18A1-4D01-9DB6-5CA49C6D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782A2-DB5E-4915-80A7-C7D43A30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0021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2026-08-15T02:50:01.0330000Z</dcterms:created>
  <dcterms:modified xsi:type="dcterms:W3CDTF">2026-08-15T02:50:01.0330000Z</dcterms:modified>
</coreProperties>
</file>