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97b0a02a81400b" /><Relationship Type="http://schemas.openxmlformats.org/officeDocument/2006/relationships/extended-properties" Target="/docProps/app.xml" Id="R372654575d574dc8" /><Relationship Type="http://schemas.openxmlformats.org/officeDocument/2006/relationships/officeDocument" Target="/ppt/presentation.xml" Id="R6566a265ce2d45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97637851564ec8"/>
  </p:sldMasterIdLst>
  <p:notesMasterIdLst>
    <p:notesMasterId xmlns:r="http://schemas.openxmlformats.org/officeDocument/2006/relationships" r:id="Rea0873541232423e"/>
  </p:notesMasterIdLst>
  <p:sldIdLst>
    <p:sldId xmlns:r="http://schemas.openxmlformats.org/officeDocument/2006/relationships" id="256" r:id="Rc9b98a2bcbf84c56"/>
    <p:sldId xmlns:r="http://schemas.openxmlformats.org/officeDocument/2006/relationships" id="257" r:id="R9acab32871e64c9f"/>
    <p:sldId xmlns:r="http://schemas.openxmlformats.org/officeDocument/2006/relationships" id="258" r:id="R3790522d6fd64f8c"/>
    <p:sldId xmlns:r="http://schemas.openxmlformats.org/officeDocument/2006/relationships" id="259" r:id="Rfb084a8359804643"/>
    <p:sldId xmlns:r="http://schemas.openxmlformats.org/officeDocument/2006/relationships" id="260" r:id="R45fcc0e2e0664681"/>
    <p:sldId xmlns:r="http://schemas.openxmlformats.org/officeDocument/2006/relationships" id="261" r:id="R3b9c114ae8cc40e8"/>
    <p:sldId xmlns:r="http://schemas.openxmlformats.org/officeDocument/2006/relationships" id="262" r:id="Rd2b97b58dcfd4b01"/>
    <p:sldId xmlns:r="http://schemas.openxmlformats.org/officeDocument/2006/relationships" id="263" r:id="Re7b1091e916b40ec"/>
    <p:sldId xmlns:r="http://schemas.openxmlformats.org/officeDocument/2006/relationships" id="264" r:id="R8e2bc89258244614"/>
    <p:sldId xmlns:r="http://schemas.openxmlformats.org/officeDocument/2006/relationships" id="265" r:id="Rca445044f2db46ae"/>
    <p:sldId xmlns:r="http://schemas.openxmlformats.org/officeDocument/2006/relationships" id="266" r:id="R2be67f9f99e34e56"/>
    <p:sldId xmlns:r="http://schemas.openxmlformats.org/officeDocument/2006/relationships" id="267" r:id="Re0f029a3a7864e4c"/>
    <p:sldId xmlns:r="http://schemas.openxmlformats.org/officeDocument/2006/relationships" id="268" r:id="Rf233a89d4b4f46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ab6886746244f5" /><Relationship Type="http://schemas.openxmlformats.org/officeDocument/2006/relationships/slideMaster" Target="/ppt/slideMasters/slideMaster1.xml" Id="Rad97637851564ec8" /><Relationship Type="http://schemas.openxmlformats.org/officeDocument/2006/relationships/notesMaster" Target="/ppt/notesMasters/notesMaster1.xml" Id="Rea0873541232423e" /><Relationship Type="http://schemas.openxmlformats.org/officeDocument/2006/relationships/presProps" Target="/ppt/presProps.xml" Id="R4fbec1eb9e31449d" /><Relationship Type="http://schemas.openxmlformats.org/officeDocument/2006/relationships/tableStyles" Target="/ppt/tableStyles.xml" Id="R82ef6a6200e54d70" /><Relationship Type="http://schemas.openxmlformats.org/officeDocument/2006/relationships/slide" Target="/ppt/slides/slide1.xml" Id="Rc9b98a2bcbf84c56" /><Relationship Type="http://schemas.openxmlformats.org/officeDocument/2006/relationships/slide" Target="/ppt/slides/slide2.xml" Id="R9acab32871e64c9f" /><Relationship Type="http://schemas.openxmlformats.org/officeDocument/2006/relationships/slide" Target="/ppt/slides/slide3.xml" Id="R3790522d6fd64f8c" /><Relationship Type="http://schemas.openxmlformats.org/officeDocument/2006/relationships/slide" Target="/ppt/slides/slide4.xml" Id="Rfb084a8359804643" /><Relationship Type="http://schemas.openxmlformats.org/officeDocument/2006/relationships/slide" Target="/ppt/slides/slide5.xml" Id="R45fcc0e2e0664681" /><Relationship Type="http://schemas.openxmlformats.org/officeDocument/2006/relationships/slide" Target="/ppt/slides/slide6.xml" Id="R3b9c114ae8cc40e8" /><Relationship Type="http://schemas.openxmlformats.org/officeDocument/2006/relationships/slide" Target="/ppt/slides/slide7.xml" Id="Rd2b97b58dcfd4b01" /><Relationship Type="http://schemas.openxmlformats.org/officeDocument/2006/relationships/slide" Target="/ppt/slides/slide8.xml" Id="Re7b1091e916b40ec" /><Relationship Type="http://schemas.openxmlformats.org/officeDocument/2006/relationships/slide" Target="/ppt/slides/slide9.xml" Id="R8e2bc89258244614" /><Relationship Type="http://schemas.openxmlformats.org/officeDocument/2006/relationships/slide" Target="/ppt/slides/slide10.xml" Id="Rca445044f2db46ae" /><Relationship Type="http://schemas.openxmlformats.org/officeDocument/2006/relationships/slide" Target="/ppt/slides/slide11.xml" Id="R2be67f9f99e34e56" /><Relationship Type="http://schemas.openxmlformats.org/officeDocument/2006/relationships/slide" Target="/ppt/slides/slide12.xml" Id="Re0f029a3a7864e4c" /><Relationship Type="http://schemas.openxmlformats.org/officeDocument/2006/relationships/slide" Target="/ppt/slides/slide13.xml" Id="Rf233a89d4b4f46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1223acc64b47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4790badf0848e2" /><Relationship Type="http://schemas.openxmlformats.org/officeDocument/2006/relationships/notesMaster" Target="/ppt/notesMasters/notesMaster1.xml" Id="Rd823264794204c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c53b3aa02244df" /><Relationship Type="http://schemas.openxmlformats.org/officeDocument/2006/relationships/notesMaster" Target="/ppt/notesMasters/notesMaster1.xml" Id="R8cabfd794e9642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5af25d11844514" /><Relationship Type="http://schemas.openxmlformats.org/officeDocument/2006/relationships/notesMaster" Target="/ppt/notesMasters/notesMaster1.xml" Id="Rb273aca874e24a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c467b008644e85" /><Relationship Type="http://schemas.openxmlformats.org/officeDocument/2006/relationships/notesMaster" Target="/ppt/notesMasters/notesMaster1.xml" Id="R9cb376e1334144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6601c12c4447cd" /><Relationship Type="http://schemas.openxmlformats.org/officeDocument/2006/relationships/notesMaster" Target="/ppt/notesMasters/notesMaster1.xml" Id="R0825da62e6d341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4cadd72b664208" /><Relationship Type="http://schemas.openxmlformats.org/officeDocument/2006/relationships/notesMaster" Target="/ppt/notesMasters/notesMaster1.xml" Id="Rb24a197aa4464b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74809c47f240e1" /><Relationship Type="http://schemas.openxmlformats.org/officeDocument/2006/relationships/notesMaster" Target="/ppt/notesMasters/notesMaster1.xml" Id="Ref6c45b6bd0448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7b5444eceb4db2" /><Relationship Type="http://schemas.openxmlformats.org/officeDocument/2006/relationships/notesMaster" Target="/ppt/notesMasters/notesMaster1.xml" Id="R4b8a55f9dc5044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d873be661e473d" /><Relationship Type="http://schemas.openxmlformats.org/officeDocument/2006/relationships/notesMaster" Target="/ppt/notesMasters/notesMaster1.xml" Id="R3b44da43d3a545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b25ac6e6344792" /><Relationship Type="http://schemas.openxmlformats.org/officeDocument/2006/relationships/notesMaster" Target="/ppt/notesMasters/notesMaster1.xml" Id="R3eb49185f57a4d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351464b92c40a9" /><Relationship Type="http://schemas.openxmlformats.org/officeDocument/2006/relationships/notesMaster" Target="/ppt/notesMasters/notesMaster1.xml" Id="R82fd47802b4041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6e0e72216f4335" /><Relationship Type="http://schemas.openxmlformats.org/officeDocument/2006/relationships/notesMaster" Target="/ppt/notesMasters/notesMaster1.xml" Id="Rca85531edc9741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69decbf1214720" /><Relationship Type="http://schemas.openxmlformats.org/officeDocument/2006/relationships/notesMaster" Target="/ppt/notesMasters/notesMaster1.xml" Id="R9d27f513e54546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TWE40.Spare Parts Lists v.1.2.0.ENG (1)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TWE40.Spare Parts Lists v.1.2.0.ENG (1)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TWE40.Spare Parts Lists v.1.2.0.ENG (1)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TWE40.Spare Parts Lists v.1.2.0.ENG (1)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TWE40.Spare Parts Lists v.1.2.0.ENG (1)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TWE40.Spare Parts Lists v.1.2.0.ENG (1)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TWE40.Spare Parts Lists v.1.2.0.ENG (1) (1).pdf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TWE40.Spare Parts Lists v.1.2.0.ENG (1) (1).pdf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TWE40.Spare Parts Lists v.1.2.0.ENG (1) (1).pdf</a:t>
            </a:r>
          </a:p>
          <a:p xmlns:a="http://schemas.openxmlformats.org/drawingml/2006/main">
            <a:r>
              <a:t>- Evidence reference: Source page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TWE40.Spare Parts Lists v.1.2.0.ENG (1) (1).pdf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TWE40.Spare Parts Lists v.1.2.0.ENG (1) (1).pdf</a:t>
            </a:r>
          </a:p>
          <a:p xmlns:a="http://schemas.openxmlformats.org/drawingml/2006/main">
            <a:r>
              <a:t>- Evidence reference: Source page 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TWE40.Spare Parts Lists v.1.2.0.ENG (1) (1).pdf</a:t>
            </a:r>
          </a:p>
          <a:p xmlns:a="http://schemas.openxmlformats.org/drawingml/2006/main">
            <a:r>
              <a:t>- Evidence reference: Source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TWE40.Spare Parts Lists v.1.2.0.ENG (1)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742eb962c49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98435ce349482d" /><Relationship Type="http://schemas.openxmlformats.org/officeDocument/2006/relationships/slideLayout" Target="/ppt/slideLayouts/slideLayout1.xml" Id="Re3c39ed58c354a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c39ed58c354a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124fa625b4064" /><Relationship Type="http://schemas.openxmlformats.org/officeDocument/2006/relationships/image" Target="/ppt/media/image.jpeg" Id="Rd9ec87de4a004049" /><Relationship Type="http://schemas.openxmlformats.org/officeDocument/2006/relationships/notesSlide" Target="/ppt/notesSlides/notesSlide1.xml" Id="Rde4aa3df81a248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3a6b6d8684f52" /><Relationship Type="http://schemas.openxmlformats.org/officeDocument/2006/relationships/notesSlide" Target="/ppt/notesSlides/notesSlide2.xml" Id="R608b2c07dbca41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b097a94b94b36" /><Relationship Type="http://schemas.openxmlformats.org/officeDocument/2006/relationships/notesSlide" Target="/ppt/notesSlides/notesSlide3.xml" Id="Rd211729236f049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dc32909ec405d" /><Relationship Type="http://schemas.openxmlformats.org/officeDocument/2006/relationships/notesSlide" Target="/ppt/notesSlides/notesSlide4.xml" Id="R24d9db7262f647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53df9788a434f" /><Relationship Type="http://schemas.openxmlformats.org/officeDocument/2006/relationships/notesSlide" Target="/ppt/notesSlides/notesSlide5.xml" Id="R235f7b069a5941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b27c4f36d4a7c" /><Relationship Type="http://schemas.openxmlformats.org/officeDocument/2006/relationships/notesSlide" Target="/ppt/notesSlides/notesSlide6.xml" Id="R2c4a155ef88e42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b9519c9554e56" /><Relationship Type="http://schemas.openxmlformats.org/officeDocument/2006/relationships/image" Target="/ppt/media/image2.jpeg" Id="R019b30b57866420c" /><Relationship Type="http://schemas.openxmlformats.org/officeDocument/2006/relationships/notesSlide" Target="/ppt/notesSlides/notesSlide7.xml" Id="Rc7ed2ab898da46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7d48f801c45eb" /><Relationship Type="http://schemas.openxmlformats.org/officeDocument/2006/relationships/image" Target="/ppt/media/image3.jpeg" Id="R10ef2470367544bf" /><Relationship Type="http://schemas.openxmlformats.org/officeDocument/2006/relationships/notesSlide" Target="/ppt/notesSlides/notesSlide8.xml" Id="Rbb1549bfde4b41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bdfcd5df54fb0" /><Relationship Type="http://schemas.openxmlformats.org/officeDocument/2006/relationships/image" Target="/ppt/media/image4.jpeg" Id="R9dcb1b953cd54d00" /><Relationship Type="http://schemas.openxmlformats.org/officeDocument/2006/relationships/notesSlide" Target="/ppt/notesSlides/notesSlide9.xml" Id="R513e69a9bd854e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6bd3c6e0a4636" /><Relationship Type="http://schemas.openxmlformats.org/officeDocument/2006/relationships/image" Target="/ppt/media/image5.jpeg" Id="Rfb92468e16194c41" /><Relationship Type="http://schemas.openxmlformats.org/officeDocument/2006/relationships/notesSlide" Target="/ppt/notesSlides/notesSlide10.xml" Id="Rb3fd29c7a2be44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243e944ab40fb" /><Relationship Type="http://schemas.openxmlformats.org/officeDocument/2006/relationships/image" Target="/ppt/media/image6.jpeg" Id="R213afe74e8a8403b" /><Relationship Type="http://schemas.openxmlformats.org/officeDocument/2006/relationships/notesSlide" Target="/ppt/notesSlides/notesSlide11.xml" Id="Rae31daf07aa543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016cb6c3b4b0c" /><Relationship Type="http://schemas.openxmlformats.org/officeDocument/2006/relationships/image" Target="/ppt/media/image7.jpeg" Id="R5d647fda03e6484e" /><Relationship Type="http://schemas.openxmlformats.org/officeDocument/2006/relationships/notesSlide" Target="/ppt/notesSlides/notesSlide12.xml" Id="R7963a62d984e47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7ccca548d47d5" /><Relationship Type="http://schemas.openxmlformats.org/officeDocument/2006/relationships/notesSlide" Target="/ppt/notesSlides/notesSlide13.xml" Id="R82c1a89d23d645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3B8B1-CCCE-4A1B-92BA-AF6C01E0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D3326-AF38-4D69-BC3B-8F2E5418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TWE40 Spare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255DD-3CBC-4520-AF37-A8DD5EBE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Washer-extractor illustrated parts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865C1-EEBA-4C2C-BA58-2084A8B7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c87de4a004049"/>
          <a:stretch xmlns:a="http://schemas.openxmlformats.org/drawingml/2006/main"/>
        </p:blipFill>
        <p:spPr>
          <a:xfrm xmlns:a="http://schemas.openxmlformats.org/drawingml/2006/main">
            <a:off x="7184163" y="590550"/>
            <a:ext cx="3691074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EF91D-BA1F-47F0-8CFE-D31E9648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840305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BB179-60DF-47E0-BB94-6DA01FE8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EF079-B37F-45BA-8700-2A044F1C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32D27-65E0-41EB-B866-A1CA32C9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5829B-A569-4481-8DBB-3F978EB0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6103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56790-EE6C-41AE-A183-2DD19953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1B218-5E05-4F46-BD01-8914A9EF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A0AF7-2537-4941-967E-2625F911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52DBA-77D7-42DD-8D5C-B7206D0A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TWE40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446D0-E238-4D09-9C70-CECC86B1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Machine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3146B-2E64-4EFE-838A-B6198453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2B7D8-2370-4583-B32A-1BA74DD0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v1.2.0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19798-1260-45AD-B38B-4399DE3F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F9897-207E-4146-ADEF-9EDBF44D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DCB1A-CF77-4062-9560-704CD339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12EAE-4B66-4335-BF9B-2ACC6276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92757-B616-49C0-986A-D9BBE5C3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3B21F-97EC-4B9C-BEA8-73EBBEDE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E801C-53E7-49E5-B472-9F290B0D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55488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C7601-3ACD-4B9E-9669-B56DA36E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D4FD7-BE90-4ADE-A498-33B9E5F4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DE4A2-6A45-453D-B3FE-131C7307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panels and assemblies from the illustrations.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the full machine serial for ordering.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BEAC5-6594-4AB1-8443-DC93B77A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03414-ECB3-4482-B53C-4A5ADA6D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Check electrical ratings and mechanical 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local stock records after issue.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9D716-793E-4628-909B-BBB1D251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46E43-9528-4482-AC49-847A3938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5288A-8198-4BF6-91CE-89568E35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8760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8D39F-A77B-485A-930D-9D793885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1C305-1DB8-44EB-AB38-20002BA2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022E0-8D75-40B5-9811-0AED7387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021F6-616E-477B-ABE8-A1EE76C5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8BE60-B566-4333-AACE-283077A6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FB92B-A0CA-40D9-81DD-7A84FD19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18882-C405-4129-8D2B-ADAD620D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1BE6D-A41A-461D-9CCB-405EEF7F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95233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1A03E-51C5-4731-B4FD-EE600113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5B5CF-0DA3-4A17-A335-70C5E183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49285-46D2-400B-862F-6AADE2C7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2B569-2F10-47DF-9AC2-2F472EF7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EB241-3094-4B05-8CAD-12048A51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C3EC6-B17D-42B9-BED2-CAE63E08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E2E92-2821-4CB6-96C7-0BAE9179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69ECF-2E8E-4FCE-B45C-86BFC0EB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4624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AE5F4-0726-4A48-8C37-40B2C9B4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A2142-A13A-48C9-9DCB-E411D7AE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6988B-038E-4938-9044-7BA3CBE0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b30b57866420c"/>
          <a:stretch xmlns:a="http://schemas.openxmlformats.org/drawingml/2006/main"/>
        </p:blipFill>
        <p:spPr>
          <a:xfrm xmlns:a="http://schemas.openxmlformats.org/drawingml/2006/main">
            <a:off x="2830218" y="1714500"/>
            <a:ext cx="295016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68960-A4A3-4452-AD17-36C3D205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0AA02-024C-4F81-B3C8-E90D452D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AF385-7C39-4DCA-9062-3D95FD8A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BF7AD-83C4-4D5D-AAB5-52407B4D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553F9-57E7-45FC-9720-129AB608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44987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2FFEC-4385-4C94-A187-F15351A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E9F95-5C86-4EFD-A9BD-F5C7726D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C9FFA-606A-4E73-8B4A-C1C82543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f2470367544bf"/>
          <a:stretch xmlns:a="http://schemas.openxmlformats.org/drawingml/2006/main"/>
        </p:blipFill>
        <p:spPr>
          <a:xfrm xmlns:a="http://schemas.openxmlformats.org/drawingml/2006/main">
            <a:off x="2830218" y="1714500"/>
            <a:ext cx="295016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13536-9170-4CD1-999A-9F6FC4C8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CB6CC-E226-45F4-B572-3FA30C43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07D82-8B8C-4CA9-A722-C90BD2E0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20F1F-766E-4D22-BED7-32367A42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52A87-BD3C-4031-98BC-7867C62E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98796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64CC0-5D3C-494E-917E-7057CFE6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A4EB5-6017-48E6-B161-FB76CD1B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48B32-4230-4E75-AE12-8F90ADC5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b1b953cd54d00"/>
          <a:stretch xmlns:a="http://schemas.openxmlformats.org/drawingml/2006/main"/>
        </p:blipFill>
        <p:spPr>
          <a:xfrm xmlns:a="http://schemas.openxmlformats.org/drawingml/2006/main">
            <a:off x="2830218" y="1714500"/>
            <a:ext cx="295016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45D5C-1CF2-4601-B7F6-C1B05CD8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C215E-919D-4995-B3A1-A3CE1640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92DFF-08B0-4934-809E-2E5BD4DA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28484-1C86-484E-8860-D33CFD0C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72BE3-4BBE-4EC0-8F77-3FBB8D8A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67257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5E278-B457-4A72-BE1B-7958BEE0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46EED-C61D-48B6-8BA5-16FFEDEE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194B9-BD6C-4C58-BC08-20116541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2468e16194c41"/>
          <a:stretch xmlns:a="http://schemas.openxmlformats.org/drawingml/2006/main"/>
        </p:blipFill>
        <p:spPr>
          <a:xfrm xmlns:a="http://schemas.openxmlformats.org/drawingml/2006/main">
            <a:off x="2830218" y="1714500"/>
            <a:ext cx="295016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B60F9-885A-439C-A7B8-EAD35D48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000D3-D2A5-4A6C-A371-C29D2EB5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4D1D6-22F2-4782-B134-D26EEBDA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2BC04-6A56-43EC-BB5B-94D0BCF2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90CDD-F937-405F-BB43-73DBEA4E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701742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8EA60-B245-491E-A043-3BA6C70C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6D570-B35D-4D78-9040-F17FDDCC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566AB-1515-40D0-81CA-EB93A994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afe74e8a8403b"/>
          <a:stretch xmlns:a="http://schemas.openxmlformats.org/drawingml/2006/main"/>
        </p:blipFill>
        <p:spPr>
          <a:xfrm xmlns:a="http://schemas.openxmlformats.org/drawingml/2006/main">
            <a:off x="2830218" y="1714500"/>
            <a:ext cx="295016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0A8DE-3CED-4317-A12E-BA282EF5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B2873-FEB8-491E-B86E-68F936BE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79572-C4F6-498B-B96E-D5F2052B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EC5DF-488B-4CB8-B8F7-A7DBB17B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F8E78-3780-44A2-95D2-3402A66E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981444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8A4DB-D1D0-46A1-932C-4FC3B23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7854C-2663-461F-8970-B7C69EB1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10785-65E3-4758-9AD3-06BD0605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47fda03e6484e"/>
          <a:stretch xmlns:a="http://schemas.openxmlformats.org/drawingml/2006/main"/>
        </p:blipFill>
        <p:spPr>
          <a:xfrm xmlns:a="http://schemas.openxmlformats.org/drawingml/2006/main">
            <a:off x="2830218" y="1714500"/>
            <a:ext cx="295016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F3B1B-FB77-40E2-8C67-57F75396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7E928-E6B3-455A-86CC-60970223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9B9E5-39E6-4C47-8A24-D7CF3420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86A73-514B-4DBA-A785-CF624C23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8680C-463D-4D6E-BB0A-DFA4910A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46219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C1F60-53B5-412E-A77A-99E227E8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B56AF-978B-4186-BB34-E9EBEFDA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6CF6B-5DE2-45CB-A5C1-836C815C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36415-E337-409F-B392-F0DB64D0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B757A-43C2-4F28-8325-7A35EEE0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F83B9-1B7A-46D3-BE25-BCE58D85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97687-665A-4B93-86E1-6047321B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A8077-D561-452F-968C-8DF37C5A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76866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2026-08-15T02:16:01.1720000Z</dcterms:created>
  <dcterms:modified xsi:type="dcterms:W3CDTF">2026-08-15T02:16:01.1720000Z</dcterms:modified>
</coreProperties>
</file>