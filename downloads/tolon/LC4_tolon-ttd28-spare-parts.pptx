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b0f171ed034bb7" /><Relationship Type="http://schemas.openxmlformats.org/officeDocument/2006/relationships/extended-properties" Target="/docProps/app.xml" Id="Rb0d6eb5ffd144404" /><Relationship Type="http://schemas.openxmlformats.org/officeDocument/2006/relationships/officeDocument" Target="/ppt/presentation.xml" Id="R8934a4454cc84b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6254b2160d4904"/>
  </p:sldMasterIdLst>
  <p:notesMasterIdLst>
    <p:notesMasterId xmlns:r="http://schemas.openxmlformats.org/officeDocument/2006/relationships" r:id="R2ae80f3f20274ea2"/>
  </p:notesMasterIdLst>
  <p:sldIdLst>
    <p:sldId xmlns:r="http://schemas.openxmlformats.org/officeDocument/2006/relationships" id="256" r:id="Rc9951fa03eeb4da3"/>
    <p:sldId xmlns:r="http://schemas.openxmlformats.org/officeDocument/2006/relationships" id="257" r:id="Rc500f90694a945fb"/>
    <p:sldId xmlns:r="http://schemas.openxmlformats.org/officeDocument/2006/relationships" id="258" r:id="R9c3e5ac3fe784ec4"/>
    <p:sldId xmlns:r="http://schemas.openxmlformats.org/officeDocument/2006/relationships" id="259" r:id="R99451a31dfa24791"/>
    <p:sldId xmlns:r="http://schemas.openxmlformats.org/officeDocument/2006/relationships" id="260" r:id="R7de6979a298544c7"/>
    <p:sldId xmlns:r="http://schemas.openxmlformats.org/officeDocument/2006/relationships" id="261" r:id="R9ec33fcdfe014819"/>
    <p:sldId xmlns:r="http://schemas.openxmlformats.org/officeDocument/2006/relationships" id="262" r:id="R79c6769bd8b04637"/>
    <p:sldId xmlns:r="http://schemas.openxmlformats.org/officeDocument/2006/relationships" id="263" r:id="R19135044637444a0"/>
    <p:sldId xmlns:r="http://schemas.openxmlformats.org/officeDocument/2006/relationships" id="264" r:id="R0c31f7de03a64ebb"/>
    <p:sldId xmlns:r="http://schemas.openxmlformats.org/officeDocument/2006/relationships" id="265" r:id="R648eec3f516643ae"/>
    <p:sldId xmlns:r="http://schemas.openxmlformats.org/officeDocument/2006/relationships" id="266" r:id="R40e4682dc96840a1"/>
    <p:sldId xmlns:r="http://schemas.openxmlformats.org/officeDocument/2006/relationships" id="267" r:id="R7e1479a72c314609"/>
    <p:sldId xmlns:r="http://schemas.openxmlformats.org/officeDocument/2006/relationships" id="268" r:id="R885e34d88a234ce4"/>
    <p:sldId xmlns:r="http://schemas.openxmlformats.org/officeDocument/2006/relationships" id="269" r:id="Re1921693f1c34d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90e673d594103" /><Relationship Type="http://schemas.openxmlformats.org/officeDocument/2006/relationships/slideMaster" Target="/ppt/slideMasters/slideMaster1.xml" Id="R866254b2160d4904" /><Relationship Type="http://schemas.openxmlformats.org/officeDocument/2006/relationships/notesMaster" Target="/ppt/notesMasters/notesMaster1.xml" Id="R2ae80f3f20274ea2" /><Relationship Type="http://schemas.openxmlformats.org/officeDocument/2006/relationships/presProps" Target="/ppt/presProps.xml" Id="R4cede8d076304153" /><Relationship Type="http://schemas.openxmlformats.org/officeDocument/2006/relationships/tableStyles" Target="/ppt/tableStyles.xml" Id="R63da3c781f1e4e00" /><Relationship Type="http://schemas.openxmlformats.org/officeDocument/2006/relationships/slide" Target="/ppt/slides/slide1.xml" Id="Rc9951fa03eeb4da3" /><Relationship Type="http://schemas.openxmlformats.org/officeDocument/2006/relationships/slide" Target="/ppt/slides/slide2.xml" Id="Rc500f90694a945fb" /><Relationship Type="http://schemas.openxmlformats.org/officeDocument/2006/relationships/slide" Target="/ppt/slides/slide3.xml" Id="R9c3e5ac3fe784ec4" /><Relationship Type="http://schemas.openxmlformats.org/officeDocument/2006/relationships/slide" Target="/ppt/slides/slide4.xml" Id="R99451a31dfa24791" /><Relationship Type="http://schemas.openxmlformats.org/officeDocument/2006/relationships/slide" Target="/ppt/slides/slide5.xml" Id="R7de6979a298544c7" /><Relationship Type="http://schemas.openxmlformats.org/officeDocument/2006/relationships/slide" Target="/ppt/slides/slide6.xml" Id="R9ec33fcdfe014819" /><Relationship Type="http://schemas.openxmlformats.org/officeDocument/2006/relationships/slide" Target="/ppt/slides/slide7.xml" Id="R79c6769bd8b04637" /><Relationship Type="http://schemas.openxmlformats.org/officeDocument/2006/relationships/slide" Target="/ppt/slides/slide8.xml" Id="R19135044637444a0" /><Relationship Type="http://schemas.openxmlformats.org/officeDocument/2006/relationships/slide" Target="/ppt/slides/slide9.xml" Id="R0c31f7de03a64ebb" /><Relationship Type="http://schemas.openxmlformats.org/officeDocument/2006/relationships/slide" Target="/ppt/slides/slide10.xml" Id="R648eec3f516643ae" /><Relationship Type="http://schemas.openxmlformats.org/officeDocument/2006/relationships/slide" Target="/ppt/slides/slide11.xml" Id="R40e4682dc96840a1" /><Relationship Type="http://schemas.openxmlformats.org/officeDocument/2006/relationships/slide" Target="/ppt/slides/slide12.xml" Id="R7e1479a72c314609" /><Relationship Type="http://schemas.openxmlformats.org/officeDocument/2006/relationships/slide" Target="/ppt/slides/slide13.xml" Id="R885e34d88a234ce4" /><Relationship Type="http://schemas.openxmlformats.org/officeDocument/2006/relationships/slide" Target="/ppt/slides/slide14.xml" Id="Re1921693f1c34d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897e07465444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1bcfb59fd5444e" /><Relationship Type="http://schemas.openxmlformats.org/officeDocument/2006/relationships/notesMaster" Target="/ppt/notesMasters/notesMaster1.xml" Id="Ra077bb862ec649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74aec939674538" /><Relationship Type="http://schemas.openxmlformats.org/officeDocument/2006/relationships/notesMaster" Target="/ppt/notesMasters/notesMaster1.xml" Id="R107628ffcd8745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0db0c9096c416a" /><Relationship Type="http://schemas.openxmlformats.org/officeDocument/2006/relationships/notesMaster" Target="/ppt/notesMasters/notesMaster1.xml" Id="R4ee9b4be831e4c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26a5583a5c4395" /><Relationship Type="http://schemas.openxmlformats.org/officeDocument/2006/relationships/notesMaster" Target="/ppt/notesMasters/notesMaster1.xml" Id="Rebc3dc5416e849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eb3a66e27f4a80" /><Relationship Type="http://schemas.openxmlformats.org/officeDocument/2006/relationships/notesMaster" Target="/ppt/notesMasters/notesMaster1.xml" Id="R8407ffe457eb49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81b549ee794e5c" /><Relationship Type="http://schemas.openxmlformats.org/officeDocument/2006/relationships/notesMaster" Target="/ppt/notesMasters/notesMaster1.xml" Id="Rf8ea71f8ad2348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9f83c3c57143bd" /><Relationship Type="http://schemas.openxmlformats.org/officeDocument/2006/relationships/notesMaster" Target="/ppt/notesMasters/notesMaster1.xml" Id="Re20ca78df85f49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61e15547dc4048" /><Relationship Type="http://schemas.openxmlformats.org/officeDocument/2006/relationships/notesMaster" Target="/ppt/notesMasters/notesMaster1.xml" Id="R83194045edbd4fe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ba3b5e3a6d4b58" /><Relationship Type="http://schemas.openxmlformats.org/officeDocument/2006/relationships/notesMaster" Target="/ppt/notesMasters/notesMaster1.xml" Id="R441678144f9b48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29aded4ac040f5" /><Relationship Type="http://schemas.openxmlformats.org/officeDocument/2006/relationships/notesMaster" Target="/ppt/notesMasters/notesMaster1.xml" Id="Rcf74fac966374f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2ba0dcc56e4920" /><Relationship Type="http://schemas.openxmlformats.org/officeDocument/2006/relationships/notesMaster" Target="/ppt/notesMasters/notesMaster1.xml" Id="R9028466e43a34f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1c794e87c44728" /><Relationship Type="http://schemas.openxmlformats.org/officeDocument/2006/relationships/notesMaster" Target="/ppt/notesMasters/notesMaster1.xml" Id="R8c891bcd137842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b2ee11db2cd4ead" /><Relationship Type="http://schemas.openxmlformats.org/officeDocument/2006/relationships/notesMaster" Target="/ppt/notesMasters/notesMaster1.xml" Id="R77ba8d2c62904c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44026e302d445b1" /><Relationship Type="http://schemas.openxmlformats.org/officeDocument/2006/relationships/notesMaster" Target="/ppt/notesMasters/notesMaster1.xml" Id="R1557c126fdd841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>- Evidence reference: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TTD28 Spare Parts Lists v.2.1.0 (1).pdf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3cb726feb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98442045c147ee" /><Relationship Type="http://schemas.openxmlformats.org/officeDocument/2006/relationships/slideLayout" Target="/ppt/slideLayouts/slideLayout1.xml" Id="Rc58e830dada74d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e830dada74d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f66174d3549b5" /><Relationship Type="http://schemas.openxmlformats.org/officeDocument/2006/relationships/image" Target="/ppt/media/image.jpeg" Id="Rdebe66a6b5b04c9c" /><Relationship Type="http://schemas.openxmlformats.org/officeDocument/2006/relationships/notesSlide" Target="/ppt/notesSlides/notesSlide1.xml" Id="Rb5ae9f3661d24f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fcb2bd3ee4791" /><Relationship Type="http://schemas.openxmlformats.org/officeDocument/2006/relationships/notesSlide" Target="/ppt/notesSlides/notesSlide2.xml" Id="R80c21586c0f44b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b5d4e0bf54430" /><Relationship Type="http://schemas.openxmlformats.org/officeDocument/2006/relationships/notesSlide" Target="/ppt/notesSlides/notesSlide3.xml" Id="R417cac852c1b44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69a621fe34fe6" /><Relationship Type="http://schemas.openxmlformats.org/officeDocument/2006/relationships/notesSlide" Target="/ppt/notesSlides/notesSlide4.xml" Id="R51635354c68c41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e98edc0734be1" /><Relationship Type="http://schemas.openxmlformats.org/officeDocument/2006/relationships/notesSlide" Target="/ppt/notesSlides/notesSlide5.xml" Id="Ra0e7211b33ff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87d0037604cc4" /><Relationship Type="http://schemas.openxmlformats.org/officeDocument/2006/relationships/notesSlide" Target="/ppt/notesSlides/notesSlide6.xml" Id="R412e6b048116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5422dce2b416e" /><Relationship Type="http://schemas.openxmlformats.org/officeDocument/2006/relationships/image" Target="/ppt/media/image2.jpeg" Id="R32e3071a05dd429f" /><Relationship Type="http://schemas.openxmlformats.org/officeDocument/2006/relationships/notesSlide" Target="/ppt/notesSlides/notesSlide7.xml" Id="R881e7728d62f45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5ae2d63584eb9" /><Relationship Type="http://schemas.openxmlformats.org/officeDocument/2006/relationships/image" Target="/ppt/media/image3.jpeg" Id="R0c8c8cacc71743d5" /><Relationship Type="http://schemas.openxmlformats.org/officeDocument/2006/relationships/notesSlide" Target="/ppt/notesSlides/notesSlide8.xml" Id="Rd2c0f19118694e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5496fd95f4cc8" /><Relationship Type="http://schemas.openxmlformats.org/officeDocument/2006/relationships/image" Target="/ppt/media/image4.jpeg" Id="R21396e516060405b" /><Relationship Type="http://schemas.openxmlformats.org/officeDocument/2006/relationships/notesSlide" Target="/ppt/notesSlides/notesSlide9.xml" Id="Rd5b5d83eac064f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51fe226194c20" /><Relationship Type="http://schemas.openxmlformats.org/officeDocument/2006/relationships/image" Target="/ppt/media/image5.jpeg" Id="R3770fe3430d743cf" /><Relationship Type="http://schemas.openxmlformats.org/officeDocument/2006/relationships/notesSlide" Target="/ppt/notesSlides/notesSlide10.xml" Id="Re84d74e43db34d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925655d054a0e" /><Relationship Type="http://schemas.openxmlformats.org/officeDocument/2006/relationships/image" Target="/ppt/media/image6.jpeg" Id="Re81d2d6ec717406e" /><Relationship Type="http://schemas.openxmlformats.org/officeDocument/2006/relationships/notesSlide" Target="/ppt/notesSlides/notesSlide11.xml" Id="R0cf8f46660324b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cf0cae2361475d" /><Relationship Type="http://schemas.openxmlformats.org/officeDocument/2006/relationships/image" Target="/ppt/media/image7.jpeg" Id="R05fe1e9f00894e98" /><Relationship Type="http://schemas.openxmlformats.org/officeDocument/2006/relationships/notesSlide" Target="/ppt/notesSlides/notesSlide12.xml" Id="R70f488261e2545d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aea562ff34796" /><Relationship Type="http://schemas.openxmlformats.org/officeDocument/2006/relationships/image" Target="/ppt/media/image8.jpeg" Id="R6a94f58de0a04aa8" /><Relationship Type="http://schemas.openxmlformats.org/officeDocument/2006/relationships/notesSlide" Target="/ppt/notesSlides/notesSlide13.xml" Id="R695aeabfae8540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e3782b85343b0" /><Relationship Type="http://schemas.openxmlformats.org/officeDocument/2006/relationships/notesSlide" Target="/ppt/notesSlides/notesSlide14.xml" Id="Rc18a9948843b49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981A1-6C1F-436C-A7B1-4F17C939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8CD71-6FCE-44A6-BE93-95E324D4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TTD28 Spare Parts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34030B-E0EC-4505-935B-4BFA126C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Model-specific illustrated parts reference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4141E-6FB4-4A5F-A93F-97B9126A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e66a6b5b04c9c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5AC70-1F93-41DE-A4D2-B3909EC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14485603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B8827-F1CD-47E5-A5FC-8AA82E06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SPARE PARTS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E82D00-EEFC-40F8-8AE5-B8C6A966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91447-0EC8-427E-A3E3-8CEC2166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82FDC2-7BE6-4054-B04A-49CC5F65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1909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C1C8C2-6144-429D-B866-6608F5C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76672-1E48-48BE-BA91-0ECA94B1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57DE0-4DB7-468C-A48F-C00FF3CD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E9813-2497-4D4F-A43D-B5832426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TTD28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2ACD1-0C0D-4742-90BA-477ED4AD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Machine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F2121-EE43-4CC2-A3E0-ABA36638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7C943-B40B-4A2C-AE54-E92E5C51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v2.1.0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88983-A572-4F01-A4CE-5A2F300A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BF08A-6ADA-4E19-A645-96DC4D70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0284A-2AC7-4B93-B90F-3586F7C0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11709F-3A5E-4BB8-84A9-F48FF883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5EC33-7D59-4D56-A610-1905F68A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D090D-BF9E-428D-B7F4-E87FE190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C6D1E-B759-4D96-80F9-C49B9B9E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21879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2139C-D030-46BD-A838-70A75EEB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0FC03-16CF-4F62-9A7B-45C331FF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EC60C-E1F5-42CD-A210-B5C11183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Match exploded-view callouts to exact part numbers.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serial and revision before ordering.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5D1FE-1B01-46F3-AB5F-0C8D6FA9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D1FF0-A96D-407A-9025-E946C1E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approved supersessions.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removed-part evidence for repeat failures.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56CCD-D31B-4824-96CA-A498A311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706EF-15DF-4844-B3D0-2B3681B1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D4BAE-48C2-4457-B243-2512016B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5558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C47D2-C55A-4680-8D29-1F28B2A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6695B-8852-42DE-A321-F98EBD9F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0A904-07F1-4427-A58E-3D70C4E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07397-76D4-4CBA-BA9A-ECDC80D9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FD73B-8E31-473D-96B0-A832D5E5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AF596-FA90-4AF5-B95E-105186D8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83759-64B7-471A-9F70-4A0DEEFA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C3B99-7ABC-4D09-92F4-AC1C6918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69423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EE0E7-A7A0-453C-B181-7133A73D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84A310-AC5E-4E3E-BA47-FB6B9892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FF844-9BF4-4112-864B-B10AA948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B5A45-3B88-456A-B45D-2CE947EB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159A6-0C5D-4F8E-B36F-56769D16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B597B-954D-400B-8DDE-37BF719A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80F42-3654-4529-ABF8-5F5C960B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C11DE-B4FE-496C-81A1-F3B2978E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881972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6C480-60FF-472F-AF7A-C0940190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41B8C-8D05-4B69-B867-A7219884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0A0338-B0B4-4DB7-B4F3-43C49A2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3071a05dd429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4BF160-E2B6-4C00-B8FA-D7CBB79A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7E752-C591-443C-91E4-3370B4CB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CA9A7-77E2-4925-89AE-2A516639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60834-25A6-49C5-A4FA-532DFF8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07C37-0CA5-4120-ABEF-9C5F146A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926795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C5CBA-88FB-4F0B-932D-FF685DAF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C5BAA-BADC-46B5-88CB-5AB6AD69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34222F-011D-460E-B0F8-BB61243D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8c8cacc71743d5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87BB6-7F3E-470C-9862-02283D32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224F0-4E7B-4015-A2D6-34DA1A56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B3E64-087F-490E-B853-510F21C4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B8746-0471-47BA-A912-58210253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A5D0A-19CA-4333-B97B-F996FC5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019500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C0DF9F-B984-4701-8A35-A63DD2AA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658B2-68B3-466D-A208-FD9B637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1EBF6-18CA-40B8-BE3D-8303E61A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96e516060405b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F3AEE-3C55-4A8A-B152-B9AF777A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397EC-C5BD-4F81-ABAC-410C707B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9130C-FD5F-4020-9588-DE9EE8B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592BD-724C-45F1-AEE9-893D94CA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6D9BD-8B55-4F43-AFB6-37DB5B2B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92656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9DC1F-9AB8-42F6-AA31-E631C1CF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3BDAD-CB92-4B71-ACF0-1D310430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6DA8C-DE75-4E51-B4D2-A0B951E8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0fe3430d743c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C229C-3A95-41DA-AAA5-B9BB2225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7490D-006C-4C7E-B1CA-D055A4DEC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CE22E-D9BB-49C0-9AA3-29485695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A1F13-FD2E-4B8C-B269-890EA3F4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E9A5D-D020-496E-AC6B-5B898492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46403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2138F-0E64-4C90-8D7F-EFEECCFC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E78AA-88DF-4E2B-ACB3-91C4E588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18A74-2F9E-4940-8DB6-789DD695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d2d6ec717406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60A6F-862C-4CF3-BABD-1EA41CBE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2A05D-C428-48DA-AFA0-6E6323D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F227D-DDE3-485C-8B08-787E4F0D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94A61-1A52-4FC4-9451-BBE892C9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9698C-0B2F-459D-B88F-D7C28317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40262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E8AFB-631B-4E46-9016-7AD2BFC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7F8A5E-5F6B-467C-B990-0A54B898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DC023-535C-434D-90A7-38FC48748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e1e9f00894e9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C42B1-28D9-4339-AE4A-603AB04C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45255-8DE2-47DA-9B7F-7C81E311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A5477-A195-4A4C-A42A-CB3800ED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8830B-F6A1-4615-AA03-3460908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274B8-FB78-4A06-BFB9-2EE7AFC9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84585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2B06B-9185-4E69-A71F-6E2A7127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CBAD5-C231-41C1-9316-06557B0B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9FA55-1F78-4873-B098-0DA3C2F0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4f58de0a04aa8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ED075-7803-482F-882C-D4728DBE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F0522-495C-478B-8084-22EDDB53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CC9F38-BE68-4488-8F52-955E3D9C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72817-D6DD-402D-A46B-7AB3CC54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36A286-B0B5-4BB9-A167-E851032C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823919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5BD7B-96A3-4A42-B196-EFB14A8A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6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6600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33FE1-7460-4171-A3A4-9ABFC081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32232-8DFD-4B94-8FBF-743B89D6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8F3761-249F-49C1-97EE-30B5E7B0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66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EC34B-1054-44A6-A27C-55CA1F94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DBCB9-C641-4671-B35C-4FB3CA08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5942F-F0DD-4EB9-893A-D8E1E22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TOLON • Spare Parts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D4F89-04C4-4EA3-A571-B6C7B21B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521195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2026-08-15T02:16:00.3580000Z</dcterms:created>
  <dcterms:modified xsi:type="dcterms:W3CDTF">2026-08-15T02:16:00.3580000Z</dcterms:modified>
</coreProperties>
</file>