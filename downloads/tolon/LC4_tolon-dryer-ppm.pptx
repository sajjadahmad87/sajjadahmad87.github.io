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292f5dc3645f3" /><Relationship Type="http://schemas.openxmlformats.org/officeDocument/2006/relationships/extended-properties" Target="/docProps/app.xml" Id="R316f485b5fe747c6" /><Relationship Type="http://schemas.openxmlformats.org/officeDocument/2006/relationships/officeDocument" Target="/ppt/presentation.xml" Id="R8bcfdf863bf5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dc911f25e04e6f"/>
  </p:sldMasterIdLst>
  <p:notesMasterIdLst>
    <p:notesMasterId xmlns:r="http://schemas.openxmlformats.org/officeDocument/2006/relationships" r:id="R719435f2c4dd45e2"/>
  </p:notesMasterIdLst>
  <p:sldIdLst>
    <p:sldId xmlns:r="http://schemas.openxmlformats.org/officeDocument/2006/relationships" id="256" r:id="Rd2ebf79d1e564c08"/>
    <p:sldId xmlns:r="http://schemas.openxmlformats.org/officeDocument/2006/relationships" id="257" r:id="R92411e608bf1411d"/>
    <p:sldId xmlns:r="http://schemas.openxmlformats.org/officeDocument/2006/relationships" id="258" r:id="R6f1da66239b845e6"/>
    <p:sldId xmlns:r="http://schemas.openxmlformats.org/officeDocument/2006/relationships" id="259" r:id="R977511d8865b4623"/>
    <p:sldId xmlns:r="http://schemas.openxmlformats.org/officeDocument/2006/relationships" id="260" r:id="Rc9bd4e6fd546406a"/>
    <p:sldId xmlns:r="http://schemas.openxmlformats.org/officeDocument/2006/relationships" id="261" r:id="Rff1644cd4dc1438a"/>
    <p:sldId xmlns:r="http://schemas.openxmlformats.org/officeDocument/2006/relationships" id="262" r:id="Rabb134f850ff456f"/>
    <p:sldId xmlns:r="http://schemas.openxmlformats.org/officeDocument/2006/relationships" id="263" r:id="Re19fb14f40a24b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d8e473eb2a4067" /><Relationship Type="http://schemas.openxmlformats.org/officeDocument/2006/relationships/slideMaster" Target="/ppt/slideMasters/slideMaster1.xml" Id="R3ddc911f25e04e6f" /><Relationship Type="http://schemas.openxmlformats.org/officeDocument/2006/relationships/notesMaster" Target="/ppt/notesMasters/notesMaster1.xml" Id="R719435f2c4dd45e2" /><Relationship Type="http://schemas.openxmlformats.org/officeDocument/2006/relationships/presProps" Target="/ppt/presProps.xml" Id="R1683be603ed34a1f" /><Relationship Type="http://schemas.openxmlformats.org/officeDocument/2006/relationships/tableStyles" Target="/ppt/tableStyles.xml" Id="Re6e56571575e4cc2" /><Relationship Type="http://schemas.openxmlformats.org/officeDocument/2006/relationships/slide" Target="/ppt/slides/slide1.xml" Id="Rd2ebf79d1e564c08" /><Relationship Type="http://schemas.openxmlformats.org/officeDocument/2006/relationships/slide" Target="/ppt/slides/slide2.xml" Id="R92411e608bf1411d" /><Relationship Type="http://schemas.openxmlformats.org/officeDocument/2006/relationships/slide" Target="/ppt/slides/slide3.xml" Id="R6f1da66239b845e6" /><Relationship Type="http://schemas.openxmlformats.org/officeDocument/2006/relationships/slide" Target="/ppt/slides/slide4.xml" Id="R977511d8865b4623" /><Relationship Type="http://schemas.openxmlformats.org/officeDocument/2006/relationships/slide" Target="/ppt/slides/slide5.xml" Id="Rc9bd4e6fd546406a" /><Relationship Type="http://schemas.openxmlformats.org/officeDocument/2006/relationships/slide" Target="/ppt/slides/slide6.xml" Id="Rff1644cd4dc1438a" /><Relationship Type="http://schemas.openxmlformats.org/officeDocument/2006/relationships/slide" Target="/ppt/slides/slide7.xml" Id="Rabb134f850ff456f" /><Relationship Type="http://schemas.openxmlformats.org/officeDocument/2006/relationships/slide" Target="/ppt/slides/slide8.xml" Id="Re19fb14f40a24b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b71f2f808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6241bf02e4eb5" /><Relationship Type="http://schemas.openxmlformats.org/officeDocument/2006/relationships/notesMaster" Target="/ppt/notesMasters/notesMaster1.xml" Id="Raad33d4f24884c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c5b4422594b8c" /><Relationship Type="http://schemas.openxmlformats.org/officeDocument/2006/relationships/notesMaster" Target="/ppt/notesMasters/notesMaster1.xml" Id="R8d5807d0807b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63d0a61ae24954" /><Relationship Type="http://schemas.openxmlformats.org/officeDocument/2006/relationships/notesMaster" Target="/ppt/notesMasters/notesMaster1.xml" Id="R75084d349f1f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5bfbac704451a" /><Relationship Type="http://schemas.openxmlformats.org/officeDocument/2006/relationships/notesMaster" Target="/ppt/notesMasters/notesMaster1.xml" Id="R9f2c800633ba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09ededb2df4b5b" /><Relationship Type="http://schemas.openxmlformats.org/officeDocument/2006/relationships/notesMaster" Target="/ppt/notesMasters/notesMaster1.xml" Id="Re4fbf96bcad04a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d4e7567daa4a12" /><Relationship Type="http://schemas.openxmlformats.org/officeDocument/2006/relationships/notesMaster" Target="/ppt/notesMasters/notesMaster1.xml" Id="Rcd5e307860f9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d5c9d313824a40" /><Relationship Type="http://schemas.openxmlformats.org/officeDocument/2006/relationships/notesMaster" Target="/ppt/notesMasters/notesMaster1.xml" Id="R9c37c19e81bb4a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817f7d9153471b" /><Relationship Type="http://schemas.openxmlformats.org/officeDocument/2006/relationships/notesMaster" Target="/ppt/notesMasters/notesMaster1.xml" Id="Rc500a0cffcd1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Tumbler Dryer.pdf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76d622b3b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e6df9dd53d4803" /><Relationship Type="http://schemas.openxmlformats.org/officeDocument/2006/relationships/slideLayout" Target="/ppt/slideLayouts/slideLayout1.xml" Id="R7f6dc1537d4f49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dc1537d4f49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141079e914856" /><Relationship Type="http://schemas.openxmlformats.org/officeDocument/2006/relationships/image" Target="/ppt/media/image.jpeg" Id="R82521073b18d471c" /><Relationship Type="http://schemas.openxmlformats.org/officeDocument/2006/relationships/notesSlide" Target="/ppt/notesSlides/notesSlide1.xml" Id="R9ed2ea98e3ef45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0d3a6d2054ee3" /><Relationship Type="http://schemas.openxmlformats.org/officeDocument/2006/relationships/notesSlide" Target="/ppt/notesSlides/notesSlide2.xml" Id="R2c6d993790fe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810e9cdbd4c5a" /><Relationship Type="http://schemas.openxmlformats.org/officeDocument/2006/relationships/notesSlide" Target="/ppt/notesSlides/notesSlide3.xml" Id="R65a9a2a5f5b843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841bda8c14247" /><Relationship Type="http://schemas.openxmlformats.org/officeDocument/2006/relationships/notesSlide" Target="/ppt/notesSlides/notesSlide4.xml" Id="R13d7a1d12e5044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8642dab744c9e" /><Relationship Type="http://schemas.openxmlformats.org/officeDocument/2006/relationships/notesSlide" Target="/ppt/notesSlides/notesSlide5.xml" Id="R8b26403fe1ef49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524a36db747d8" /><Relationship Type="http://schemas.openxmlformats.org/officeDocument/2006/relationships/notesSlide" Target="/ppt/notesSlides/notesSlide6.xml" Id="R6bea1413ec1548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6d88b112b42d3" /><Relationship Type="http://schemas.openxmlformats.org/officeDocument/2006/relationships/image" Target="/ppt/media/image2.jpeg" Id="Rad2c2a2510b2488b" /><Relationship Type="http://schemas.openxmlformats.org/officeDocument/2006/relationships/notesSlide" Target="/ppt/notesSlides/notesSlide7.xml" Id="Rc8a51aca62164e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b5c87ccfe4d5a" /><Relationship Type="http://schemas.openxmlformats.org/officeDocument/2006/relationships/notesSlide" Target="/ppt/notesSlides/notesSlide8.xml" Id="R9891178a5a9548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7AE35-92C2-4CDC-8CDC-19005D8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TOLON • DRYER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0E25C-3F3B-4A2D-B4F1-9576EA5D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Tumbler Dryer PPM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AAF6C-A174-4010-9653-112FD3D5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Practical preventive-maintenance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99B50-8CF4-4EC0-9FC9-3B72D44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21073b18d471c"/>
          <a:stretch xmlns:a="http://schemas.openxmlformats.org/drawingml/2006/main"/>
        </p:blipFill>
        <p:spPr>
          <a:xfrm xmlns:a="http://schemas.openxmlformats.org/drawingml/2006/main">
            <a:off x="6477000" y="1227859"/>
            <a:ext cx="5105400" cy="39450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19BEA-4844-4D4D-AD70-5FCF8E0F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220001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4C52B-D0A9-4F58-B8B7-51EB53DA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DRYER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05D05-DD58-43ED-9A6C-C9A7C53F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45250-8D21-4B2F-A7EC-24C4EA2A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05D74-C538-4BCC-B7AC-E32B1A4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8084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88DD6-0511-4F95-A115-052F9F41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0B965-A833-4001-99EE-10E03C95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82145-9E0E-45B7-A632-1A47EB94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D088D-6EA3-48FA-8FCB-9F13C13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D29D9-D680-4C49-A8EA-6606469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Checklist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747D4-1C80-4BFB-BEC8-D2C1F4E0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E2CD5-9350-4CD2-BDC7-93B7FE52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Lint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1D0CA-C951-4B25-B104-052B05E3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Primary cleaning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040DF-CFBC-4FC5-A5E7-9664D79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64B4-FF37-47CD-9763-379CB14C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5D88C-A622-4300-A807-FEABDD7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Emergency and sensor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BB363-A1E5-456E-867E-4A6628DB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5042C-AB0F-4DB2-87E0-4BD9FB5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Dryer PPM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970AC-AF07-49CA-8432-4DEDE932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7898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78E40-C75A-4A5A-8100-BE61EDA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D62B9-6297-4E5D-98D2-820ED6C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8CFC4-7460-4FF4-B835-92124510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Clean the lint filter and inspect the exhaust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steam piping, electrical box and wiring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B14BC-C0FF-460A-9C31-86538810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D0418-517C-41A7-AA19-6A27EC78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Test emergency stop, rotation sensor and temperature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door gasket and confirm drying temperature.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2543C-C661-406F-9A19-D0CCFFA2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15F0E-E9CB-4C13-BFF3-7C06B7CB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F83AE-4AE3-44DD-BF56-5690BD61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1813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1B2D4-31AC-4319-B4A0-BAD4E8F3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F866F-4DED-4321-81CA-5FF32A5A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6AF5-2246-4A7D-B13E-60110206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06E4D-C889-4D47-A452-EB6AEBC5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0C4F2-E789-4567-9437-6F699D8F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E1DF3-5124-45B5-8A14-0F827E6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D6E8-E1B1-4862-8D41-419F33F3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3AE5B-A23A-4D93-BDE8-BBAE69B6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346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3297D-2E7A-41DC-9451-FD40EC9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CC4EF-F870-487A-B5D6-C567554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5C0E2-12A3-45F6-BFE7-15BC641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EA72B-493D-465D-A9AE-A385FCF4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FF7CB-B030-467C-95EE-992EBA7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BADFB-5359-4E50-83B2-1802B14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F8895-2625-4E8C-AC80-1ED2858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B72A4-AD9C-4CE7-AFAA-521167D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2357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641BB-A510-4B34-B56C-6C7941B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B2ADC-1FD8-47D2-8B41-27349EF0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A43D8-9869-4A32-AA79-CA8D9C74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c2a2510b2488b"/>
          <a:stretch xmlns:a="http://schemas.openxmlformats.org/drawingml/2006/main"/>
        </p:blipFill>
        <p:spPr>
          <a:xfrm xmlns:a="http://schemas.openxmlformats.org/drawingml/2006/main">
            <a:off x="1605803" y="1714500"/>
            <a:ext cx="539899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20D17-8CA6-4599-96AB-877DD89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1ECF1-0111-4445-AD01-726A9B83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9E67B-7F72-4B93-894C-12DAACE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A3CD2-7258-4893-BF8F-D3406C90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Dryer PPM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C971F-7A06-4B28-98F1-894FBBDE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38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2B9B3-677F-420D-8DA8-580B5C12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D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5D24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1296A-A6D6-477C-B2C3-AF07DDA8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ABAFD-163F-43FB-A205-3419BC37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18717-3293-4537-8A8C-3F4714D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5D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07F14-D45E-4E30-B8C8-309E31DC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B5394-C5B2-4AC1-AFFA-1DA26FB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050B-C4FA-4C9E-93C2-FF13EDB6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Dryer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F885B-9100-40DD-B8EB-76EBB240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4744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2026-08-15T02:15:57.6050000Z</dcterms:created>
  <dcterms:modified xsi:type="dcterms:W3CDTF">2026-08-15T02:15:57.6050000Z</dcterms:modified>
</coreProperties>
</file>