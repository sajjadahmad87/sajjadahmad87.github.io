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871e0d5ad0459d" /><Relationship Type="http://schemas.openxmlformats.org/officeDocument/2006/relationships/extended-properties" Target="/docProps/app.xml" Id="Rb723916fc6394c73" /><Relationship Type="http://schemas.openxmlformats.org/officeDocument/2006/relationships/officeDocument" Target="/ppt/presentation.xml" Id="R3026f26226494e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22b4658a254c3b"/>
  </p:sldMasterIdLst>
  <p:notesMasterIdLst>
    <p:notesMasterId xmlns:r="http://schemas.openxmlformats.org/officeDocument/2006/relationships" r:id="R6440110e7dcb4d13"/>
  </p:notesMasterIdLst>
  <p:sldIdLst>
    <p:sldId xmlns:r="http://schemas.openxmlformats.org/officeDocument/2006/relationships" id="256" r:id="Rf4985c8f008348f7"/>
    <p:sldId xmlns:r="http://schemas.openxmlformats.org/officeDocument/2006/relationships" id="257" r:id="R7fc4f2c397da400b"/>
    <p:sldId xmlns:r="http://schemas.openxmlformats.org/officeDocument/2006/relationships" id="258" r:id="Rca61ffabf8584623"/>
    <p:sldId xmlns:r="http://schemas.openxmlformats.org/officeDocument/2006/relationships" id="259" r:id="R5795e5dd11de4ea9"/>
    <p:sldId xmlns:r="http://schemas.openxmlformats.org/officeDocument/2006/relationships" id="260" r:id="R47ec9c602d1642be"/>
    <p:sldId xmlns:r="http://schemas.openxmlformats.org/officeDocument/2006/relationships" id="261" r:id="R13662cc475174007"/>
    <p:sldId xmlns:r="http://schemas.openxmlformats.org/officeDocument/2006/relationships" id="262" r:id="R29f0e72ee9b0456f"/>
    <p:sldId xmlns:r="http://schemas.openxmlformats.org/officeDocument/2006/relationships" id="263" r:id="R4c33754f0edf4178"/>
    <p:sldId xmlns:r="http://schemas.openxmlformats.org/officeDocument/2006/relationships" id="264" r:id="R604ca0a31ea44d2f"/>
    <p:sldId xmlns:r="http://schemas.openxmlformats.org/officeDocument/2006/relationships" id="265" r:id="R9cbcbb99b1364b41"/>
    <p:sldId xmlns:r="http://schemas.openxmlformats.org/officeDocument/2006/relationships" id="266" r:id="R6ce6dbc414344727"/>
    <p:sldId xmlns:r="http://schemas.openxmlformats.org/officeDocument/2006/relationships" id="267" r:id="Re481e531fea74630"/>
    <p:sldId xmlns:r="http://schemas.openxmlformats.org/officeDocument/2006/relationships" id="268" r:id="R8bdc11cba4ed4c0f"/>
    <p:sldId xmlns:r="http://schemas.openxmlformats.org/officeDocument/2006/relationships" id="269" r:id="R1f05a976e4b748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7878bd59734a0c" /><Relationship Type="http://schemas.openxmlformats.org/officeDocument/2006/relationships/slideMaster" Target="/ppt/slideMasters/slideMaster1.xml" Id="Ra522b4658a254c3b" /><Relationship Type="http://schemas.openxmlformats.org/officeDocument/2006/relationships/notesMaster" Target="/ppt/notesMasters/notesMaster1.xml" Id="R6440110e7dcb4d13" /><Relationship Type="http://schemas.openxmlformats.org/officeDocument/2006/relationships/presProps" Target="/ppt/presProps.xml" Id="Rf45639396c084a4b" /><Relationship Type="http://schemas.openxmlformats.org/officeDocument/2006/relationships/tableStyles" Target="/ppt/tableStyles.xml" Id="R504061ba1be5418c" /><Relationship Type="http://schemas.openxmlformats.org/officeDocument/2006/relationships/slide" Target="/ppt/slides/slide1.xml" Id="Rf4985c8f008348f7" /><Relationship Type="http://schemas.openxmlformats.org/officeDocument/2006/relationships/slide" Target="/ppt/slides/slide2.xml" Id="R7fc4f2c397da400b" /><Relationship Type="http://schemas.openxmlformats.org/officeDocument/2006/relationships/slide" Target="/ppt/slides/slide3.xml" Id="Rca61ffabf8584623" /><Relationship Type="http://schemas.openxmlformats.org/officeDocument/2006/relationships/slide" Target="/ppt/slides/slide4.xml" Id="R5795e5dd11de4ea9" /><Relationship Type="http://schemas.openxmlformats.org/officeDocument/2006/relationships/slide" Target="/ppt/slides/slide5.xml" Id="R47ec9c602d1642be" /><Relationship Type="http://schemas.openxmlformats.org/officeDocument/2006/relationships/slide" Target="/ppt/slides/slide6.xml" Id="R13662cc475174007" /><Relationship Type="http://schemas.openxmlformats.org/officeDocument/2006/relationships/slide" Target="/ppt/slides/slide7.xml" Id="R29f0e72ee9b0456f" /><Relationship Type="http://schemas.openxmlformats.org/officeDocument/2006/relationships/slide" Target="/ppt/slides/slide8.xml" Id="R4c33754f0edf4178" /><Relationship Type="http://schemas.openxmlformats.org/officeDocument/2006/relationships/slide" Target="/ppt/slides/slide9.xml" Id="R604ca0a31ea44d2f" /><Relationship Type="http://schemas.openxmlformats.org/officeDocument/2006/relationships/slide" Target="/ppt/slides/slide10.xml" Id="R9cbcbb99b1364b41" /><Relationship Type="http://schemas.openxmlformats.org/officeDocument/2006/relationships/slide" Target="/ppt/slides/slide11.xml" Id="R6ce6dbc414344727" /><Relationship Type="http://schemas.openxmlformats.org/officeDocument/2006/relationships/slide" Target="/ppt/slides/slide12.xml" Id="Re481e531fea74630" /><Relationship Type="http://schemas.openxmlformats.org/officeDocument/2006/relationships/slide" Target="/ppt/slides/slide13.xml" Id="R8bdc11cba4ed4c0f" /><Relationship Type="http://schemas.openxmlformats.org/officeDocument/2006/relationships/slide" Target="/ppt/slides/slide14.xml" Id="R1f05a976e4b748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2ad26cfc3e4e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e3e7814cdd4503" /><Relationship Type="http://schemas.openxmlformats.org/officeDocument/2006/relationships/notesMaster" Target="/ppt/notesMasters/notesMaster1.xml" Id="R8c896adc2cac46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15f3f07daf41a4" /><Relationship Type="http://schemas.openxmlformats.org/officeDocument/2006/relationships/notesMaster" Target="/ppt/notesMasters/notesMaster1.xml" Id="R4260379385c540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6afc7f56db46ab" /><Relationship Type="http://schemas.openxmlformats.org/officeDocument/2006/relationships/notesMaster" Target="/ppt/notesMasters/notesMaster1.xml" Id="Rbd2a956076f447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ccf79374054e22" /><Relationship Type="http://schemas.openxmlformats.org/officeDocument/2006/relationships/notesMaster" Target="/ppt/notesMasters/notesMaster1.xml" Id="Ra67d71683d5645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64c187b6494847" /><Relationship Type="http://schemas.openxmlformats.org/officeDocument/2006/relationships/notesMaster" Target="/ppt/notesMasters/notesMaster1.xml" Id="R5794d4bef8f543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12b4fac95f45e1" /><Relationship Type="http://schemas.openxmlformats.org/officeDocument/2006/relationships/notesMaster" Target="/ppt/notesMasters/notesMaster1.xml" Id="R1b5799f5862644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1e6eba6c7a4654" /><Relationship Type="http://schemas.openxmlformats.org/officeDocument/2006/relationships/notesMaster" Target="/ppt/notesMasters/notesMaster1.xml" Id="Rdec0f47bf1ee4d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ee46d6e4cd445c" /><Relationship Type="http://schemas.openxmlformats.org/officeDocument/2006/relationships/notesMaster" Target="/ppt/notesMasters/notesMaster1.xml" Id="Rf154465de17c43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0d639637f649cb" /><Relationship Type="http://schemas.openxmlformats.org/officeDocument/2006/relationships/notesMaster" Target="/ppt/notesMasters/notesMaster1.xml" Id="R9670f8d7c8404e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4b656e662346d7" /><Relationship Type="http://schemas.openxmlformats.org/officeDocument/2006/relationships/notesMaster" Target="/ppt/notesMasters/notesMaster1.xml" Id="R31ffea3bcc034b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1af71f885b46ee" /><Relationship Type="http://schemas.openxmlformats.org/officeDocument/2006/relationships/notesMaster" Target="/ppt/notesMasters/notesMaster1.xml" Id="Rcdc75eef9ced4b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f655aaaac84c63" /><Relationship Type="http://schemas.openxmlformats.org/officeDocument/2006/relationships/notesMaster" Target="/ppt/notesMasters/notesMaster1.xml" Id="Rdec714b42c5648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f985cd65a448a5" /><Relationship Type="http://schemas.openxmlformats.org/officeDocument/2006/relationships/notesMaster" Target="/ppt/notesMasters/notesMaster1.xml" Id="Ree242c43e40b49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321159b12d47ce" /><Relationship Type="http://schemas.openxmlformats.org/officeDocument/2006/relationships/notesMaster" Target="/ppt/notesMasters/notesMaster1.xml" Id="Re9435322563c49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TTD60 Spare Parts Lists v.2.2.1.pdf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TTD60 Spare Parts Lists v.2.2.1.pdf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TTD60 Spare Parts Lists v.2.2.1.pdf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TTD60 Spare Parts Lists v.2.2.1.pdf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TTD60 Spare Parts Lists v.2.2.1.pdf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TTD60 Spare Parts Lists v.2.2.1.pdf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TTD60 Spare Parts Lists v.2.2.1.pdf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TTD60 Spare Parts Lists v.2.2.1.pdf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TTD60 Spare Parts Lists v.2.2.1.pdf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TTD60 Spare Parts Lists v.2.2.1.pdf</a:t>
            </a:r>
          </a:p>
          <a:p xmlns:a="http://schemas.openxmlformats.org/drawingml/2006/main">
            <a:r>
              <a:t>- Evidence reference: Source page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TTD60 Spare Parts Lists v.2.2.1.pdf</a:t>
            </a:r>
          </a:p>
          <a:p xmlns:a="http://schemas.openxmlformats.org/drawingml/2006/main">
            <a:r>
              <a:t>- Evidence reference: Source page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TTD60 Spare Parts Lists v.2.2.1.pdf</a:t>
            </a:r>
          </a:p>
          <a:p xmlns:a="http://schemas.openxmlformats.org/drawingml/2006/main">
            <a:r>
              <a:t>- Evidence reference: Source page 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TTD60 Spare Parts Lists v.2.2.1.pdf</a:t>
            </a:r>
          </a:p>
          <a:p xmlns:a="http://schemas.openxmlformats.org/drawingml/2006/main">
            <a:r>
              <a:t>- Evidence reference: Source page 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TTD60 Spare Parts Lists v.2.2.1.pdf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40ff4f5974a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2c50d486094802" /><Relationship Type="http://schemas.openxmlformats.org/officeDocument/2006/relationships/slideLayout" Target="/ppt/slideLayouts/slideLayout1.xml" Id="R51b151ba67e940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b151ba67e940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1712812db4d9c" /><Relationship Type="http://schemas.openxmlformats.org/officeDocument/2006/relationships/image" Target="/ppt/media/image.jpeg" Id="R913649368a284c12" /><Relationship Type="http://schemas.openxmlformats.org/officeDocument/2006/relationships/notesSlide" Target="/ppt/notesSlides/notesSlide1.xml" Id="R31567838dbe64c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42068c3fe4a05" /><Relationship Type="http://schemas.openxmlformats.org/officeDocument/2006/relationships/notesSlide" Target="/ppt/notesSlides/notesSlide2.xml" Id="Raf1c54e51cc149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d046c28a24137" /><Relationship Type="http://schemas.openxmlformats.org/officeDocument/2006/relationships/notesSlide" Target="/ppt/notesSlides/notesSlide3.xml" Id="R4974f81955084b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9a864e6fb4f88" /><Relationship Type="http://schemas.openxmlformats.org/officeDocument/2006/relationships/notesSlide" Target="/ppt/notesSlides/notesSlide4.xml" Id="Rf07f32fee9c647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2dc29194e466c" /><Relationship Type="http://schemas.openxmlformats.org/officeDocument/2006/relationships/notesSlide" Target="/ppt/notesSlides/notesSlide5.xml" Id="R4be6a41acc5c4d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3a24366de427f" /><Relationship Type="http://schemas.openxmlformats.org/officeDocument/2006/relationships/notesSlide" Target="/ppt/notesSlides/notesSlide6.xml" Id="R6acc720a8a094f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fc1f448c34e8a" /><Relationship Type="http://schemas.openxmlformats.org/officeDocument/2006/relationships/image" Target="/ppt/media/image2.jpeg" Id="Rd758af90d3a44143" /><Relationship Type="http://schemas.openxmlformats.org/officeDocument/2006/relationships/notesSlide" Target="/ppt/notesSlides/notesSlide7.xml" Id="R916746ec407d47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cea14dd70483e" /><Relationship Type="http://schemas.openxmlformats.org/officeDocument/2006/relationships/image" Target="/ppt/media/image3.jpeg" Id="R14cbf836a9e14af6" /><Relationship Type="http://schemas.openxmlformats.org/officeDocument/2006/relationships/notesSlide" Target="/ppt/notesSlides/notesSlide8.xml" Id="R408b79ba9d954a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c63eb78444904" /><Relationship Type="http://schemas.openxmlformats.org/officeDocument/2006/relationships/image" Target="/ppt/media/image4.jpeg" Id="R0540c5faf6c24426" /><Relationship Type="http://schemas.openxmlformats.org/officeDocument/2006/relationships/notesSlide" Target="/ppt/notesSlides/notesSlide9.xml" Id="R0f63a07d4e7643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742d583ff4b1d" /><Relationship Type="http://schemas.openxmlformats.org/officeDocument/2006/relationships/image" Target="/ppt/media/image5.jpeg" Id="R8e32954d868148ba" /><Relationship Type="http://schemas.openxmlformats.org/officeDocument/2006/relationships/notesSlide" Target="/ppt/notesSlides/notesSlide10.xml" Id="R4acbca657e6a4e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1d51c4e354200" /><Relationship Type="http://schemas.openxmlformats.org/officeDocument/2006/relationships/image" Target="/ppt/media/image6.jpeg" Id="R255954e764ff48e9" /><Relationship Type="http://schemas.openxmlformats.org/officeDocument/2006/relationships/notesSlide" Target="/ppt/notesSlides/notesSlide11.xml" Id="R03755957123e4d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56df4a5f0427b" /><Relationship Type="http://schemas.openxmlformats.org/officeDocument/2006/relationships/image" Target="/ppt/media/image7.jpeg" Id="R9de891347aa54b6a" /><Relationship Type="http://schemas.openxmlformats.org/officeDocument/2006/relationships/notesSlide" Target="/ppt/notesSlides/notesSlide12.xml" Id="R03a2ee0b36e443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e0388c90243c0" /><Relationship Type="http://schemas.openxmlformats.org/officeDocument/2006/relationships/image" Target="/ppt/media/image8.jpeg" Id="R23197e0d088a4335" /><Relationship Type="http://schemas.openxmlformats.org/officeDocument/2006/relationships/notesSlide" Target="/ppt/notesSlides/notesSlide13.xml" Id="R96424242169847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73c8279de439d" /><Relationship Type="http://schemas.openxmlformats.org/officeDocument/2006/relationships/notesSlide" Target="/ppt/notesSlides/notesSlide14.xml" Id="R935f9c857f9c48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7D7B8-DA36-4AB1-BAB1-87B0F219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406BD-E8FA-487B-8387-3B7FCB6F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TTD60 Spare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CE2B4-F630-45B0-B2C8-1D96C523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Model-specific illustrated parts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118B5-3124-4A54-ADC4-C9C4C2E1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649368a284c12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87528-9C6F-4CC4-9693-F76A07F3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386689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237C4-3866-4256-9845-3E580CD0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29A56-10FB-4087-AD95-9A8D4F9B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FBB4A-8BB3-447F-BFBC-D734D9E6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69836-6A43-41B1-85B4-2B2295DC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36125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E3B61-56EC-4CEC-90F2-87655B8B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EE6F3-1F37-4F08-9ED7-6EB3C9DF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896EA-54A5-4C77-8020-C408DAD5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EFF38-A3CB-4075-80D3-D0DDEC31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TTD60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3F4C6-B14B-43C6-AE30-D21F993A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Machine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E6E8C-E43C-4B53-BFB7-4386BDB6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07320-1050-41D5-9DDD-9419D228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v2.2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F03FF-0855-4070-B7AC-7D187635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family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CAE48-FE83-4403-8722-68CB6EE6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51DF7-1D82-42E3-A142-9BF08C58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53130-3725-453B-B116-B8499D53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55B8C-D7CE-448B-A49A-E3D722EA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EAFAA-CAD6-4240-AFDC-BCBEA8C9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FEC1C-56A5-4951-8D72-FDBDD730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40889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55869-326F-47AE-84FF-953E904F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8F8FA-9F33-4EE6-ACA3-CD1D3017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379E4-0349-4098-9259-21665CF2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Match exploded-view callouts to exact part numbers.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serial and revision before ordering.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CD324-0458-40DB-A667-55E80029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6C533-2041-4F2E-9035-EC5C95F1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approved supersessions.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removed-part evidence for repeat failures.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11920-76FC-4946-BD28-9A5CE084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F9227-ED4E-4EDF-8888-7C5CD9C0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F90E5-9CAB-4140-94B0-D12A781F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87569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E91CA-DFC0-45E3-9637-B06C0098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16ACB-51AF-4A0D-8B7F-C636D4B4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8D92D-EE36-4963-9F42-A063787D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5DE48-82EA-4035-9553-7ED68C87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5593F-9DFD-4655-B6D5-0BAFB0DB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07034-5190-424A-9878-3ACAACE9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02B23-4BA3-4199-BC57-71D88281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10F2D-7BF3-4A24-B7B2-CC652137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8642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43A34-2E01-40D4-A60E-9DA97FCE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D9227-F5D8-4166-A572-3867C323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A2AD2-6D5C-4FE0-A6D9-F79A7FA6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6EA4E-ECC0-43CD-975E-C2DF5540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40367-A65E-4B5B-9ABE-32FD4A59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2CA1D-BD54-479C-9F04-F3D723B5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A5785-EED3-41FF-BBD5-AFB14927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85C53-65F4-4C4C-B29B-D6E59A05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878698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CF814-D9A5-41A5-B5EA-DB260114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066CE-B7D7-44DA-8D9C-0DDA21D5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E60CC-D03A-4B40-81AA-1F752834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8af90d3a44143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B8299-3175-4D68-B460-0C34AE96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00A27-7CAA-4082-AC25-117FB78B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85111-20E5-4029-B8F9-ACE76E28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E1C78-2F73-4741-885F-4FCABEDA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9AC9B-8011-4A03-B012-403EFC9A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151618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84AC5-0F79-4167-9D96-92C800F0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8107F-4B3B-4CA8-8A9C-E4B2FCA4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68711-6BC6-4930-A96E-10563E2C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bf836a9e14af6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A6C9E-41AB-4505-BA2E-53503DBA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2F45F-9B6A-4292-8E63-277BA520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A50BA-6876-4C06-81D9-7EA27255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0A1F9-3EC3-452D-803C-85EBC066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4A485-E18B-49C6-9A3D-61B53FB7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98333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6AB5F-8E72-47CF-B296-1177417C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4DF41-8890-4F87-A910-75D1940B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9D180-15F7-4B4E-B032-FAB06492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0c5faf6c24426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B96EE-FEDC-483D-A3AB-A2D08AED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94C4D-DA25-4342-8ABE-DB5C31EA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AEE9D-DC2C-4E0D-BE52-A110860A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6518A-30AD-403A-A97B-3E3BFFA2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F8BDB-91BD-4FFD-A1DC-90F4B9DE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761999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7532F-9B8F-4129-8A79-D294315F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C5CDF-5EB5-4321-9A5C-9E0C031A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45915-628F-44EB-8993-C5D57BAF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2954d868148ba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52D35-3BD2-4DD2-9363-6A9A11D7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E0AC0-8696-43B3-B084-79FF2C6E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B65E4-6523-4949-8854-58A1B728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C1393-0F9B-49EC-9EE6-0F0A89D0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10BF0-471B-4734-A34C-455ADB10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557388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D38BE-73DB-4BFF-AD72-5E857F36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1CEBA-BD52-4D18-8DE3-F797EC12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10C16-67F9-402D-9101-DFC990CE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954e764ff48e9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81ACC-3C8E-4F75-B678-FC1586C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E39C6-D234-4E27-945E-0BB2B2A0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88406-74CF-4AEB-A6BB-A15E0262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8EA9E-574E-4DF3-8327-78FFED15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BE88C-AE0F-424F-86F5-9ADD826E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333565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2A74C-3556-4F6C-8B15-9AEA4523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99AB6-D5C8-4779-ACB2-EB807160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83268-80BB-4A5C-AB23-B3A98A4E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891347aa54b6a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3A06E-06A9-4D4A-B113-6E2F8CEC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C5D27-09C2-4DD3-A3E2-736B0A49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066C0-CB53-4871-B590-5E0768C4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55ABC-FC81-4800-B586-B29B4854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5380B-1D1D-42A3-BCB8-E3050FD4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662263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05447-CA13-4A41-BD80-61D3B767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96E03-04E7-4AB6-8B4F-0114A30C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9404F-24D2-4E5E-B223-303D9A6F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97e0d088a4335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1C7D3-B4FC-4433-89C4-5F540B28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4A0A6-CB16-4D59-9DFC-A9D90FE3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75BF3-2EC9-442C-8A17-1600C74E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94941-0B47-4262-A682-74EEC140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BC1A5-D7F8-483E-87E7-F16EB9B5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010772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372FB-D772-4592-BA94-C941DEC9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934DB-D62B-47DA-9201-2C052F53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066D0-0600-4DDA-967D-33286F96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35B48-18D6-4076-ADCA-E743E51D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54B12-533B-4E48-AE0C-7B0E6C81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32CAE-6231-46A0-8E66-8EEAA7BD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5DFDD-DEC5-4E40-B0C7-048F448C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83B36-ACEB-4752-801D-7A9C5AEA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56779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2026-08-15T02:16:00.7970000Z</dcterms:created>
  <dcterms:modified xsi:type="dcterms:W3CDTF">2026-08-15T02:16:00.7970000Z</dcterms:modified>
</coreProperties>
</file>