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f1597954f6462d" /><Relationship Type="http://schemas.openxmlformats.org/officeDocument/2006/relationships/extended-properties" Target="/docProps/app.xml" Id="R84357e52a0b6424f" /><Relationship Type="http://schemas.openxmlformats.org/officeDocument/2006/relationships/officeDocument" Target="/ppt/presentation.xml" Id="Rbbc19051825f45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fb3f9ad41e4c51"/>
  </p:sldMasterIdLst>
  <p:notesMasterIdLst>
    <p:notesMasterId xmlns:r="http://schemas.openxmlformats.org/officeDocument/2006/relationships" r:id="R5e2a9b2ea9cd461f"/>
  </p:notesMasterIdLst>
  <p:sldIdLst>
    <p:sldId xmlns:r="http://schemas.openxmlformats.org/officeDocument/2006/relationships" id="256" r:id="Redf35f95981a435a"/>
    <p:sldId xmlns:r="http://schemas.openxmlformats.org/officeDocument/2006/relationships" id="257" r:id="Rf3ad870d98694797"/>
    <p:sldId xmlns:r="http://schemas.openxmlformats.org/officeDocument/2006/relationships" id="258" r:id="Rf651ca572b664db6"/>
    <p:sldId xmlns:r="http://schemas.openxmlformats.org/officeDocument/2006/relationships" id="259" r:id="R68d2fbf2247c48b7"/>
    <p:sldId xmlns:r="http://schemas.openxmlformats.org/officeDocument/2006/relationships" id="260" r:id="R47db539a878c4371"/>
    <p:sldId xmlns:r="http://schemas.openxmlformats.org/officeDocument/2006/relationships" id="261" r:id="R8ee5788e51f34045"/>
    <p:sldId xmlns:r="http://schemas.openxmlformats.org/officeDocument/2006/relationships" id="262" r:id="Rf569e98e4b634789"/>
    <p:sldId xmlns:r="http://schemas.openxmlformats.org/officeDocument/2006/relationships" id="263" r:id="R5c8142a33ce842b1"/>
    <p:sldId xmlns:r="http://schemas.openxmlformats.org/officeDocument/2006/relationships" id="264" r:id="Rb51797f81ad94509"/>
    <p:sldId xmlns:r="http://schemas.openxmlformats.org/officeDocument/2006/relationships" id="265" r:id="R941fd0c0a253419c"/>
    <p:sldId xmlns:r="http://schemas.openxmlformats.org/officeDocument/2006/relationships" id="266" r:id="Rf294233b11054452"/>
    <p:sldId xmlns:r="http://schemas.openxmlformats.org/officeDocument/2006/relationships" id="267" r:id="Rcd61ac222f474120"/>
    <p:sldId xmlns:r="http://schemas.openxmlformats.org/officeDocument/2006/relationships" id="268" r:id="R49f6eb0a70224da6"/>
    <p:sldId xmlns:r="http://schemas.openxmlformats.org/officeDocument/2006/relationships" id="269" r:id="R36b092af5f914f80"/>
    <p:sldId xmlns:r="http://schemas.openxmlformats.org/officeDocument/2006/relationships" id="270" r:id="Rd1250be161a74b63"/>
    <p:sldId xmlns:r="http://schemas.openxmlformats.org/officeDocument/2006/relationships" id="271" r:id="R329f99c04fd844e7"/>
    <p:sldId xmlns:r="http://schemas.openxmlformats.org/officeDocument/2006/relationships" id="272" r:id="R9cd7ea524b2f42ec"/>
    <p:sldId xmlns:r="http://schemas.openxmlformats.org/officeDocument/2006/relationships" id="273" r:id="R805f0159549348ae"/>
    <p:sldId xmlns:r="http://schemas.openxmlformats.org/officeDocument/2006/relationships" id="274" r:id="R42c720cb75ca43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8109fad8c14f99" /><Relationship Type="http://schemas.openxmlformats.org/officeDocument/2006/relationships/slideMaster" Target="/ppt/slideMasters/slideMaster1.xml" Id="R73fb3f9ad41e4c51" /><Relationship Type="http://schemas.openxmlformats.org/officeDocument/2006/relationships/notesMaster" Target="/ppt/notesMasters/notesMaster1.xml" Id="R5e2a9b2ea9cd461f" /><Relationship Type="http://schemas.openxmlformats.org/officeDocument/2006/relationships/presProps" Target="/ppt/presProps.xml" Id="Ra3828bdb4f034806" /><Relationship Type="http://schemas.openxmlformats.org/officeDocument/2006/relationships/tableStyles" Target="/ppt/tableStyles.xml" Id="Rd6b5b4dd73c04e5d" /><Relationship Type="http://schemas.openxmlformats.org/officeDocument/2006/relationships/slide" Target="/ppt/slides/slide1.xml" Id="Redf35f95981a435a" /><Relationship Type="http://schemas.openxmlformats.org/officeDocument/2006/relationships/slide" Target="/ppt/slides/slide2.xml" Id="Rf3ad870d98694797" /><Relationship Type="http://schemas.openxmlformats.org/officeDocument/2006/relationships/slide" Target="/ppt/slides/slide3.xml" Id="Rf651ca572b664db6" /><Relationship Type="http://schemas.openxmlformats.org/officeDocument/2006/relationships/slide" Target="/ppt/slides/slide4.xml" Id="R68d2fbf2247c48b7" /><Relationship Type="http://schemas.openxmlformats.org/officeDocument/2006/relationships/slide" Target="/ppt/slides/slide5.xml" Id="R47db539a878c4371" /><Relationship Type="http://schemas.openxmlformats.org/officeDocument/2006/relationships/slide" Target="/ppt/slides/slide6.xml" Id="R8ee5788e51f34045" /><Relationship Type="http://schemas.openxmlformats.org/officeDocument/2006/relationships/slide" Target="/ppt/slides/slide7.xml" Id="Rf569e98e4b634789" /><Relationship Type="http://schemas.openxmlformats.org/officeDocument/2006/relationships/slide" Target="/ppt/slides/slide8.xml" Id="R5c8142a33ce842b1" /><Relationship Type="http://schemas.openxmlformats.org/officeDocument/2006/relationships/slide" Target="/ppt/slides/slide9.xml" Id="Rb51797f81ad94509" /><Relationship Type="http://schemas.openxmlformats.org/officeDocument/2006/relationships/slide" Target="/ppt/slides/slide10.xml" Id="R941fd0c0a253419c" /><Relationship Type="http://schemas.openxmlformats.org/officeDocument/2006/relationships/slide" Target="/ppt/slides/slide11.xml" Id="Rf294233b11054452" /><Relationship Type="http://schemas.openxmlformats.org/officeDocument/2006/relationships/slide" Target="/ppt/slides/slide12.xml" Id="Rcd61ac222f474120" /><Relationship Type="http://schemas.openxmlformats.org/officeDocument/2006/relationships/slide" Target="/ppt/slides/slide13.xml" Id="R49f6eb0a70224da6" /><Relationship Type="http://schemas.openxmlformats.org/officeDocument/2006/relationships/slide" Target="/ppt/slides/slide14.xml" Id="R36b092af5f914f80" /><Relationship Type="http://schemas.openxmlformats.org/officeDocument/2006/relationships/slide" Target="/ppt/slides/slide15.xml" Id="Rd1250be161a74b63" /><Relationship Type="http://schemas.openxmlformats.org/officeDocument/2006/relationships/slide" Target="/ppt/slides/slide16.xml" Id="R329f99c04fd844e7" /><Relationship Type="http://schemas.openxmlformats.org/officeDocument/2006/relationships/slide" Target="/ppt/slides/slide17.xml" Id="R9cd7ea524b2f42ec" /><Relationship Type="http://schemas.openxmlformats.org/officeDocument/2006/relationships/slide" Target="/ppt/slides/slide18.xml" Id="R805f0159549348ae" /><Relationship Type="http://schemas.openxmlformats.org/officeDocument/2006/relationships/slide" Target="/ppt/slides/slide19.xml" Id="R42c720cb75ca43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6edd3f407e42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1caeea708c4be2" /><Relationship Type="http://schemas.openxmlformats.org/officeDocument/2006/relationships/notesMaster" Target="/ppt/notesMasters/notesMaster1.xml" Id="R7e7341e4f9374d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c80830d6624c80" /><Relationship Type="http://schemas.openxmlformats.org/officeDocument/2006/relationships/notesMaster" Target="/ppt/notesMasters/notesMaster1.xml" Id="R4f1fa95853cc4b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f293de52434d5f" /><Relationship Type="http://schemas.openxmlformats.org/officeDocument/2006/relationships/notesMaster" Target="/ppt/notesMasters/notesMaster1.xml" Id="R14310d7008d14b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9cc873f9124658" /><Relationship Type="http://schemas.openxmlformats.org/officeDocument/2006/relationships/notesMaster" Target="/ppt/notesMasters/notesMaster1.xml" Id="R0e4db9e8eb564d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cd86b523204a00" /><Relationship Type="http://schemas.openxmlformats.org/officeDocument/2006/relationships/notesMaster" Target="/ppt/notesMasters/notesMaster1.xml" Id="R78cd5f68ac9b4d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6e4030d70940c1" /><Relationship Type="http://schemas.openxmlformats.org/officeDocument/2006/relationships/notesMaster" Target="/ppt/notesMasters/notesMaster1.xml" Id="R433c1b4adea442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51ea5177114ceb" /><Relationship Type="http://schemas.openxmlformats.org/officeDocument/2006/relationships/notesMaster" Target="/ppt/notesMasters/notesMaster1.xml" Id="Rc3f2c163adf140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5546e976624948" /><Relationship Type="http://schemas.openxmlformats.org/officeDocument/2006/relationships/notesMaster" Target="/ppt/notesMasters/notesMaster1.xml" Id="R34f42760eebb40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42e5ecb2834074" /><Relationship Type="http://schemas.openxmlformats.org/officeDocument/2006/relationships/notesMaster" Target="/ppt/notesMasters/notesMaster1.xml" Id="R4547e92ba53740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417d75aa384a09" /><Relationship Type="http://schemas.openxmlformats.org/officeDocument/2006/relationships/notesMaster" Target="/ppt/notesMasters/notesMaster1.xml" Id="Rd0ef43456a464d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e73f0249ad4fd6" /><Relationship Type="http://schemas.openxmlformats.org/officeDocument/2006/relationships/notesMaster" Target="/ppt/notesMasters/notesMaster1.xml" Id="R7ad431c1405c4d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9303d48c9845ab" /><Relationship Type="http://schemas.openxmlformats.org/officeDocument/2006/relationships/notesMaster" Target="/ppt/notesMasters/notesMaster1.xml" Id="R618d650d40174c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1d144b329442fa" /><Relationship Type="http://schemas.openxmlformats.org/officeDocument/2006/relationships/notesMaster" Target="/ppt/notesMasters/notesMaster1.xml" Id="R944904a5dc02455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82b68831f04a2c" /><Relationship Type="http://schemas.openxmlformats.org/officeDocument/2006/relationships/notesMaster" Target="/ppt/notesMasters/notesMaster1.xml" Id="R6f07bedc9b1c4a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e837b681c84f6b" /><Relationship Type="http://schemas.openxmlformats.org/officeDocument/2006/relationships/notesMaster" Target="/ppt/notesMasters/notesMaster1.xml" Id="Rcb116664fb3a4fc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0ba69e15c54529" /><Relationship Type="http://schemas.openxmlformats.org/officeDocument/2006/relationships/notesMaster" Target="/ppt/notesMasters/notesMaster1.xml" Id="Rd04e6f51c44849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353ff884934aa0" /><Relationship Type="http://schemas.openxmlformats.org/officeDocument/2006/relationships/notesMaster" Target="/ppt/notesMasters/notesMaster1.xml" Id="R35a3a147652e43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26d92d4fd7d49e3" /><Relationship Type="http://schemas.openxmlformats.org/officeDocument/2006/relationships/notesMaster" Target="/ppt/notesMasters/notesMaster1.xml" Id="R07519944afee410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9118a506cdc4628" /><Relationship Type="http://schemas.openxmlformats.org/officeDocument/2006/relationships/notesMaster" Target="/ppt/notesMasters/notesMaster1.xml" Id="R32f43954b7774d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110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130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150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>- Evidence reference: Source page 158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Tolon_TD_Operating.Manual.ENG.v.2.1.1.pdf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f1be5b05c42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bd4b5c7313496d" /><Relationship Type="http://schemas.openxmlformats.org/officeDocument/2006/relationships/slideLayout" Target="/ppt/slideLayouts/slideLayout1.xml" Id="R995237061d3e41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5237061d3e41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1ba17b5b14aa3" /><Relationship Type="http://schemas.openxmlformats.org/officeDocument/2006/relationships/image" Target="/ppt/media/image.jpeg" Id="Rf29a618d51cd42c7" /><Relationship Type="http://schemas.openxmlformats.org/officeDocument/2006/relationships/notesSlide" Target="/ppt/notesSlides/notesSlide1.xml" Id="R91ba4cfdf9614b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58def9ac440ad" /><Relationship Type="http://schemas.openxmlformats.org/officeDocument/2006/relationships/notesSlide" Target="/ppt/notesSlides/notesSlide2.xml" Id="Ra3c0a9db9b0443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c5c1e26ff4df7" /><Relationship Type="http://schemas.openxmlformats.org/officeDocument/2006/relationships/notesSlide" Target="/ppt/notesSlides/notesSlide3.xml" Id="R60b20a082f3d4f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4568e3f5948e4" /><Relationship Type="http://schemas.openxmlformats.org/officeDocument/2006/relationships/notesSlide" Target="/ppt/notesSlides/notesSlide4.xml" Id="Rd1a913240acb4d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05f3057d348ad" /><Relationship Type="http://schemas.openxmlformats.org/officeDocument/2006/relationships/notesSlide" Target="/ppt/notesSlides/notesSlide5.xml" Id="Rb5a0669cfcc741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b68a14e3246fa" /><Relationship Type="http://schemas.openxmlformats.org/officeDocument/2006/relationships/notesSlide" Target="/ppt/notesSlides/notesSlide6.xml" Id="Rabb6064b15684e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339f56ba34a73" /><Relationship Type="http://schemas.openxmlformats.org/officeDocument/2006/relationships/image" Target="/ppt/media/image2.jpeg" Id="R416c7b41c4ab4546" /><Relationship Type="http://schemas.openxmlformats.org/officeDocument/2006/relationships/notesSlide" Target="/ppt/notesSlides/notesSlide7.xml" Id="R342399a385cd48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ac508e6254e5a" /><Relationship Type="http://schemas.openxmlformats.org/officeDocument/2006/relationships/image" Target="/ppt/media/image3.jpeg" Id="R12408701b89f4160" /><Relationship Type="http://schemas.openxmlformats.org/officeDocument/2006/relationships/notesSlide" Target="/ppt/notesSlides/notesSlide8.xml" Id="R873c1149582d42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ac07e918046b0" /><Relationship Type="http://schemas.openxmlformats.org/officeDocument/2006/relationships/image" Target="/ppt/media/image4.jpeg" Id="R4a61e2398a624bfc" /><Relationship Type="http://schemas.openxmlformats.org/officeDocument/2006/relationships/notesSlide" Target="/ppt/notesSlides/notesSlide9.xml" Id="R9ccb18899ed54d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9e9af27ab45ea" /><Relationship Type="http://schemas.openxmlformats.org/officeDocument/2006/relationships/image" Target="/ppt/media/image5.jpeg" Id="Ra63d515456754e1a" /><Relationship Type="http://schemas.openxmlformats.org/officeDocument/2006/relationships/notesSlide" Target="/ppt/notesSlides/notesSlide10.xml" Id="R5847bccf9b3241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07365247c4fe6" /><Relationship Type="http://schemas.openxmlformats.org/officeDocument/2006/relationships/image" Target="/ppt/media/image6.jpeg" Id="Rdb4ac7e1adbb4441" /><Relationship Type="http://schemas.openxmlformats.org/officeDocument/2006/relationships/notesSlide" Target="/ppt/notesSlides/notesSlide11.xml" Id="Re13aa5652f1f42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2bed3cf274a25" /><Relationship Type="http://schemas.openxmlformats.org/officeDocument/2006/relationships/image" Target="/ppt/media/image7.jpeg" Id="R6e23804a2fa54e43" /><Relationship Type="http://schemas.openxmlformats.org/officeDocument/2006/relationships/notesSlide" Target="/ppt/notesSlides/notesSlide12.xml" Id="Reed379ad1eaa46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19c12f2bc4b08" /><Relationship Type="http://schemas.openxmlformats.org/officeDocument/2006/relationships/image" Target="/ppt/media/image8.jpeg" Id="Rebf66f5d94a9400e" /><Relationship Type="http://schemas.openxmlformats.org/officeDocument/2006/relationships/notesSlide" Target="/ppt/notesSlides/notesSlide13.xml" Id="R5aef453193ed4a9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9cad61fc441b3" /><Relationship Type="http://schemas.openxmlformats.org/officeDocument/2006/relationships/image" Target="/ppt/media/image9.jpeg" Id="Rcc6232884a0a4d83" /><Relationship Type="http://schemas.openxmlformats.org/officeDocument/2006/relationships/notesSlide" Target="/ppt/notesSlides/notesSlide14.xml" Id="R81f5cb30b18146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480bcd6e344c9" /><Relationship Type="http://schemas.openxmlformats.org/officeDocument/2006/relationships/image" Target="/ppt/media/image10.jpeg" Id="R70e93e067e704100" /><Relationship Type="http://schemas.openxmlformats.org/officeDocument/2006/relationships/notesSlide" Target="/ppt/notesSlides/notesSlide15.xml" Id="R4c8114d9f5b444c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b2033647945e8" /><Relationship Type="http://schemas.openxmlformats.org/officeDocument/2006/relationships/image" Target="/ppt/media/image11.jpeg" Id="Rfb2fe135bc9c423b" /><Relationship Type="http://schemas.openxmlformats.org/officeDocument/2006/relationships/notesSlide" Target="/ppt/notesSlides/notesSlide16.xml" Id="Rceda97c8674441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ac56dbe454f5e" /><Relationship Type="http://schemas.openxmlformats.org/officeDocument/2006/relationships/image" Target="/ppt/media/image12.jpeg" Id="R9a5d318eb3254719" /><Relationship Type="http://schemas.openxmlformats.org/officeDocument/2006/relationships/notesSlide" Target="/ppt/notesSlides/notesSlide17.xml" Id="R120cc3189ed9415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03b64e11a4f8c" /><Relationship Type="http://schemas.openxmlformats.org/officeDocument/2006/relationships/image" Target="/ppt/media/image13.jpeg" Id="R2c743cccf6014036" /><Relationship Type="http://schemas.openxmlformats.org/officeDocument/2006/relationships/notesSlide" Target="/ppt/notesSlides/notesSlide18.xml" Id="R06ed826f4ace45a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6f02803b04311" /><Relationship Type="http://schemas.openxmlformats.org/officeDocument/2006/relationships/notesSlide" Target="/ppt/notesSlides/notesSlide19.xml" Id="Rb893486a92b24d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60411-88F5-47CB-9C35-C4C0E207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TOLON • DRYER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2EFCF-79B6-484C-B1DE-9FFE179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TOLON Tumbler Dryer Operating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85226-6B92-4895-ABB8-810D2B7D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TTD20, TTD28, TTD40, TTD60 and TTD110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70A3C-DF91-4E8F-96FE-950D1DD0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a618d51cd42c7"/>
          <a:stretch xmlns:a="http://schemas.openxmlformats.org/drawingml/2006/main"/>
        </p:blipFill>
        <p:spPr>
          <a:xfrm xmlns:a="http://schemas.openxmlformats.org/drawingml/2006/main">
            <a:off x="7184352" y="590550"/>
            <a:ext cx="3690697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B5263A-6618-45D9-821F-C0426194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1849652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35AD6-2D96-4F06-8068-9DD5BF3F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TOLON • DRYER MANUALS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8551C-3EB4-40AA-8C6B-38AE9D5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BD0D5-4F31-4B78-B101-C7B97850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336BB-2A14-435E-BF0C-17DB9C6B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9685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39563-185B-4308-90F4-E4E36C9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3580C-B475-4DCF-B07E-77C0BB1C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27C14-6222-4564-9515-41CCD540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F0FF4-EC5C-4538-BEF5-5BCDFD82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158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497CB-00CE-4288-84F5-0C5443D7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pages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32EE8-0A53-48F8-8E81-24509468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9D965-D0AE-411D-8186-A4B978A8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5BAA7-F2CB-46B4-94BE-8B8BC624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Dryer model families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E97B5-220E-436D-ACAE-3FE07FCC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BC3C5-EE97-41FD-959F-1879580C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09685-9B51-4326-A449-8DB97E78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Operation and maintenance focus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E20D7-E11D-4688-92D3-7E9DB735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6A7E7-F82E-4BEB-9518-E0F34870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2514E9-1075-4F24-BF71-1C73723F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669768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F96B6-11FC-4DA8-A418-71E5310F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AE3F7-EAAE-45D2-84F4-EF4F030D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6FC02E-9298-4485-95A6-33E961EE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exterior components and required clearances.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Follow emergency-stop and fundamental safety precautions.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13F7E-2D7A-4B0E-8E76-E96BEAF5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35D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EA38F-F483-4992-97C8-9FA72111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model-specific operating and maintenance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Troubleshoot only after isolation and evidence capture.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EB7EB-6824-4D4B-BEC2-0260A9A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F2763-AE0C-45C1-8744-D55D8685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D296B-3FB5-4B30-B966-62288BD1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35946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4D409-7B97-45BA-AD9E-48D23664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58E6C-EB77-44DA-A925-322408F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455E5-F8A5-473B-A0A9-74FC6193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CB1F7-ADC7-4EA7-8B4D-F6B7BB1B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35D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0BBD2-4826-4378-97CF-28D18BB4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C00DF-A8F9-475C-85D9-9837879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9A779-D76E-4B93-A840-CD8421A8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BDD53-8E82-4B81-8AD9-429ED921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50497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332B8-9F53-430D-B8B2-641C230A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8D861-6739-47F9-9652-2909E381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DD129-B622-4031-9122-765C5BE7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7ADC5-8829-4644-927A-C871CA06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35D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E3E46-7402-4DFB-B9B9-C7BB1EF8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76836-FC42-4FA0-A9B5-C3407366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63D14-CA76-4A09-9B9F-F55DF22E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B39E2-AEB0-49E1-97AD-5F3B2A54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843472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6C0D6-2EC2-4B64-B1EC-01BE5C6D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D8B5C-0E01-4F59-9FF9-77CC2C0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0BC71-E47D-40A3-A2F2-D1C2B927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c7b41c4ab4546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A020B-CA4F-484E-B81F-30A55D21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62F7C-EB3B-4DB3-A76D-FF845686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48D31-3188-4044-9918-B993D317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E8CAD-4F08-43F2-94B8-6DA7C2E8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6DF6B-1869-4F26-92B0-DB808AC0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868467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955B5-541F-4CA5-A5BC-10D68072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3BEC6-0479-4B74-A8FE-A5D41FB9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C81DB-C91B-4D0A-AC35-1B63C3C7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08701b89f4160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66AC3-F9D5-4A05-80EE-187C2846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C46DF0-E6D3-4741-8605-3FA45A89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189143-DCC4-4418-B229-DBF99FF9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2FA52-F15A-448C-9940-7A44832C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7406D8-DF83-4C7E-AB6C-AB6450A5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995954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7B75B-03F8-4AA6-AB27-C13C94E9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6A170-08C3-4758-ABD7-8FE7EDDB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4EF97-FAA0-402C-89AF-D493C3AA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1e2398a624bfc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A9F2B-79F9-4432-9570-267E9FF7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35519-00AC-430A-8A0B-21290075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908B3-366A-40A9-B239-393E0090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4EBD5-510C-44E9-97F0-00EDEB16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713D1-B3E1-493D-A4F9-C9094B61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46809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60DC6-7551-4C3A-B7E3-DD9F4385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A0AB64-20CC-431D-B1AB-EA915D63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8C8CA-2BDD-4C2F-ABCA-A3CB39F8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d515456754e1a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2266C-4617-4048-B87B-CC71FD18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BD06B-447D-4EB8-93A4-27EBDFA7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C8E10-D2AB-49AD-835C-0485BA42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00169-4C6D-4513-B14D-25EC44E9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C9C15C-0AAD-4567-B1ED-93339A99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10515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FA8B9-9BEB-4E6E-98AF-E796D784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62277-8064-4367-AE79-12DA858B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E39874-ADDA-4BC2-B45C-D4ACE03C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ac7e1adbb4441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4DF37-7662-4A58-A4F0-C31E7EDC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46C00-757A-411F-A921-1468AE1C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65038-C0E6-4484-98A0-B0326AC2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C9CA8-00E6-47BA-BC1D-9CCDEF6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614A6-E72A-48B8-877B-0F61F90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090468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1FEAF-30AB-41B5-BF81-87F456CC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84686-4CB3-4B26-B84C-3235BD98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727C1-494D-4787-85C5-E17795A4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3804a2fa54e43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4D097-71BB-48E7-A782-1FB94F8A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39FF0-C1FD-4EFE-8230-10CA5F3F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0DDE-D27B-4E15-8454-FB58FEA3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BE589-F02D-427A-8F2F-A5E3E34B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03E1D-2AEA-46EF-B0A7-A4DA21C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467908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4CE52-008E-4160-8936-75B544C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1762B-5062-4E7B-9C54-BA878773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EDABB-2649-4E27-8806-E73858B7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66f5d94a9400e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1EFDF-C364-48A8-96AA-9DCF836D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DE8C6-BA4C-4356-9F4A-1EFA1F6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94221-4EF6-452D-8D72-5167A898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2CEE5-3481-4A91-BCD8-9B0A036D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26245-C1F4-48F6-AD60-44D00B3B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82519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7366A-E81C-4830-993F-84BB060F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F9181-4AC6-4190-A2D9-3A10A1D1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08A1-E8C9-4368-845A-981EF052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232884a0a4d83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B8B16-3E90-48A5-9CCB-184F3A44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282C3-8EB8-4C37-B4C0-B649E79F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1DD3F-1B82-4030-A879-93B8AFF2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81241-D72C-42F6-9BB8-90646806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2197F-3E47-4BF2-A4AB-B9E9B37B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633483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DDEA9-B4DF-4FAC-BABC-81D67BA3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55F3A-2462-4AC2-AD20-76D8955A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44BBA-34CE-4C11-998E-5D2F6071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93e067e704100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29370-20A3-41C9-A200-254CB88A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31EFAF-B13E-471C-BED6-B3ED54E3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44FAB-7091-44E0-837F-1C68CAC9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0C34E-F44F-4A64-B34E-8C5BB33D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14658-FDD5-460A-8EE0-7BF24C2B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144842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9F340E-5A3F-454D-9FBB-B70E37A3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4D3A6-9B60-4B78-A950-F8BF4AFF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F470E-C4E1-495E-96BB-7327F8C9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fe135bc9c423b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DEBB4-2E73-4B23-979B-B79DC79C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7A2264-A3E5-4B56-881D-16B7B14D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F18B2-F64E-4699-8C60-D7FE3361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1FFCA-BFBB-4986-BAA1-25B94FB2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E3ED0-D432-473C-B3FC-5F7DCA50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061815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1E257-E029-4D0C-82E0-63A3C501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53D80-A25C-4B50-83F9-20B98DAB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C9F46-A953-492C-83F2-B1EFFBED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d318eb3254719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1F6A6-982A-4003-86BA-ADCCA35C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1DF8F-E8B7-4E24-8CFC-D2864261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A92D4-D1F2-4D46-B911-125FCC16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29FB2-8605-4824-97E6-6B5AF98A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50376-DE4B-42ED-A700-FAA7D7D3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361480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B3FF3-6808-45BF-82A0-E7286B5B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5DC99-E76B-4B97-A1BA-4D68E8B2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AC346-94A2-41E2-8036-61137222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43cccf6014036"/>
          <a:stretch xmlns:a="http://schemas.openxmlformats.org/drawingml/2006/main"/>
        </p:blipFill>
        <p:spPr>
          <a:xfrm xmlns:a="http://schemas.openxmlformats.org/drawingml/2006/main">
            <a:off x="2830368" y="1714500"/>
            <a:ext cx="2949864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6AC28-B613-4FBB-B85A-C2FC5CDA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75058-71F3-413B-8A47-7335D677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9CD191-49B6-4533-95CC-65597920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751CA-2273-4E20-B4F3-B8B3BDEB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6C0C1-597C-4388-AC1D-8ACCDC70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243371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A0C61-8C91-455A-B197-CCCB550C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35D2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35D24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64ADD-AE6B-47B6-B8F8-1938DCC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5AF82-BAD9-4599-B683-48FEB961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608FD-4C8E-4F33-81A9-3892A566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35D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111A4-C548-4F5B-B991-EC489056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11CB6-2FC7-42D2-9985-EC4C0B8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F4E84-398D-4A98-B01F-4F60029C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TOLON • Dryer Manuals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74810-F69C-4E62-9119-8CB3C1DC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3146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2026-08-15T02:15:58.3270000Z</dcterms:created>
  <dcterms:modified xsi:type="dcterms:W3CDTF">2026-08-15T02:15:58.3270000Z</dcterms:modified>
</coreProperties>
</file>