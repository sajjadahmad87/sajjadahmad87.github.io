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33305da1e49dc" /><Relationship Type="http://schemas.openxmlformats.org/officeDocument/2006/relationships/extended-properties" Target="/docProps/app.xml" Id="R5b6004d919014a53" /><Relationship Type="http://schemas.openxmlformats.org/officeDocument/2006/relationships/officeDocument" Target="/ppt/presentation.xml" Id="Rc35c96c97ea646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af433a804b4ef8"/>
  </p:sldMasterIdLst>
  <p:notesMasterIdLst>
    <p:notesMasterId xmlns:r="http://schemas.openxmlformats.org/officeDocument/2006/relationships" r:id="R1533fe21dbb546d7"/>
  </p:notesMasterIdLst>
  <p:sldIdLst>
    <p:sldId xmlns:r="http://schemas.openxmlformats.org/officeDocument/2006/relationships" id="256" r:id="Ra55752bdece44d2d"/>
    <p:sldId xmlns:r="http://schemas.openxmlformats.org/officeDocument/2006/relationships" id="257" r:id="R54c2d53299074f4a"/>
    <p:sldId xmlns:r="http://schemas.openxmlformats.org/officeDocument/2006/relationships" id="258" r:id="Rd1f1ca7a3d2b4f9c"/>
    <p:sldId xmlns:r="http://schemas.openxmlformats.org/officeDocument/2006/relationships" id="259" r:id="Re39b5e2549434723"/>
    <p:sldId xmlns:r="http://schemas.openxmlformats.org/officeDocument/2006/relationships" id="260" r:id="R3cc739723ae149e7"/>
    <p:sldId xmlns:r="http://schemas.openxmlformats.org/officeDocument/2006/relationships" id="261" r:id="Rfada0a701a0b436e"/>
    <p:sldId xmlns:r="http://schemas.openxmlformats.org/officeDocument/2006/relationships" id="262" r:id="Rc00bef3dc5764376"/>
    <p:sldId xmlns:r="http://schemas.openxmlformats.org/officeDocument/2006/relationships" id="263" r:id="Rb011598fb50b4678"/>
    <p:sldId xmlns:r="http://schemas.openxmlformats.org/officeDocument/2006/relationships" id="264" r:id="Rad3f3150c6ab424a"/>
    <p:sldId xmlns:r="http://schemas.openxmlformats.org/officeDocument/2006/relationships" id="265" r:id="Re46d156ac64649db"/>
    <p:sldId xmlns:r="http://schemas.openxmlformats.org/officeDocument/2006/relationships" id="266" r:id="R3a3d975db8de4bfa"/>
    <p:sldId xmlns:r="http://schemas.openxmlformats.org/officeDocument/2006/relationships" id="267" r:id="Rc28114449f3a4146"/>
    <p:sldId xmlns:r="http://schemas.openxmlformats.org/officeDocument/2006/relationships" id="268" r:id="Rea9a50d07dc9471c"/>
    <p:sldId xmlns:r="http://schemas.openxmlformats.org/officeDocument/2006/relationships" id="269" r:id="R241a344f98074c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7792c6ad14f6d" /><Relationship Type="http://schemas.openxmlformats.org/officeDocument/2006/relationships/slideMaster" Target="/ppt/slideMasters/slideMaster1.xml" Id="R6baf433a804b4ef8" /><Relationship Type="http://schemas.openxmlformats.org/officeDocument/2006/relationships/notesMaster" Target="/ppt/notesMasters/notesMaster1.xml" Id="R1533fe21dbb546d7" /><Relationship Type="http://schemas.openxmlformats.org/officeDocument/2006/relationships/presProps" Target="/ppt/presProps.xml" Id="R96cc4fec39b848f8" /><Relationship Type="http://schemas.openxmlformats.org/officeDocument/2006/relationships/tableStyles" Target="/ppt/tableStyles.xml" Id="Re3f8ec48b13a4251" /><Relationship Type="http://schemas.openxmlformats.org/officeDocument/2006/relationships/slide" Target="/ppt/slides/slide1.xml" Id="Ra55752bdece44d2d" /><Relationship Type="http://schemas.openxmlformats.org/officeDocument/2006/relationships/slide" Target="/ppt/slides/slide2.xml" Id="R54c2d53299074f4a" /><Relationship Type="http://schemas.openxmlformats.org/officeDocument/2006/relationships/slide" Target="/ppt/slides/slide3.xml" Id="Rd1f1ca7a3d2b4f9c" /><Relationship Type="http://schemas.openxmlformats.org/officeDocument/2006/relationships/slide" Target="/ppt/slides/slide4.xml" Id="Re39b5e2549434723" /><Relationship Type="http://schemas.openxmlformats.org/officeDocument/2006/relationships/slide" Target="/ppt/slides/slide5.xml" Id="R3cc739723ae149e7" /><Relationship Type="http://schemas.openxmlformats.org/officeDocument/2006/relationships/slide" Target="/ppt/slides/slide6.xml" Id="Rfada0a701a0b436e" /><Relationship Type="http://schemas.openxmlformats.org/officeDocument/2006/relationships/slide" Target="/ppt/slides/slide7.xml" Id="Rc00bef3dc5764376" /><Relationship Type="http://schemas.openxmlformats.org/officeDocument/2006/relationships/slide" Target="/ppt/slides/slide8.xml" Id="Rb011598fb50b4678" /><Relationship Type="http://schemas.openxmlformats.org/officeDocument/2006/relationships/slide" Target="/ppt/slides/slide9.xml" Id="Rad3f3150c6ab424a" /><Relationship Type="http://schemas.openxmlformats.org/officeDocument/2006/relationships/slide" Target="/ppt/slides/slide10.xml" Id="Re46d156ac64649db" /><Relationship Type="http://schemas.openxmlformats.org/officeDocument/2006/relationships/slide" Target="/ppt/slides/slide11.xml" Id="R3a3d975db8de4bfa" /><Relationship Type="http://schemas.openxmlformats.org/officeDocument/2006/relationships/slide" Target="/ppt/slides/slide12.xml" Id="Rc28114449f3a4146" /><Relationship Type="http://schemas.openxmlformats.org/officeDocument/2006/relationships/slide" Target="/ppt/slides/slide13.xml" Id="Rea9a50d07dc9471c" /><Relationship Type="http://schemas.openxmlformats.org/officeDocument/2006/relationships/slide" Target="/ppt/slides/slide14.xml" Id="R241a344f98074c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f724a1d2c8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a7597c2d34b88" /><Relationship Type="http://schemas.openxmlformats.org/officeDocument/2006/relationships/notesMaster" Target="/ppt/notesMasters/notesMaster1.xml" Id="Rd7353c58d3554b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58fb7019e46b5" /><Relationship Type="http://schemas.openxmlformats.org/officeDocument/2006/relationships/notesMaster" Target="/ppt/notesMasters/notesMaster1.xml" Id="R88f88274b18742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baa85815584456" /><Relationship Type="http://schemas.openxmlformats.org/officeDocument/2006/relationships/notesMaster" Target="/ppt/notesMasters/notesMaster1.xml" Id="Raff4dd610e2848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a9ef12ec8342e0" /><Relationship Type="http://schemas.openxmlformats.org/officeDocument/2006/relationships/notesMaster" Target="/ppt/notesMasters/notesMaster1.xml" Id="R81d827491f1f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30151e453f48e2" /><Relationship Type="http://schemas.openxmlformats.org/officeDocument/2006/relationships/notesMaster" Target="/ppt/notesMasters/notesMaster1.xml" Id="R6301c453339e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15f1de1c94d66" /><Relationship Type="http://schemas.openxmlformats.org/officeDocument/2006/relationships/notesMaster" Target="/ppt/notesMasters/notesMaster1.xml" Id="R23c03ea42da04d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177d9e5aa945dd" /><Relationship Type="http://schemas.openxmlformats.org/officeDocument/2006/relationships/notesMaster" Target="/ppt/notesMasters/notesMaster1.xml" Id="R2c31ae315ed640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79aa40ca7043a6" /><Relationship Type="http://schemas.openxmlformats.org/officeDocument/2006/relationships/notesMaster" Target="/ppt/notesMasters/notesMaster1.xml" Id="R29104f81e65342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957979e011494f" /><Relationship Type="http://schemas.openxmlformats.org/officeDocument/2006/relationships/notesMaster" Target="/ppt/notesMasters/notesMaster1.xml" Id="Rd1968f5ef9d248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21219076cc4626" /><Relationship Type="http://schemas.openxmlformats.org/officeDocument/2006/relationships/notesMaster" Target="/ppt/notesMasters/notesMaster1.xml" Id="R6d1fc394b11543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00c6ba94a445a2" /><Relationship Type="http://schemas.openxmlformats.org/officeDocument/2006/relationships/notesMaster" Target="/ppt/notesMasters/notesMaster1.xml" Id="Rfc036492e59e4a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308995d47849cd" /><Relationship Type="http://schemas.openxmlformats.org/officeDocument/2006/relationships/notesMaster" Target="/ppt/notesMasters/notesMaster1.xml" Id="R34e3ede1b75a4c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ee0f114c904e14" /><Relationship Type="http://schemas.openxmlformats.org/officeDocument/2006/relationships/notesMaster" Target="/ppt/notesMasters/notesMaster1.xml" Id="Rd0a50023249244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2328538e2e4169" /><Relationship Type="http://schemas.openxmlformats.org/officeDocument/2006/relationships/notesMaster" Target="/ppt/notesMasters/notesMaster1.xml" Id="R6f0c09d018bd4b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3b5b98c4ba47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ec0f72f2f64536" /><Relationship Type="http://schemas.openxmlformats.org/officeDocument/2006/relationships/slideLayout" Target="/ppt/slideLayouts/slideLayout1.xml" Id="R96323308a66d49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323308a66d49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31accaaaa4e89" /><Relationship Type="http://schemas.openxmlformats.org/officeDocument/2006/relationships/image" Target="/ppt/media/image.jpeg" Id="R83f6035b7e544477" /><Relationship Type="http://schemas.openxmlformats.org/officeDocument/2006/relationships/notesSlide" Target="/ppt/notesSlides/notesSlide1.xml" Id="R7906bbc91800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c2a7747344dcf" /><Relationship Type="http://schemas.openxmlformats.org/officeDocument/2006/relationships/notesSlide" Target="/ppt/notesSlides/notesSlide2.xml" Id="Rc84a925791314f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4a4c073624729" /><Relationship Type="http://schemas.openxmlformats.org/officeDocument/2006/relationships/notesSlide" Target="/ppt/notesSlides/notesSlide3.xml" Id="R264a0a01eec8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43705b4f4497c" /><Relationship Type="http://schemas.openxmlformats.org/officeDocument/2006/relationships/notesSlide" Target="/ppt/notesSlides/notesSlide4.xml" Id="Rc3b829be4aa5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8e7aeba3b4a7c" /><Relationship Type="http://schemas.openxmlformats.org/officeDocument/2006/relationships/notesSlide" Target="/ppt/notesSlides/notesSlide5.xml" Id="R3bd47c60bc83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8112a98a34d74" /><Relationship Type="http://schemas.openxmlformats.org/officeDocument/2006/relationships/notesSlide" Target="/ppt/notesSlides/notesSlide6.xml" Id="R5a2c3bd0647e4e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fa14a548746d5" /><Relationship Type="http://schemas.openxmlformats.org/officeDocument/2006/relationships/image" Target="/ppt/media/image2.jpeg" Id="R0f964ac8527245eb" /><Relationship Type="http://schemas.openxmlformats.org/officeDocument/2006/relationships/notesSlide" Target="/ppt/notesSlides/notesSlide7.xml" Id="R5669c6a91fbc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307b980b341da" /><Relationship Type="http://schemas.openxmlformats.org/officeDocument/2006/relationships/image" Target="/ppt/media/image3.jpeg" Id="R9644504f2373427e" /><Relationship Type="http://schemas.openxmlformats.org/officeDocument/2006/relationships/notesSlide" Target="/ppt/notesSlides/notesSlide8.xml" Id="Rdbd4d5b752a646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4bc78b54489e" /><Relationship Type="http://schemas.openxmlformats.org/officeDocument/2006/relationships/image" Target="/ppt/media/image4.jpeg" Id="R49bbaa82e2784e82" /><Relationship Type="http://schemas.openxmlformats.org/officeDocument/2006/relationships/notesSlide" Target="/ppt/notesSlides/notesSlide9.xml" Id="Re4cbd45e684a46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c57349e9e40eb" /><Relationship Type="http://schemas.openxmlformats.org/officeDocument/2006/relationships/image" Target="/ppt/media/image5.jpeg" Id="R406c8c6aafb24155" /><Relationship Type="http://schemas.openxmlformats.org/officeDocument/2006/relationships/notesSlide" Target="/ppt/notesSlides/notesSlide10.xml" Id="Rfcc6628a3d0649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176ab199549aa" /><Relationship Type="http://schemas.openxmlformats.org/officeDocument/2006/relationships/image" Target="/ppt/media/image6.jpeg" Id="R1280f2b9b131486a" /><Relationship Type="http://schemas.openxmlformats.org/officeDocument/2006/relationships/notesSlide" Target="/ppt/notesSlides/notesSlide11.xml" Id="R8dae997b8459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839ab268942c6" /><Relationship Type="http://schemas.openxmlformats.org/officeDocument/2006/relationships/image" Target="/ppt/media/image7.jpeg" Id="Rf1ef926923534571" /><Relationship Type="http://schemas.openxmlformats.org/officeDocument/2006/relationships/notesSlide" Target="/ppt/notesSlides/notesSlide12.xml" Id="R04df512f5cce42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c732a5154289" /><Relationship Type="http://schemas.openxmlformats.org/officeDocument/2006/relationships/image" Target="/ppt/media/image8.jpeg" Id="R7572842360a1420e" /><Relationship Type="http://schemas.openxmlformats.org/officeDocument/2006/relationships/notesSlide" Target="/ppt/notesSlides/notesSlide13.xml" Id="Rd7206136104747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fdc6e20bb4a23" /><Relationship Type="http://schemas.openxmlformats.org/officeDocument/2006/relationships/notesSlide" Target="/ppt/notesSlides/notesSlide14.xml" Id="Rfc0de037b00e4a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97151-24D6-4576-849D-D97AADD3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8600D-ED33-4AD3-B6E0-9EA8789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TWE60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384CA-67A7-47CB-A82B-B5FA9591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Washer-extractor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51C6D-3B35-4181-8F8A-E51548EC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6035b7e544477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08D81-2316-4AF4-BB82-E5109508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81287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7D998-5618-4DC5-9FDF-4B2AAE64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06D9B-3AF8-4C68-80C0-EDB280B2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1446D-562F-4B16-A7F0-C11BB21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80515-3B95-41A6-9B3D-F57D9320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554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1D133-7807-43AB-BD8D-59E5A506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464C-73F7-45A9-B230-8A9B8D61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8110A-A822-48F3-9E80-B19DF1F6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6D139-820C-42A5-A7EC-E1776D5E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TWE60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8EA2D-7E94-46AA-8CAD-768C80DB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440A8-614D-421A-B565-C9E6CC74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D703E-8A46-4DD8-B9B6-1DB51BC2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v1.0.x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1CF4F-C9A1-4A75-9C89-2B389C80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family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09690-20F9-493B-AB02-0043F414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5D3DD-2AC9-4720-9B01-938D9575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69C78-1DD5-4127-987B-4BBDEDD9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A2456-BE7D-4F69-AD4E-2995AC1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2C172-A0FC-4BEA-9442-568ABBF8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A515A-E2A4-40D3-8848-3E45160E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4959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33699-9AB5-4F18-BEF6-54DF573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FA048-9834-4299-92A8-DD5F7797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85BEE-FECE-48C7-AE41-84BE1F0A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panels and assemblies from the illustrations. • Use the full machine serial for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E86FC-2B1E-4757-8023-1A62AB46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D5BD9-B06F-4253-A61C-56B20874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ratings and mechanical fit. • Update local stock records after issue.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D224D-28EE-4929-AC46-2C0A4B6D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1F0F2-0441-4004-A15A-4810C29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F2EC7-9854-4A05-B5E9-3427A02C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0267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0083E-AA7F-4279-A229-8B2041C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4E752-BF11-4FD9-A1CF-9B0780D0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DFC78-17F7-4101-B13D-8E9D47F2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C424A-B50B-48BE-8D87-728F0043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68D9F-F513-49E9-A950-E2667C24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2062-9DCD-4CF7-9123-104BE039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33BBC-1D1D-4C02-AB72-31D7BC3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BDB02-94DA-4216-A780-9FC700C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9302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990AD-1B49-40F3-8737-7BEEC197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A1C4D-5FFF-486C-953F-AF88415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0B8DA-7039-489D-AC50-CCD923E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5F865-4652-4C10-9566-22B9788E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4C135-8B5D-480B-9267-BB148A7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0B768-5118-446A-A50E-3DB1D008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8FF38-39F6-4F99-A727-D425F787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F4B90-D111-4214-AAC3-C575B65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52933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D456B-8772-4565-87BC-6BB96F90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F0BBC-CD54-4ABD-A10A-5D102E7E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FE3D9-30FB-42C8-A76E-33B99B10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64ac8527245e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1C582-C2C1-4327-B47D-146A4804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5AB72-D1E5-4D9C-BCC7-0905300F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95BFC-C59D-4B11-AF2E-B3EA5545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F8E40-5393-4C6C-9762-1D018DC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28126-77AD-4BE4-9079-8BB7BFDC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5557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694A4-5864-4032-BD8F-4495FA02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94A7D-573D-4183-B14F-AB37E82F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D62BF-A90B-4C5C-B95D-69B99BE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4504f2373427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19388-AAEA-45C6-8C09-DB2C0EA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D039-7AF1-4334-934E-71377AF7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D80F4-6ACB-4E3D-8788-F04A875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85FBD-A1BE-4A55-BEBD-1629D1C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B87A2-E41F-4AB3-82DD-2D618764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183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4A1B1-5119-453F-9A10-5840ED4B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96731-5B27-4417-80F0-D276E971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7F7EB-A6C2-48D3-9523-A98D2EB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baa82e2784e82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5A746-9C67-4BE2-8D27-AE390D0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48D78-492A-4475-B164-7295210C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6042C-3D9B-4583-AD76-088004E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830D8-5FD0-4862-BBFA-8E2FD98E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D6384-214C-4294-8F2E-2042AD30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6654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C9F7E-FF87-4879-A711-A019181C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B1C2B-34B2-48C8-AAE6-912EC045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EEF0F-8224-43A6-9AC8-5DCFD43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c8c6aafb2415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FD906-BAA8-4ABB-B9A1-2C87B7E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1E4D2-33AE-4DFF-8375-938C7452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B7798-3ABE-42E1-B602-F21A301F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CFB8F-8386-41A3-9238-86B06FB6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6517F-EF29-4CF9-A2EB-3E5904F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2046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ADC0F-2DE5-4963-9BA6-33AA1FA5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A09E4-D687-4047-8AB4-FB7625CC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60603-2853-4DF8-A8E4-8AA4E239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0f2b9b131486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7BB57-AAD7-4BA1-AFE6-D06988C1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AAF7C-B123-436F-8033-A8D59F99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08018-EE43-45B1-9B7E-A94B2B43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0C878-4E3B-41E9-A4B0-A0B526A7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962E7-E61C-4707-A67F-95A3CA32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23862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E5198-B6FD-42AE-97EE-446E3E91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093C-D6F6-4FD1-AD88-226976AA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8BED3-F865-4DA6-9E7F-90B247CC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f926923534571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06216-BC10-48F9-8556-7E6A9C7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D63FC-0542-4F15-A2B4-BC042304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436BA-502B-454F-95E2-2D6E2E8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35B96-DDA0-4074-8FCB-22842D19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D8DA7-EACA-4AAC-A53A-09828D2D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4766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B27C0-46BE-4E51-B5BB-9303792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43654-0DE5-40CA-B1DD-8E1AB57C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B4247-ADAD-4D62-AC4D-B0BD7874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72842360a1420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0D820-136B-4ADE-B083-32263B88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63FB8-8748-4608-BD00-E53C99B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C5A9E-DA00-461C-A26B-999F55B4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12051-0961-4278-998C-D7B70B9A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8584E-7E45-4E47-97D6-9AAB5C1F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08807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5CC10-3F3C-4AD5-A3B7-F4AEB0C6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C0A1-3B33-4A3C-A6BB-57FF306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6A122-F7E9-4B7C-AD5E-77AA4C1F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B7EBD-AA1F-43EC-9751-DA047AA6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DD448-B85E-4A03-9F6D-CADAB106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0FF4D-ABC9-4EEA-BADC-7F608F8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44D34-CE64-43C4-AE69-0879C3AF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0DEA5-C287-4739-AB87-ED61996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72608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2026-08-15T02:50:00.6610000Z</dcterms:created>
  <dcterms:modified xsi:type="dcterms:W3CDTF">2026-08-15T02:50:00.6610000Z</dcterms:modified>
</coreProperties>
</file>