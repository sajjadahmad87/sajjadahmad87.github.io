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b12c7cad142bf" /><Relationship Type="http://schemas.openxmlformats.org/officeDocument/2006/relationships/extended-properties" Target="/docProps/app.xml" Id="R2861e1f7084d4c73" /><Relationship Type="http://schemas.openxmlformats.org/officeDocument/2006/relationships/officeDocument" Target="/ppt/presentation.xml" Id="R2acefde8b5b4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c3eb71793943d8"/>
  </p:sldMasterIdLst>
  <p:notesMasterIdLst>
    <p:notesMasterId xmlns:r="http://schemas.openxmlformats.org/officeDocument/2006/relationships" r:id="R8d33f4c9b4f2432b"/>
  </p:notesMasterIdLst>
  <p:sldIdLst>
    <p:sldId xmlns:r="http://schemas.openxmlformats.org/officeDocument/2006/relationships" id="256" r:id="R2367ad7dc23c4e00"/>
    <p:sldId xmlns:r="http://schemas.openxmlformats.org/officeDocument/2006/relationships" id="257" r:id="Rf5aeea0d33c44552"/>
    <p:sldId xmlns:r="http://schemas.openxmlformats.org/officeDocument/2006/relationships" id="258" r:id="R97eb537131474ee4"/>
    <p:sldId xmlns:r="http://schemas.openxmlformats.org/officeDocument/2006/relationships" id="259" r:id="R93794b8c865b4919"/>
    <p:sldId xmlns:r="http://schemas.openxmlformats.org/officeDocument/2006/relationships" id="260" r:id="Rf15da1bebec94a6f"/>
    <p:sldId xmlns:r="http://schemas.openxmlformats.org/officeDocument/2006/relationships" id="261" r:id="R7fc4f56b6f034e9b"/>
    <p:sldId xmlns:r="http://schemas.openxmlformats.org/officeDocument/2006/relationships" id="262" r:id="R9922483784a24b05"/>
    <p:sldId xmlns:r="http://schemas.openxmlformats.org/officeDocument/2006/relationships" id="263" r:id="R5bb769ba62a24dff"/>
    <p:sldId xmlns:r="http://schemas.openxmlformats.org/officeDocument/2006/relationships" id="264" r:id="R9e67ce23ab2542f5"/>
    <p:sldId xmlns:r="http://schemas.openxmlformats.org/officeDocument/2006/relationships" id="265" r:id="R6667efd14cc848c5"/>
    <p:sldId xmlns:r="http://schemas.openxmlformats.org/officeDocument/2006/relationships" id="266" r:id="Rbf0bf27ed9204b71"/>
    <p:sldId xmlns:r="http://schemas.openxmlformats.org/officeDocument/2006/relationships" id="267" r:id="R3a6f1e71ea114a27"/>
    <p:sldId xmlns:r="http://schemas.openxmlformats.org/officeDocument/2006/relationships" id="268" r:id="R95e1f65f0943420c"/>
    <p:sldId xmlns:r="http://schemas.openxmlformats.org/officeDocument/2006/relationships" id="269" r:id="Rd2d25db5740f4cf6"/>
    <p:sldId xmlns:r="http://schemas.openxmlformats.org/officeDocument/2006/relationships" id="270" r:id="R296cc4f66e474136"/>
    <p:sldId xmlns:r="http://schemas.openxmlformats.org/officeDocument/2006/relationships" id="271" r:id="R00facb902cfe4d28"/>
    <p:sldId xmlns:r="http://schemas.openxmlformats.org/officeDocument/2006/relationships" id="272" r:id="R3aa3a02b95a54279"/>
    <p:sldId xmlns:r="http://schemas.openxmlformats.org/officeDocument/2006/relationships" id="273" r:id="R36a359d2344541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535ffdfb6043f0" /><Relationship Type="http://schemas.openxmlformats.org/officeDocument/2006/relationships/slideMaster" Target="/ppt/slideMasters/slideMaster1.xml" Id="R13c3eb71793943d8" /><Relationship Type="http://schemas.openxmlformats.org/officeDocument/2006/relationships/notesMaster" Target="/ppt/notesMasters/notesMaster1.xml" Id="R8d33f4c9b4f2432b" /><Relationship Type="http://schemas.openxmlformats.org/officeDocument/2006/relationships/presProps" Target="/ppt/presProps.xml" Id="R2d0008759b834822" /><Relationship Type="http://schemas.openxmlformats.org/officeDocument/2006/relationships/tableStyles" Target="/ppt/tableStyles.xml" Id="R643bf10f7be24438" /><Relationship Type="http://schemas.openxmlformats.org/officeDocument/2006/relationships/slide" Target="/ppt/slides/slide1.xml" Id="R2367ad7dc23c4e00" /><Relationship Type="http://schemas.openxmlformats.org/officeDocument/2006/relationships/slide" Target="/ppt/slides/slide2.xml" Id="Rf5aeea0d33c44552" /><Relationship Type="http://schemas.openxmlformats.org/officeDocument/2006/relationships/slide" Target="/ppt/slides/slide3.xml" Id="R97eb537131474ee4" /><Relationship Type="http://schemas.openxmlformats.org/officeDocument/2006/relationships/slide" Target="/ppt/slides/slide4.xml" Id="R93794b8c865b4919" /><Relationship Type="http://schemas.openxmlformats.org/officeDocument/2006/relationships/slide" Target="/ppt/slides/slide5.xml" Id="Rf15da1bebec94a6f" /><Relationship Type="http://schemas.openxmlformats.org/officeDocument/2006/relationships/slide" Target="/ppt/slides/slide6.xml" Id="R7fc4f56b6f034e9b" /><Relationship Type="http://schemas.openxmlformats.org/officeDocument/2006/relationships/slide" Target="/ppt/slides/slide7.xml" Id="R9922483784a24b05" /><Relationship Type="http://schemas.openxmlformats.org/officeDocument/2006/relationships/slide" Target="/ppt/slides/slide8.xml" Id="R5bb769ba62a24dff" /><Relationship Type="http://schemas.openxmlformats.org/officeDocument/2006/relationships/slide" Target="/ppt/slides/slide9.xml" Id="R9e67ce23ab2542f5" /><Relationship Type="http://schemas.openxmlformats.org/officeDocument/2006/relationships/slide" Target="/ppt/slides/slide10.xml" Id="R6667efd14cc848c5" /><Relationship Type="http://schemas.openxmlformats.org/officeDocument/2006/relationships/slide" Target="/ppt/slides/slide11.xml" Id="Rbf0bf27ed9204b71" /><Relationship Type="http://schemas.openxmlformats.org/officeDocument/2006/relationships/slide" Target="/ppt/slides/slide12.xml" Id="R3a6f1e71ea114a27" /><Relationship Type="http://schemas.openxmlformats.org/officeDocument/2006/relationships/slide" Target="/ppt/slides/slide13.xml" Id="R95e1f65f0943420c" /><Relationship Type="http://schemas.openxmlformats.org/officeDocument/2006/relationships/slide" Target="/ppt/slides/slide14.xml" Id="Rd2d25db5740f4cf6" /><Relationship Type="http://schemas.openxmlformats.org/officeDocument/2006/relationships/slide" Target="/ppt/slides/slide15.xml" Id="R296cc4f66e474136" /><Relationship Type="http://schemas.openxmlformats.org/officeDocument/2006/relationships/slide" Target="/ppt/slides/slide16.xml" Id="R00facb902cfe4d28" /><Relationship Type="http://schemas.openxmlformats.org/officeDocument/2006/relationships/slide" Target="/ppt/slides/slide17.xml" Id="R3aa3a02b95a54279" /><Relationship Type="http://schemas.openxmlformats.org/officeDocument/2006/relationships/slide" Target="/ppt/slides/slide18.xml" Id="R36a359d2344541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3d598c51554e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ef92fcdc104743" /><Relationship Type="http://schemas.openxmlformats.org/officeDocument/2006/relationships/notesMaster" Target="/ppt/notesMasters/notesMaster1.xml" Id="Rc67481238a2042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6004c574c942f9" /><Relationship Type="http://schemas.openxmlformats.org/officeDocument/2006/relationships/notesMaster" Target="/ppt/notesMasters/notesMaster1.xml" Id="Rfb00939551464a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61a45fc3ea472c" /><Relationship Type="http://schemas.openxmlformats.org/officeDocument/2006/relationships/notesMaster" Target="/ppt/notesMasters/notesMaster1.xml" Id="R760be8e0ba7c42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f1c747cd414da9" /><Relationship Type="http://schemas.openxmlformats.org/officeDocument/2006/relationships/notesMaster" Target="/ppt/notesMasters/notesMaster1.xml" Id="R220970e58ed244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bfea256bd24ff3" /><Relationship Type="http://schemas.openxmlformats.org/officeDocument/2006/relationships/notesMaster" Target="/ppt/notesMasters/notesMaster1.xml" Id="R4588a63cbd3e4b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6bda922ece4852" /><Relationship Type="http://schemas.openxmlformats.org/officeDocument/2006/relationships/notesMaster" Target="/ppt/notesMasters/notesMaster1.xml" Id="R7238544b1ecf43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60225beb714056" /><Relationship Type="http://schemas.openxmlformats.org/officeDocument/2006/relationships/notesMaster" Target="/ppt/notesMasters/notesMaster1.xml" Id="R60f7f411175b4b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77c8a567654858" /><Relationship Type="http://schemas.openxmlformats.org/officeDocument/2006/relationships/notesMaster" Target="/ppt/notesMasters/notesMaster1.xml" Id="R27977291e34842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d58eaa057f45ec" /><Relationship Type="http://schemas.openxmlformats.org/officeDocument/2006/relationships/notesMaster" Target="/ppt/notesMasters/notesMaster1.xml" Id="R356bb67f501b46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037baf7ed04ab2" /><Relationship Type="http://schemas.openxmlformats.org/officeDocument/2006/relationships/notesMaster" Target="/ppt/notesMasters/notesMaster1.xml" Id="Ra82f4d24fc084f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01db7217d64d44" /><Relationship Type="http://schemas.openxmlformats.org/officeDocument/2006/relationships/notesMaster" Target="/ppt/notesMasters/notesMaster1.xml" Id="R31aec8e6bf7e47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b262cd703a4a35" /><Relationship Type="http://schemas.openxmlformats.org/officeDocument/2006/relationships/notesMaster" Target="/ppt/notesMasters/notesMaster1.xml" Id="R89e3cdb6071942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f94a95c1554eac" /><Relationship Type="http://schemas.openxmlformats.org/officeDocument/2006/relationships/notesMaster" Target="/ppt/notesMasters/notesMaster1.xml" Id="Ra8b35434c5d54f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d2acc8fb2744fc" /><Relationship Type="http://schemas.openxmlformats.org/officeDocument/2006/relationships/notesMaster" Target="/ppt/notesMasters/notesMaster1.xml" Id="Rf09d69d9924b4f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c40d9f542e44aa" /><Relationship Type="http://schemas.openxmlformats.org/officeDocument/2006/relationships/notesMaster" Target="/ppt/notesMasters/notesMaster1.xml" Id="R0673b027f0684d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705d85f30f4e22" /><Relationship Type="http://schemas.openxmlformats.org/officeDocument/2006/relationships/notesMaster" Target="/ppt/notesMasters/notesMaster1.xml" Id="R92b055f1627d4e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5325fa7b204565" /><Relationship Type="http://schemas.openxmlformats.org/officeDocument/2006/relationships/notesMaster" Target="/ppt/notesMasters/notesMaster1.xml" Id="R29f548e6a71244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b8319e423d4439" /><Relationship Type="http://schemas.openxmlformats.org/officeDocument/2006/relationships/notesMaster" Target="/ppt/notesMasters/notesMaster1.xml" Id="Reb0b4f4b33a249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110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>- Evidence reference: Source page 128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Tolon_WE_Programming.Manual.ENG.v.2.1.0. (1)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c906e15cc41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28e889cfb742cb" /><Relationship Type="http://schemas.openxmlformats.org/officeDocument/2006/relationships/slideLayout" Target="/ppt/slideLayouts/slideLayout1.xml" Id="R1bcff2b6b5d44c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ff2b6b5d44c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12c4ed83e426f" /><Relationship Type="http://schemas.openxmlformats.org/officeDocument/2006/relationships/image" Target="/ppt/media/image.jpeg" Id="R47d96d592902401f" /><Relationship Type="http://schemas.openxmlformats.org/officeDocument/2006/relationships/notesSlide" Target="/ppt/notesSlides/notesSlide1.xml" Id="R51cf053bf67640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7c98a3f994d60" /><Relationship Type="http://schemas.openxmlformats.org/officeDocument/2006/relationships/notesSlide" Target="/ppt/notesSlides/notesSlide2.xml" Id="R2bc85639a37f44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c6a00416b4004" /><Relationship Type="http://schemas.openxmlformats.org/officeDocument/2006/relationships/notesSlide" Target="/ppt/notesSlides/notesSlide3.xml" Id="R3f2e315b629847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13b60398d4700" /><Relationship Type="http://schemas.openxmlformats.org/officeDocument/2006/relationships/notesSlide" Target="/ppt/notesSlides/notesSlide4.xml" Id="R4b648af9167e4e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deabac17348e8" /><Relationship Type="http://schemas.openxmlformats.org/officeDocument/2006/relationships/notesSlide" Target="/ppt/notesSlides/notesSlide5.xml" Id="R1e35e3eff9ff48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ef7b532744c19" /><Relationship Type="http://schemas.openxmlformats.org/officeDocument/2006/relationships/notesSlide" Target="/ppt/notesSlides/notesSlide6.xml" Id="Rd8868be510f740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d112ca0ae4fb0" /><Relationship Type="http://schemas.openxmlformats.org/officeDocument/2006/relationships/image" Target="/ppt/media/image2.jpeg" Id="R5dae9cfbcff74d6d" /><Relationship Type="http://schemas.openxmlformats.org/officeDocument/2006/relationships/notesSlide" Target="/ppt/notesSlides/notesSlide7.xml" Id="Rba73e9ed43d046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16869aac24702" /><Relationship Type="http://schemas.openxmlformats.org/officeDocument/2006/relationships/image" Target="/ppt/media/image3.jpeg" Id="R42b5daf5dec24cbd" /><Relationship Type="http://schemas.openxmlformats.org/officeDocument/2006/relationships/notesSlide" Target="/ppt/notesSlides/notesSlide8.xml" Id="Ref8016c5deec44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86c78c1194e77" /><Relationship Type="http://schemas.openxmlformats.org/officeDocument/2006/relationships/image" Target="/ppt/media/image4.jpeg" Id="Rad9a301731bd4e8a" /><Relationship Type="http://schemas.openxmlformats.org/officeDocument/2006/relationships/notesSlide" Target="/ppt/notesSlides/notesSlide9.xml" Id="Rf97baabd80a641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604e7c7414961" /><Relationship Type="http://schemas.openxmlformats.org/officeDocument/2006/relationships/image" Target="/ppt/media/image5.jpeg" Id="R56a230fa388146e5" /><Relationship Type="http://schemas.openxmlformats.org/officeDocument/2006/relationships/notesSlide" Target="/ppt/notesSlides/notesSlide10.xml" Id="Rdb946bf2a65e41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55661d4004ae7" /><Relationship Type="http://schemas.openxmlformats.org/officeDocument/2006/relationships/image" Target="/ppt/media/image6.jpeg" Id="R3587575ff89d44bd" /><Relationship Type="http://schemas.openxmlformats.org/officeDocument/2006/relationships/notesSlide" Target="/ppt/notesSlides/notesSlide11.xml" Id="Rc7eee170c0f847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8fb9b846f4d9b" /><Relationship Type="http://schemas.openxmlformats.org/officeDocument/2006/relationships/image" Target="/ppt/media/image7.jpeg" Id="R15a79d58abd144b1" /><Relationship Type="http://schemas.openxmlformats.org/officeDocument/2006/relationships/notesSlide" Target="/ppt/notesSlides/notesSlide12.xml" Id="R713937c5d38247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620548d76485c" /><Relationship Type="http://schemas.openxmlformats.org/officeDocument/2006/relationships/image" Target="/ppt/media/image8.jpeg" Id="R31a038f7fd95460b" /><Relationship Type="http://schemas.openxmlformats.org/officeDocument/2006/relationships/notesSlide" Target="/ppt/notesSlides/notesSlide13.xml" Id="R500cd80a5b564f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919b7f2794297" /><Relationship Type="http://schemas.openxmlformats.org/officeDocument/2006/relationships/image" Target="/ppt/media/image9.jpeg" Id="Rc7fc243415da4266" /><Relationship Type="http://schemas.openxmlformats.org/officeDocument/2006/relationships/notesSlide" Target="/ppt/notesSlides/notesSlide14.xml" Id="R7aa2b58495be41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8b0268c46450d" /><Relationship Type="http://schemas.openxmlformats.org/officeDocument/2006/relationships/image" Target="/ppt/media/image10.jpeg" Id="R2740b948ea714d11" /><Relationship Type="http://schemas.openxmlformats.org/officeDocument/2006/relationships/notesSlide" Target="/ppt/notesSlides/notesSlide15.xml" Id="R9a299f9fbab749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2cf3e330b4050" /><Relationship Type="http://schemas.openxmlformats.org/officeDocument/2006/relationships/image" Target="/ppt/media/image11.jpeg" Id="R9dd996249fac49c5" /><Relationship Type="http://schemas.openxmlformats.org/officeDocument/2006/relationships/notesSlide" Target="/ppt/notesSlides/notesSlide16.xml" Id="R732ca024fe2f45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fe15249504bda" /><Relationship Type="http://schemas.openxmlformats.org/officeDocument/2006/relationships/image" Target="/ppt/media/image12.jpeg" Id="Rc325e7b3a1b24b16" /><Relationship Type="http://schemas.openxmlformats.org/officeDocument/2006/relationships/notesSlide" Target="/ppt/notesSlides/notesSlide17.xml" Id="R5b3ce35e869046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3aca09b424996" /><Relationship Type="http://schemas.openxmlformats.org/officeDocument/2006/relationships/notesSlide" Target="/ppt/notesSlides/notesSlide18.xml" Id="R72d8aed0ceb946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C80AC-4B88-4FF4-91CB-83D41EAA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TOLON •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87C17-838B-453B-8111-A6AD5B32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Washer Programming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D0DBB-5B73-4B37-B33E-79C8B3C3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Programs, phases, interface and alarm handling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FAAD3-2B92-4B02-9F96-E5C5F57C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96d592902401f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2E663-0F86-4C40-B93D-1D50B260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923700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90EA6-7284-4336-BEE8-AD06EDE7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F11DC-43C9-4E13-8511-3C68384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798F6-76CD-4502-8B15-62F8921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276C2-D506-46C3-AB71-27682F56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7972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05F33-E8D0-485C-BE4D-66432E6F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A54BC-3CE2-4B92-99C1-827CBCEA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77A32-1BAE-48DA-9B87-18EAEB0A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6E159-54CC-4278-A033-E3058D49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C381C-C6CE-48C8-B878-DA64A1B9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95338-77D3-42FC-B1EE-733FE04E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74DD8-5BE2-485D-8443-00E2F03E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Programs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3D7AD-DA40-4F88-8AD4-99B4B8BD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 and subphase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4410A-4ED5-4B4F-B03B-C5DEC98C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DB3F6-9DDA-4634-A1FE-4A6DE103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Alarms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F4FCE-81C1-44AF-943F-92736045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Interface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3B9E6-098C-4EFE-B316-29517566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E7F38-2EB2-471B-A51A-0F760721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A1A8C-EE62-423D-8A82-72A418A0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9079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62FB3-7FB2-4AC7-A673-CD321773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59BE6-BAE4-485A-AE1B-3ABB9761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F98B5-CC42-47E0-8C00-D732937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Understand control-panel differences by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Back up parameters before editing programs.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942A1-11EF-4A8D-9FA5-2BB243CB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B59C3-FD0B-43C3-8D8B-4A5426E0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Validate temperature, level, time and dosing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Document alarm response and restore approved settings.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8FBA3-BA55-44D9-8085-151CCC87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B97CF-A9E6-436D-B081-0BF1F1B5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FA3AE-E80D-4519-967D-AF3B2349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1044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BB30B-0533-45AA-973C-C8DA5FE4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B78E3-3714-4CAB-945B-5D6E03A8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A9710-DB43-4C16-8943-2A977699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BDBA9-CE01-454B-B2A9-D27A1AD6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44542-52A5-4BD4-A2E7-A44DA3E7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254CF-921C-49C9-B0A6-C7267525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4BAC3-CED0-4BFB-BEEF-E2492456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F64F6-6A45-4841-8EE7-DBCE1545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3299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A4777-6705-4EE3-973A-B3FA4090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7D164-8FA3-476B-9500-5330A315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CEB92-B3A0-4C54-8111-395A3467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244D1-3D4A-40B5-93D8-99F539AD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325FC-E3C7-423D-8287-6F0CC59E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56436-A822-4BD7-BB7F-F07E8B14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656A4-65AF-4A8C-B237-E063DB3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B8954-B5DD-4D33-AF26-72EA6853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2464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B03DF-5617-402C-AB2B-8F80696C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83FE8-FC0B-4E20-90D7-D955D613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81C0F-E9F6-4AA7-B2DC-38E0A4BB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e9cfbcff74d6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3CAE7-8574-4BAC-9ABF-D8DCD376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70DDB-C7E9-4DB9-B19D-3B01EF92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1A259-2965-4B6A-A9F8-0FDAB31E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4147C-3730-49ED-9749-7E1D36AA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64CDE-F262-4CD1-9414-996B59B2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5195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0A23B-62D0-4750-9C8D-7EF7199C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849B2-9B82-44B9-AA16-E919FAE7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836A3-2664-451F-8ABD-540ACB2D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5daf5dec24cb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23F4E-81D2-4DFE-A436-306722C9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563AE-97DC-40B2-9190-EE67B64E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99377-4258-479E-94D7-09A31122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5B86E-44A9-47B6-8CB0-864858CF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703B5-0F61-4D1E-BF62-22E72DB0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35755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A0939-84EC-47DA-9501-914F2A6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CAD71-67F3-4F4E-86BD-22E916BA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32CD3-AFB7-4E47-9001-C7CC8111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a301731bd4e8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D669F-A48E-412A-9E25-689CC8E4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3D63D-0BF2-430B-8401-FD33690D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17630-2226-47A2-8822-7F8CDFEC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230CE-3F8C-4DD0-933A-535D2FF7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EE38E-8072-4945-97D2-2DED2BC5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45040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820C3-4565-4EED-9875-C43D2346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83F87-F8C4-46DD-8261-676FC251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1BA49-DD37-404A-851F-6A21C982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230fa388146e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363B7-5366-4DD1-807F-54D200AE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58C9A-CA07-4249-BF46-7CA2DCBC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52903-B3D8-4667-A183-18CD003A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BDEB0-4CF1-45FD-B3F5-5415A9A0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4BFED-37E6-4423-AE76-426ABF3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63222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FF8F4-F3E5-4355-BBC1-C54629C1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CDD47-24A9-44D2-A05A-790CE163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329E7-C245-47F2-88F1-C96BC43F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7575ff89d44b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169BB-5DC2-4538-AD0D-BE22E2F6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56ED3-10ED-4A28-855D-4113F266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6DA23-92AB-4DC9-8F4B-BE3B660D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DDF78-68CA-4578-95B1-9BBFB184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9A234-E4F2-4835-9310-D2D3F361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63774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A3606-1F05-4182-9AFA-18A9BD63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3F012-E653-4309-B16D-20FB9846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0FB08-A842-4350-A3EB-00AF28C8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79d58abd144b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95382-A58F-481C-B5FD-1AA25E59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33AFF-242C-4B19-886C-8558E7DF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3C152-6C8A-4C25-BEE4-B7F5C149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DA744-B402-4164-83E6-93271BC6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9D5CE-D836-49D0-884E-2E71A6A0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79912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10D1B-4B27-46DD-86CD-E611C6DE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09FF7-1146-46F8-821D-9FDB1FCA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9D682-2854-482F-841F-C51E62C8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038f7fd95460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760D6-1CB3-416C-9663-DECEC007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742EC-8389-407A-AB29-7863A470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9D236-C0F7-4D55-A6A5-44ED53C4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C8C48-977C-47D9-8641-F37F420F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9CEFD-0720-4039-9707-09C1E90F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027980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DC29E-FB0D-4218-B850-0F519B6B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D79ED-E37D-491F-B90C-9C5D62FE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33A31-7E09-47BC-8CFC-5D1C0FAE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c243415da4266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53E27-7248-4616-946D-348C3C1F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3CCB5-D720-4F7E-B5B9-8E4CC92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9E9E0-0713-47F1-86C6-0448CDB9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FDD48-F8FB-495E-A8B4-285686E0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D632A-79DE-42B9-93C0-F719A503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08049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4838A-62D1-4353-9B8D-E8275F09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9B049-E534-4A05-8FD8-6D053500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E4A42-8F81-45E7-A8DC-6E0DD703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0b948ea714d1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E1143-1B1D-4FDE-BAAA-2ECEAC59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5D0B3-4049-4356-A7AD-A5F3ED48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B30C6-6882-4068-AE3A-0B34D491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7D947-3183-42FF-9D47-E37A16EA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119D8-C3A4-47FB-A118-061EB2BE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18710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AAD8A-2521-4948-ADBD-8EC93EC0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93450-9016-46F2-BFB8-4EC0134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025E6-2DF3-4459-9614-E95B9102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996249fac49c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18352-C304-408E-BA91-2AD94893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68307-D93D-4661-84E2-BC23699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A4AD2-48BC-41C7-B75E-1D16D672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DBCEF-C5B5-47D8-A900-076B10A7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2EBF9-E24F-413F-89D2-2DA42B9E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726659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F9FBA-8819-44AE-97A1-B419AF87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1A0F8-5A5A-4E14-8231-7D45C442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D3EF4-31CB-44A4-8AFE-3EA075EA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5e7b3a1b24b16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B1C98-9180-4317-ACA8-89A1D7F2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F6B77-AEE2-451E-86F7-F430B080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AFBBC-BFC7-4019-813F-43FFD423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63E75-ED6F-4CA2-9368-2AE80473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E3B3C-6F7A-40EE-B6FC-95F24865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339018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1A8CC-7593-40B6-8798-E8BB99D3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CE9A3-0840-4922-B18F-88B5C542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93782-C30D-4BE5-BBF8-9EFC1B5A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B4126-D60C-417E-A250-4C89BA1D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9F70A-48E7-4D42-A577-3FD97BCF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DD8C2-510A-476D-A784-43DD55B6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323F2-3187-4B4B-A0E4-9898C964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B363C-F35B-475B-A11B-9089885F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57643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2026-08-15T02:15:59.8990000Z</dcterms:created>
  <dcterms:modified xsi:type="dcterms:W3CDTF">2026-08-15T02:15:59.8990000Z</dcterms:modified>
</coreProperties>
</file>