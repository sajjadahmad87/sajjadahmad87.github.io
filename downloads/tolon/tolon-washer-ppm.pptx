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af5cb25e5a4703" /><Relationship Type="http://schemas.openxmlformats.org/officeDocument/2006/relationships/extended-properties" Target="/docProps/app.xml" Id="R57e9d894399449a7" /><Relationship Type="http://schemas.openxmlformats.org/officeDocument/2006/relationships/officeDocument" Target="/ppt/presentation.xml" Id="Rda9ff4eb842f4c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b8ea792f264aa2"/>
  </p:sldMasterIdLst>
  <p:notesMasterIdLst>
    <p:notesMasterId xmlns:r="http://schemas.openxmlformats.org/officeDocument/2006/relationships" r:id="R4f15ef065c1f4c41"/>
  </p:notesMasterIdLst>
  <p:sldIdLst>
    <p:sldId xmlns:r="http://schemas.openxmlformats.org/officeDocument/2006/relationships" id="256" r:id="R8b23ae496f1941d8"/>
    <p:sldId xmlns:r="http://schemas.openxmlformats.org/officeDocument/2006/relationships" id="257" r:id="R118b50374d2b4aad"/>
    <p:sldId xmlns:r="http://schemas.openxmlformats.org/officeDocument/2006/relationships" id="258" r:id="R7a4c3abfa32440e4"/>
    <p:sldId xmlns:r="http://schemas.openxmlformats.org/officeDocument/2006/relationships" id="259" r:id="R16b932c6b8394d7d"/>
    <p:sldId xmlns:r="http://schemas.openxmlformats.org/officeDocument/2006/relationships" id="260" r:id="R1e7cb6331de84e86"/>
    <p:sldId xmlns:r="http://schemas.openxmlformats.org/officeDocument/2006/relationships" id="261" r:id="Rde41eb83337a4175"/>
    <p:sldId xmlns:r="http://schemas.openxmlformats.org/officeDocument/2006/relationships" id="262" r:id="R7f19f799911b405d"/>
    <p:sldId xmlns:r="http://schemas.openxmlformats.org/officeDocument/2006/relationships" id="263" r:id="R636cc7abcf65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3aafb361a64662" /><Relationship Type="http://schemas.openxmlformats.org/officeDocument/2006/relationships/slideMaster" Target="/ppt/slideMasters/slideMaster1.xml" Id="Re7b8ea792f264aa2" /><Relationship Type="http://schemas.openxmlformats.org/officeDocument/2006/relationships/notesMaster" Target="/ppt/notesMasters/notesMaster1.xml" Id="R4f15ef065c1f4c41" /><Relationship Type="http://schemas.openxmlformats.org/officeDocument/2006/relationships/presProps" Target="/ppt/presProps.xml" Id="R6572a0e786d34f9b" /><Relationship Type="http://schemas.openxmlformats.org/officeDocument/2006/relationships/tableStyles" Target="/ppt/tableStyles.xml" Id="Rd96b21039e964cee" /><Relationship Type="http://schemas.openxmlformats.org/officeDocument/2006/relationships/slide" Target="/ppt/slides/slide1.xml" Id="R8b23ae496f1941d8" /><Relationship Type="http://schemas.openxmlformats.org/officeDocument/2006/relationships/slide" Target="/ppt/slides/slide2.xml" Id="R118b50374d2b4aad" /><Relationship Type="http://schemas.openxmlformats.org/officeDocument/2006/relationships/slide" Target="/ppt/slides/slide3.xml" Id="R7a4c3abfa32440e4" /><Relationship Type="http://schemas.openxmlformats.org/officeDocument/2006/relationships/slide" Target="/ppt/slides/slide4.xml" Id="R16b932c6b8394d7d" /><Relationship Type="http://schemas.openxmlformats.org/officeDocument/2006/relationships/slide" Target="/ppt/slides/slide5.xml" Id="R1e7cb6331de84e86" /><Relationship Type="http://schemas.openxmlformats.org/officeDocument/2006/relationships/slide" Target="/ppt/slides/slide6.xml" Id="Rde41eb83337a4175" /><Relationship Type="http://schemas.openxmlformats.org/officeDocument/2006/relationships/slide" Target="/ppt/slides/slide7.xml" Id="R7f19f799911b405d" /><Relationship Type="http://schemas.openxmlformats.org/officeDocument/2006/relationships/slide" Target="/ppt/slides/slide8.xml" Id="R636cc7abcf65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0f4d77e28442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c633b973314839" /><Relationship Type="http://schemas.openxmlformats.org/officeDocument/2006/relationships/notesMaster" Target="/ppt/notesMasters/notesMaster1.xml" Id="R5f68ccad07a749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9844aee8b74de1" /><Relationship Type="http://schemas.openxmlformats.org/officeDocument/2006/relationships/notesMaster" Target="/ppt/notesMasters/notesMaster1.xml" Id="R69878939437d4f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17b72c342c4c34" /><Relationship Type="http://schemas.openxmlformats.org/officeDocument/2006/relationships/notesMaster" Target="/ppt/notesMasters/notesMaster1.xml" Id="Rea6436ab9f1c4b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2db18fb46e4c3a" /><Relationship Type="http://schemas.openxmlformats.org/officeDocument/2006/relationships/notesMaster" Target="/ppt/notesMasters/notesMaster1.xml" Id="Rc7223c1a2656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490c5c494d4f55" /><Relationship Type="http://schemas.openxmlformats.org/officeDocument/2006/relationships/notesMaster" Target="/ppt/notesMasters/notesMaster1.xml" Id="R5c05311b362b4b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652cd415e3417b" /><Relationship Type="http://schemas.openxmlformats.org/officeDocument/2006/relationships/notesMaster" Target="/ppt/notesMasters/notesMaster1.xml" Id="R3bee73782d8143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6ca58d40484f89" /><Relationship Type="http://schemas.openxmlformats.org/officeDocument/2006/relationships/notesMaster" Target="/ppt/notesMasters/notesMaster1.xml" Id="Rd6933aa6adf147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ac7fe200c047ce" /><Relationship Type="http://schemas.openxmlformats.org/officeDocument/2006/relationships/notesMaster" Target="/ppt/notesMasters/notesMaster1.xml" Id="R7353af0f384645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ccac10bb47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edd4da1eb14361" /><Relationship Type="http://schemas.openxmlformats.org/officeDocument/2006/relationships/slideLayout" Target="/ppt/slideLayouts/slideLayout1.xml" Id="R1f0d67c91eee42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0d67c91eee42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9365447da443f" /><Relationship Type="http://schemas.openxmlformats.org/officeDocument/2006/relationships/image" Target="/ppt/media/image.jpeg" Id="Rbc389eeab6604c0e" /><Relationship Type="http://schemas.openxmlformats.org/officeDocument/2006/relationships/notesSlide" Target="/ppt/notesSlides/notesSlide1.xml" Id="R7031e87c97a8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e429b51b34f13" /><Relationship Type="http://schemas.openxmlformats.org/officeDocument/2006/relationships/notesSlide" Target="/ppt/notesSlides/notesSlide2.xml" Id="R81e1d7918b214d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9879b3da74c74" /><Relationship Type="http://schemas.openxmlformats.org/officeDocument/2006/relationships/notesSlide" Target="/ppt/notesSlides/notesSlide3.xml" Id="R4c03427c4d5440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afc759dbe4a96" /><Relationship Type="http://schemas.openxmlformats.org/officeDocument/2006/relationships/notesSlide" Target="/ppt/notesSlides/notesSlide4.xml" Id="Re6b6ea77ff8440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ddde0340947e9" /><Relationship Type="http://schemas.openxmlformats.org/officeDocument/2006/relationships/notesSlide" Target="/ppt/notesSlides/notesSlide5.xml" Id="R9612429d06994f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f55b226054fe5" /><Relationship Type="http://schemas.openxmlformats.org/officeDocument/2006/relationships/notesSlide" Target="/ppt/notesSlides/notesSlide6.xml" Id="R4e741f64c7e44b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5eb43526d4bdb" /><Relationship Type="http://schemas.openxmlformats.org/officeDocument/2006/relationships/image" Target="/ppt/media/image2.jpeg" Id="R5c5bfc5c74984b8f" /><Relationship Type="http://schemas.openxmlformats.org/officeDocument/2006/relationships/notesSlide" Target="/ppt/notesSlides/notesSlide7.xml" Id="R03730d79d8134b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596f2ae87467c" /><Relationship Type="http://schemas.openxmlformats.org/officeDocument/2006/relationships/notesSlide" Target="/ppt/notesSlides/notesSlide8.xml" Id="R899b0425d0fe4c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730D1-6C33-475D-91BA-66519D95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TOLON • WASHER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E66E9-955F-4A0B-8347-0E9546B8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Washer-Extractor PPM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34228-33F5-4A36-943B-B9E695A8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Practical preventive-maintenance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A83FD-C1A6-46CD-A2B5-7920B3F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389eeab6604c0e"/>
          <a:stretch xmlns:a="http://schemas.openxmlformats.org/drawingml/2006/main"/>
        </p:blipFill>
        <p:spPr>
          <a:xfrm xmlns:a="http://schemas.openxmlformats.org/drawingml/2006/main">
            <a:off x="6477000" y="1227859"/>
            <a:ext cx="5105400" cy="394508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BFF94-0EDA-42B9-88A4-02D95574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49730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13B6C-EC57-4D08-9256-96E8F25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WASHER PPM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96B18-08AA-45E8-86E2-3D24E8C6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C3202-9ABC-4F36-A2BF-D7041477E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78B92-29CF-4E8A-972F-FD3531A1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1117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3B2FB1-1DD5-4BB8-8039-B9E889ED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5BDEA-0080-4B41-9EBD-9719A67D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84D97-6CD3-43C3-9F17-920F4086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1BB83-165B-4317-8BF0-FD48B6BE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F1BBE-89E5-40BC-8255-4D3C015A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Checklist items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12549-13D1-4D55-9D1D-9FBBBA2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A3701-E23E-48BF-A106-346DF8CD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Vibration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4539F-AC77-46BF-9F2A-A4A21390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Core mechanical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76F67-7D0C-494C-9A8D-1788E0F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C79C32-0D0C-4A89-8E8F-51029B88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12E36-C3AC-49CA-80A8-EDF96C0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Operational 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7FC1C-BBE6-4852-A763-EA553703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14B36-11BB-4E52-8B0D-093775CD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PPM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0E45E-DAA3-400C-8B1C-B0109FF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4584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75BF-585A-4C7F-B696-0CFBCA7B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A3422-D6EF-406C-9135-DCF9894F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E61FD-B91A-425F-BEF6-F69C169D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vibration, abnormal sound and belt condition. • Inspect door gasket, lock and proximity switch.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974B2-556D-4792-B537-442709A0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8D8D3-38AA-4111-B897-BAA0DE08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drain and inlet valves for leakage or blockage. • Verify water level, cycle time and program parameters.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2ADF0-5F16-4859-B55B-494D6A8E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954D6-AC4B-409A-9AEB-F4498010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E6B53-4611-4E50-9B4E-1CF2C1B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14369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4C81D-D0DE-4D5D-A883-542150D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16BBF-F495-4512-AF8C-A491A96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77A90-C9C4-4E53-A2AE-A880376D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C9F10-AEE0-4BD6-B52A-0C4797B4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E48B67-D276-4585-B923-73C999A8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5BBAE-7044-4731-84B9-6C6DCAD4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8A919-0BA2-46AF-962C-E3E211B3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9F525-1421-4A19-859A-7315FCCF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12092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F1302-9907-480F-868A-DB06A767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124AE-4FA0-4765-A1A8-73993AC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A9EC4-C5BD-4D93-B011-D8927E9C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51207C-9F73-4401-B35C-D5805216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73C3B-B571-46F6-A229-63EEDA0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CEFA3-FCC0-40CE-BB5B-B2C6BD2E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A1DAC-F5EC-4808-9BC4-8BDF1DB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1EC4B-0C2F-4627-839F-4F8DDD3A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749147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616D9-8846-40C4-B853-452E976D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D3939-E34B-4474-B143-3892BCD1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1539D-EDFB-4351-B48A-0AAC450F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bfc5c74984b8f"/>
          <a:stretch xmlns:a="http://schemas.openxmlformats.org/drawingml/2006/main"/>
        </p:blipFill>
        <p:spPr>
          <a:xfrm xmlns:a="http://schemas.openxmlformats.org/drawingml/2006/main">
            <a:off x="1605803" y="1714500"/>
            <a:ext cx="539899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BE4E30-E40C-410F-8245-B40AC2BC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3B730-6511-4151-A6F4-BDED7B22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41F6C-EF5B-46F5-9A57-5A7B5EA0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BCAB7-FDA9-4436-908C-DF437974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PPM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50DE5-F8A4-467A-9AA1-A781D4F0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87890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98F70-4076-41D3-B263-51DE28E2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B5051-F41A-4339-B759-CC992F83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CA281-CDFD-482A-8F0D-585A6EA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54B4F-5078-4D5A-B54A-6C429C45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1E5E1-7256-4A06-9B74-4F868B34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CBB50-627E-4B8D-8A5D-918586F7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B8589-0E3E-4592-B72C-F301EA09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PPM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E8A74-AA9B-42B1-92F5-B9173621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9971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2026-08-15T02:49:57.1150000Z</dcterms:created>
  <dcterms:modified xsi:type="dcterms:W3CDTF">2026-08-15T02:49:57.1150000Z</dcterms:modified>
</coreProperties>
</file>