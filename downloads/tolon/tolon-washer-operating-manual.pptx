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bd8cf4cb7e4313" /><Relationship Type="http://schemas.openxmlformats.org/officeDocument/2006/relationships/extended-properties" Target="/docProps/app.xml" Id="Rcd59829c50c14d50" /><Relationship Type="http://schemas.openxmlformats.org/officeDocument/2006/relationships/officeDocument" Target="/ppt/presentation.xml" Id="R43d457c07ed547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19ad6c9d96463c"/>
  </p:sldMasterIdLst>
  <p:notesMasterIdLst>
    <p:notesMasterId xmlns:r="http://schemas.openxmlformats.org/officeDocument/2006/relationships" r:id="Rdb74717cd2544627"/>
  </p:notesMasterIdLst>
  <p:sldIdLst>
    <p:sldId xmlns:r="http://schemas.openxmlformats.org/officeDocument/2006/relationships" id="256" r:id="Rf69b11870a684c78"/>
    <p:sldId xmlns:r="http://schemas.openxmlformats.org/officeDocument/2006/relationships" id="257" r:id="R5fe1a5995cd14328"/>
    <p:sldId xmlns:r="http://schemas.openxmlformats.org/officeDocument/2006/relationships" id="258" r:id="R0d03f331b7564d93"/>
    <p:sldId xmlns:r="http://schemas.openxmlformats.org/officeDocument/2006/relationships" id="259" r:id="R1b7570522ed54b5b"/>
    <p:sldId xmlns:r="http://schemas.openxmlformats.org/officeDocument/2006/relationships" id="260" r:id="R462b2b34547b436e"/>
    <p:sldId xmlns:r="http://schemas.openxmlformats.org/officeDocument/2006/relationships" id="261" r:id="R759d1800c52148f6"/>
    <p:sldId xmlns:r="http://schemas.openxmlformats.org/officeDocument/2006/relationships" id="262" r:id="Rdb990ed729394d9a"/>
    <p:sldId xmlns:r="http://schemas.openxmlformats.org/officeDocument/2006/relationships" id="263" r:id="Re827ed08885f4afe"/>
    <p:sldId xmlns:r="http://schemas.openxmlformats.org/officeDocument/2006/relationships" id="264" r:id="R76d43154b5fe4212"/>
    <p:sldId xmlns:r="http://schemas.openxmlformats.org/officeDocument/2006/relationships" id="265" r:id="R79f0c0d63c0247d8"/>
    <p:sldId xmlns:r="http://schemas.openxmlformats.org/officeDocument/2006/relationships" id="266" r:id="R1a5ba75cc21d441e"/>
    <p:sldId xmlns:r="http://schemas.openxmlformats.org/officeDocument/2006/relationships" id="267" r:id="R9ac175cd804e4c46"/>
    <p:sldId xmlns:r="http://schemas.openxmlformats.org/officeDocument/2006/relationships" id="268" r:id="Rab71f92497264754"/>
    <p:sldId xmlns:r="http://schemas.openxmlformats.org/officeDocument/2006/relationships" id="269" r:id="R965a62cb6aee459a"/>
    <p:sldId xmlns:r="http://schemas.openxmlformats.org/officeDocument/2006/relationships" id="270" r:id="Ra7178a8b52e946da"/>
    <p:sldId xmlns:r="http://schemas.openxmlformats.org/officeDocument/2006/relationships" id="271" r:id="R1a4980425e3f4545"/>
    <p:sldId xmlns:r="http://schemas.openxmlformats.org/officeDocument/2006/relationships" id="272" r:id="Raeba4f36c3954827"/>
    <p:sldId xmlns:r="http://schemas.openxmlformats.org/officeDocument/2006/relationships" id="273" r:id="Rf18991beda4947ab"/>
    <p:sldId xmlns:r="http://schemas.openxmlformats.org/officeDocument/2006/relationships" id="274" r:id="R5082c119ee544e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f1a675cdc04aab" /><Relationship Type="http://schemas.openxmlformats.org/officeDocument/2006/relationships/slideMaster" Target="/ppt/slideMasters/slideMaster1.xml" Id="R4219ad6c9d96463c" /><Relationship Type="http://schemas.openxmlformats.org/officeDocument/2006/relationships/notesMaster" Target="/ppt/notesMasters/notesMaster1.xml" Id="Rdb74717cd2544627" /><Relationship Type="http://schemas.openxmlformats.org/officeDocument/2006/relationships/presProps" Target="/ppt/presProps.xml" Id="Rc851194647df4938" /><Relationship Type="http://schemas.openxmlformats.org/officeDocument/2006/relationships/tableStyles" Target="/ppt/tableStyles.xml" Id="Rab677e006a044fd2" /><Relationship Type="http://schemas.openxmlformats.org/officeDocument/2006/relationships/slide" Target="/ppt/slides/slide1.xml" Id="Rf69b11870a684c78" /><Relationship Type="http://schemas.openxmlformats.org/officeDocument/2006/relationships/slide" Target="/ppt/slides/slide2.xml" Id="R5fe1a5995cd14328" /><Relationship Type="http://schemas.openxmlformats.org/officeDocument/2006/relationships/slide" Target="/ppt/slides/slide3.xml" Id="R0d03f331b7564d93" /><Relationship Type="http://schemas.openxmlformats.org/officeDocument/2006/relationships/slide" Target="/ppt/slides/slide4.xml" Id="R1b7570522ed54b5b" /><Relationship Type="http://schemas.openxmlformats.org/officeDocument/2006/relationships/slide" Target="/ppt/slides/slide5.xml" Id="R462b2b34547b436e" /><Relationship Type="http://schemas.openxmlformats.org/officeDocument/2006/relationships/slide" Target="/ppt/slides/slide6.xml" Id="R759d1800c52148f6" /><Relationship Type="http://schemas.openxmlformats.org/officeDocument/2006/relationships/slide" Target="/ppt/slides/slide7.xml" Id="Rdb990ed729394d9a" /><Relationship Type="http://schemas.openxmlformats.org/officeDocument/2006/relationships/slide" Target="/ppt/slides/slide8.xml" Id="Re827ed08885f4afe" /><Relationship Type="http://schemas.openxmlformats.org/officeDocument/2006/relationships/slide" Target="/ppt/slides/slide9.xml" Id="R76d43154b5fe4212" /><Relationship Type="http://schemas.openxmlformats.org/officeDocument/2006/relationships/slide" Target="/ppt/slides/slide10.xml" Id="R79f0c0d63c0247d8" /><Relationship Type="http://schemas.openxmlformats.org/officeDocument/2006/relationships/slide" Target="/ppt/slides/slide11.xml" Id="R1a5ba75cc21d441e" /><Relationship Type="http://schemas.openxmlformats.org/officeDocument/2006/relationships/slide" Target="/ppt/slides/slide12.xml" Id="R9ac175cd804e4c46" /><Relationship Type="http://schemas.openxmlformats.org/officeDocument/2006/relationships/slide" Target="/ppt/slides/slide13.xml" Id="Rab71f92497264754" /><Relationship Type="http://schemas.openxmlformats.org/officeDocument/2006/relationships/slide" Target="/ppt/slides/slide14.xml" Id="R965a62cb6aee459a" /><Relationship Type="http://schemas.openxmlformats.org/officeDocument/2006/relationships/slide" Target="/ppt/slides/slide15.xml" Id="Ra7178a8b52e946da" /><Relationship Type="http://schemas.openxmlformats.org/officeDocument/2006/relationships/slide" Target="/ppt/slides/slide16.xml" Id="R1a4980425e3f4545" /><Relationship Type="http://schemas.openxmlformats.org/officeDocument/2006/relationships/slide" Target="/ppt/slides/slide17.xml" Id="Raeba4f36c3954827" /><Relationship Type="http://schemas.openxmlformats.org/officeDocument/2006/relationships/slide" Target="/ppt/slides/slide18.xml" Id="Rf18991beda4947ab" /><Relationship Type="http://schemas.openxmlformats.org/officeDocument/2006/relationships/slide" Target="/ppt/slides/slide19.xml" Id="R5082c119ee544e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6f28db23e04d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e982f7fbb64924" /><Relationship Type="http://schemas.openxmlformats.org/officeDocument/2006/relationships/notesMaster" Target="/ppt/notesMasters/notesMaster1.xml" Id="R8252e5d8f2b04c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c0931363bf4944" /><Relationship Type="http://schemas.openxmlformats.org/officeDocument/2006/relationships/notesMaster" Target="/ppt/notesMasters/notesMaster1.xml" Id="Re933b9ef8952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ffdab2b9e3413b" /><Relationship Type="http://schemas.openxmlformats.org/officeDocument/2006/relationships/notesMaster" Target="/ppt/notesMasters/notesMaster1.xml" Id="R9648a1dd357a4e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ddd26a52fc40bd" /><Relationship Type="http://schemas.openxmlformats.org/officeDocument/2006/relationships/notesMaster" Target="/ppt/notesMasters/notesMaster1.xml" Id="Raa55fa59923240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fd74c70f234b6d" /><Relationship Type="http://schemas.openxmlformats.org/officeDocument/2006/relationships/notesMaster" Target="/ppt/notesMasters/notesMaster1.xml" Id="Rade147bfe6e845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9027534e5d4eac" /><Relationship Type="http://schemas.openxmlformats.org/officeDocument/2006/relationships/notesMaster" Target="/ppt/notesMasters/notesMaster1.xml" Id="R0a43cb56a4fa4a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4284c09c99414f" /><Relationship Type="http://schemas.openxmlformats.org/officeDocument/2006/relationships/notesMaster" Target="/ppt/notesMasters/notesMaster1.xml" Id="R5672455b7b4948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aac49f87db4410" /><Relationship Type="http://schemas.openxmlformats.org/officeDocument/2006/relationships/notesMaster" Target="/ppt/notesMasters/notesMaster1.xml" Id="R3443b705ca8749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481b59257a4c49" /><Relationship Type="http://schemas.openxmlformats.org/officeDocument/2006/relationships/notesMaster" Target="/ppt/notesMasters/notesMaster1.xml" Id="R8cc67f0dfcbf4e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1fbce9997e4a2c" /><Relationship Type="http://schemas.openxmlformats.org/officeDocument/2006/relationships/notesMaster" Target="/ppt/notesMasters/notesMaster1.xml" Id="R473615c5b2a742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1828fa60d241b5" /><Relationship Type="http://schemas.openxmlformats.org/officeDocument/2006/relationships/notesMaster" Target="/ppt/notesMasters/notesMaster1.xml" Id="R32484720413049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914714d20f4db3" /><Relationship Type="http://schemas.openxmlformats.org/officeDocument/2006/relationships/notesMaster" Target="/ppt/notesMasters/notesMaster1.xml" Id="R2a7df45d497040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13d62da0b94f68" /><Relationship Type="http://schemas.openxmlformats.org/officeDocument/2006/relationships/notesMaster" Target="/ppt/notesMasters/notesMaster1.xml" Id="R8be76f105d274b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6f465c0f054e50" /><Relationship Type="http://schemas.openxmlformats.org/officeDocument/2006/relationships/notesMaster" Target="/ppt/notesMasters/notesMaster1.xml" Id="R5b45056ac37449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c4beb2ce10421a" /><Relationship Type="http://schemas.openxmlformats.org/officeDocument/2006/relationships/notesMaster" Target="/ppt/notesMasters/notesMaster1.xml" Id="Rf16700e18e124f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56d0fe035d4059" /><Relationship Type="http://schemas.openxmlformats.org/officeDocument/2006/relationships/notesMaster" Target="/ppt/notesMasters/notesMaster1.xml" Id="Re8478d850b3942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d24c98ad004493" /><Relationship Type="http://schemas.openxmlformats.org/officeDocument/2006/relationships/notesMaster" Target="/ppt/notesMasters/notesMaster1.xml" Id="R224dee30cc1141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1104c7036d40b3" /><Relationship Type="http://schemas.openxmlformats.org/officeDocument/2006/relationships/notesMaster" Target="/ppt/notesMasters/notesMaster1.xml" Id="Rf7cdee02243740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e184882a194e41" /><Relationship Type="http://schemas.openxmlformats.org/officeDocument/2006/relationships/notesMaster" Target="/ppt/notesMasters/notesMaster1.xml" Id="Rda194ad96f40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e577baafe4a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29d4435f01435f" /><Relationship Type="http://schemas.openxmlformats.org/officeDocument/2006/relationships/slideLayout" Target="/ppt/slideLayouts/slideLayout1.xml" Id="Rb34b647f6b0d4e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4b647f6b0d4e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ff0b28db9468e" /><Relationship Type="http://schemas.openxmlformats.org/officeDocument/2006/relationships/image" Target="/ppt/media/image.jpeg" Id="Rb8ee0b7914de4ff9" /><Relationship Type="http://schemas.openxmlformats.org/officeDocument/2006/relationships/notesSlide" Target="/ppt/notesSlides/notesSlide1.xml" Id="Raad39e33f5ec4c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707f201a84b90" /><Relationship Type="http://schemas.openxmlformats.org/officeDocument/2006/relationships/notesSlide" Target="/ppt/notesSlides/notesSlide2.xml" Id="R3381b7c6f27e4c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a49d0433d4d95" /><Relationship Type="http://schemas.openxmlformats.org/officeDocument/2006/relationships/notesSlide" Target="/ppt/notesSlides/notesSlide3.xml" Id="R0b2e9244e49f4c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757b28a894778" /><Relationship Type="http://schemas.openxmlformats.org/officeDocument/2006/relationships/notesSlide" Target="/ppt/notesSlides/notesSlide4.xml" Id="R59980dd0f0bb4a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925b79ec14e7b" /><Relationship Type="http://schemas.openxmlformats.org/officeDocument/2006/relationships/notesSlide" Target="/ppt/notesSlides/notesSlide5.xml" Id="R7dc4a7ee9e9d4f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798bacd0b4ff2" /><Relationship Type="http://schemas.openxmlformats.org/officeDocument/2006/relationships/notesSlide" Target="/ppt/notesSlides/notesSlide6.xml" Id="Rb2cd697211b94e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b461d81fe417e" /><Relationship Type="http://schemas.openxmlformats.org/officeDocument/2006/relationships/image" Target="/ppt/media/image2.jpeg" Id="Rff6a9b3cf3d54de1" /><Relationship Type="http://schemas.openxmlformats.org/officeDocument/2006/relationships/notesSlide" Target="/ppt/notesSlides/notesSlide7.xml" Id="Rcdf3882cf9a640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7324018d547e8" /><Relationship Type="http://schemas.openxmlformats.org/officeDocument/2006/relationships/image" Target="/ppt/media/image3.jpeg" Id="R0589b40a2521447d" /><Relationship Type="http://schemas.openxmlformats.org/officeDocument/2006/relationships/notesSlide" Target="/ppt/notesSlides/notesSlide8.xml" Id="Rbb587c23c96443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4365c11ee40c1" /><Relationship Type="http://schemas.openxmlformats.org/officeDocument/2006/relationships/image" Target="/ppt/media/image4.jpeg" Id="R665f9e32002945ba" /><Relationship Type="http://schemas.openxmlformats.org/officeDocument/2006/relationships/notesSlide" Target="/ppt/notesSlides/notesSlide9.xml" Id="R4e43580121b147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e000514bb47c3" /><Relationship Type="http://schemas.openxmlformats.org/officeDocument/2006/relationships/image" Target="/ppt/media/image5.jpeg" Id="R2fc826f3fa464af2" /><Relationship Type="http://schemas.openxmlformats.org/officeDocument/2006/relationships/notesSlide" Target="/ppt/notesSlides/notesSlide10.xml" Id="R98a70483a4f846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bac605e154208" /><Relationship Type="http://schemas.openxmlformats.org/officeDocument/2006/relationships/image" Target="/ppt/media/image6.jpeg" Id="Rbcc2a30d3fe94fb9" /><Relationship Type="http://schemas.openxmlformats.org/officeDocument/2006/relationships/notesSlide" Target="/ppt/notesSlides/notesSlide11.xml" Id="Rcbb018cda3a745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b3b9db2fc48af" /><Relationship Type="http://schemas.openxmlformats.org/officeDocument/2006/relationships/image" Target="/ppt/media/image7.jpeg" Id="Rd2360d94510240e0" /><Relationship Type="http://schemas.openxmlformats.org/officeDocument/2006/relationships/notesSlide" Target="/ppt/notesSlides/notesSlide12.xml" Id="Rc11455618c514a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dafbfdbbd499d" /><Relationship Type="http://schemas.openxmlformats.org/officeDocument/2006/relationships/image" Target="/ppt/media/image8.jpeg" Id="Rd7162c0b9f7847a1" /><Relationship Type="http://schemas.openxmlformats.org/officeDocument/2006/relationships/notesSlide" Target="/ppt/notesSlides/notesSlide13.xml" Id="R5f2456bf432141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d31b3110b42aa" /><Relationship Type="http://schemas.openxmlformats.org/officeDocument/2006/relationships/image" Target="/ppt/media/image9.jpeg" Id="R41e6f75eeca5460b" /><Relationship Type="http://schemas.openxmlformats.org/officeDocument/2006/relationships/notesSlide" Target="/ppt/notesSlides/notesSlide14.xml" Id="R432eee71253344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7233aa69648e4" /><Relationship Type="http://schemas.openxmlformats.org/officeDocument/2006/relationships/image" Target="/ppt/media/image10.jpeg" Id="Rc221bbb1044b453e" /><Relationship Type="http://schemas.openxmlformats.org/officeDocument/2006/relationships/notesSlide" Target="/ppt/notesSlides/notesSlide15.xml" Id="Rf5ce4246d8a64e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fae7375d74322" /><Relationship Type="http://schemas.openxmlformats.org/officeDocument/2006/relationships/image" Target="/ppt/media/image11.jpeg" Id="Rae622348c6ec4e99" /><Relationship Type="http://schemas.openxmlformats.org/officeDocument/2006/relationships/notesSlide" Target="/ppt/notesSlides/notesSlide16.xml" Id="Raf7f29a2280340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1f62f787c421d" /><Relationship Type="http://schemas.openxmlformats.org/officeDocument/2006/relationships/image" Target="/ppt/media/image12.jpeg" Id="R19e5164a48964585" /><Relationship Type="http://schemas.openxmlformats.org/officeDocument/2006/relationships/notesSlide" Target="/ppt/notesSlides/notesSlide17.xml" Id="Rda4b8225d28c47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755b7c8c74221" /><Relationship Type="http://schemas.openxmlformats.org/officeDocument/2006/relationships/image" Target="/ppt/media/image13.jpeg" Id="R61b6f225c11f4a92" /><Relationship Type="http://schemas.openxmlformats.org/officeDocument/2006/relationships/notesSlide" Target="/ppt/notesSlides/notesSlide18.xml" Id="Ra12de31fa0bc43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5b2e704a44e5a" /><Relationship Type="http://schemas.openxmlformats.org/officeDocument/2006/relationships/notesSlide" Target="/ppt/notesSlides/notesSlide19.xml" Id="Rc98b0895689c4d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C9C65-17AF-41CE-A8B5-A0466CCC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TOLON • WASHER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0D992-DAE1-48E4-82D5-C0BEE761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Washer-Extractor Operating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A4CA7-4C3E-485C-84D1-ADD1D74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TWE10 through TWE110 operation and maintenance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8C8E1-1E70-4264-AAB3-6FE30E07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e0b7914de4ff9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C1A03-788E-4CBA-AC6F-49CAB839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927278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33A0D-5665-47E9-B8E3-6F2CD457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WASHER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D483B-FF38-4ABF-9714-11974070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A860D-4A3C-4974-968B-25851BBB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5AACF-744D-43A1-B109-C6CBCF1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5343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A5361-1028-46AF-A227-7C438E6A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D7B8E-5152-423A-8178-13D5A65B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3F377-776D-4B05-9236-29F1E02A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CC1A2-3CEA-40FA-8268-7A32D08B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156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EDC57-3304-4F5E-9AF8-94EC58D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52B3D-D39B-46E5-9D1F-FE398BE9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F8FF7-9B08-45B3-BFAE-668C844E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TWE10-110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9A777-0E97-46F6-B91D-DD7B817B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Covered model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BB2F8-D79C-43FD-9AFB-4A9C4CF8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E4BF3-A6D5-4C03-B943-40185E4F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744D7-B74B-40FC-9620-86C83A1A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Daily-use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3C1A2-1F93-472B-8381-CAB8A2E2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45FD5-CA4C-426D-85F7-9C403E5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CFA73-7276-4E35-BBA8-7D4621E9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6354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B4920-0EE5-4587-90F2-DF519CD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946BF-0A1D-47AC-B5F7-8839BC16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2E511-C930-405A-A31A-C297D744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Apply correct loading, program and door-lock practices. • Monitor vibration, drainage and abnormal sound.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529DC-524F-4129-B577-AF370E00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22685-7E63-439F-8AAA-E71E0812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Keep detergent systems and seals clean. • Use the troubleshooting sections with recorded symptoms.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3A3DB-B28D-48E0-8B28-954BD61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5ED20-4914-41D5-88DF-DDBCBA7A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6A2F7-D4E8-4841-B400-32D3EC11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7736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833B1-B215-4B25-91B9-547A4927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DDE76-D772-454D-A535-B23E3568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337D8-DF49-4BFB-A0CD-DF85E7B7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384C6-31A4-4C5B-8A7B-F3D00E0A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79887-0749-4089-B01D-88D882B5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91A56-3D14-4FB7-A022-4F9D940C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BDA0E-941D-445C-83CC-DD3A263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208C4-92E9-4806-8E69-E7E665CB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3269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59C3A-27EA-4705-91DA-BDDFC100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A6AA3-BD97-48CF-A37B-21518C33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4B0BC-EEDC-4459-A224-BC46CA17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8E5D3-1D42-4B56-A4CC-87117964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EB41F-4FDF-4318-B795-D9E7E930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3D34E-D0A0-483D-A08B-8BC02B9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BD2C3-B190-4C7F-806F-3C96FFA8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69E39-2A37-4476-ACC9-9707F628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1070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957B9-D239-45C7-9E48-086A771A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B6B01-4641-4633-A691-441B920C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0FBB0-2DF5-4E3C-B134-13ED3988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a9b3cf3d54de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A7C15-8543-4CAA-9E51-C3010709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BC40E-F0FD-41F9-89D0-5881541E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D6624-7FEA-418C-AFE4-4C31152C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93799-0A47-4E3C-886A-F7BE13A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97E23-B06F-4AF3-A68A-800E2EF0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89578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E4E67-E669-4110-9E15-78216561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75A3B-D4D1-4FFF-9661-085FC81B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6E0B6-8A79-4F21-9E66-EB370B06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9b40a2521447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4EEF9-F690-4DED-8426-6E79DCDD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A12EB-044A-453E-B613-E761D4A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48F5A-0B29-4A0E-BA4C-29C1190F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F677E-C378-4DCE-8FC3-AB7923F9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C5CB3-3B8C-4D1D-987B-867B970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7439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474A9-F7F3-416F-947A-8703997F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91155-5FCE-47F4-BEBF-253F85C5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90885-1C3F-48CC-BC7B-70971D31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f9e32002945b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D6D42-96A9-498B-B3FD-FA3DFD3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320B0-D425-4A47-929B-3C0A42CD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A0E5B-853B-44C7-9915-B21A072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EC5B0-3A67-498F-9BE7-FAE972D7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D385C-E4E0-4965-9968-663A725F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5683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EC59C-A992-4D97-BC8D-01677A7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DA04A-C3E7-412B-A664-DCD52ACE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C7969-3906-4AE6-81DF-B20FC09B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826f3fa464af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86494-3086-4C3E-A2D2-F292CA25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5A2A7-7BE9-482D-88D9-35AEB4C8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CB9E4-71F7-4A3A-B22F-2A5118A0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78597-2923-4EEE-A37A-EF655C33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52453-CE07-4772-A4EA-AE54A76F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97151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D843D-BDEA-4F30-9208-64B91EC0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21065-9EAD-4677-BF59-BAC84915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12A90-D756-4E0A-A981-1CC1D353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2a30d3fe94fb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12D6F-F6A8-4E0E-B140-DCCE7B13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D1A08-8EFF-44B4-A8E6-A1FA9E8F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9D802-DF9E-4E00-8B55-9DFDD080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604C3-6E1F-437E-89A8-8011E84A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5C9C3-E527-4991-807A-9B2F29D2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0307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9462B-8CEB-480A-A300-A269E1C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780CA-E82F-4A89-A115-E327B5C5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AC4E7-4CD3-484B-B8E2-F02BC1F5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60d94510240e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B8519-88CF-4607-BC51-DAED24B6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47286-51D4-4CD7-A2EF-25D66AE9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7A345-BCF4-401B-B17E-18BFB61B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EADAF-C67E-460F-B8B8-D6498078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DA77B-4DC4-4620-860C-ED3615B9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75364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E64B0-26FB-42AF-8D19-B4FACCC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39F49-97AA-404F-A272-F35C29AD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C1EF4-98E2-41EE-95F9-9059179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62c0b9f7847a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A1B2-1095-4A77-B10C-4B14E409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36C8D-60F7-4868-94CA-34159BC7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65344-04D1-45C8-A99C-BAF1E794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BCA28-7583-48A3-B52A-F39A24CC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EF60A-AC53-4292-B4A9-05672B6E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61356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A4058-A05E-4FA6-9F78-EE94C398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133EF-C62E-4D13-88F1-DD6150D7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3C4D8-5941-499E-9F27-EEE30CEC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6f75eeca5460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08EC0-66C4-47E6-8DB1-AE273E5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E7647-16B1-4D3B-9905-86695E44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8C139-AC33-45EC-A695-77D6A908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41BA0-C304-4EE6-AB64-2037433E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2A586-76AD-4EAE-ABD2-4580AE2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293238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EF247-8272-4699-8872-A8882171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4BC4-B932-44CA-86D2-7397A5EF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48626-452C-451E-8083-00E7AE73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1bbb1044b453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57E2B-BF7F-488B-9220-C890EF6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7973A-3768-4912-8915-0A9F76E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8850D-A828-4BE8-95B9-1A6DE6C9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025F5-40C9-4022-9DBB-2C394527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581DD-B544-4401-A134-8CB4BC15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627319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927C1-40DD-4F87-A3A5-350CB441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24867-4A17-44E0-819D-A2A6FEC8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1250F-E4B1-46EF-881E-9303A860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22348c6ec4e9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AA010-AD8D-4CB3-97CD-11D3392F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49EBF-F0D7-4BCB-9F6F-E2ECC21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B1E9C-BCB7-4239-91EC-D02E2B0A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B2269-B71D-4DE8-B7D9-4EF4072C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3DFC0-529D-4C45-BDA3-0086DE93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112191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0590F-E320-4645-883D-10765CCE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9B4DD-7127-4420-AD0B-6B9CF1FF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8B872-2D16-4946-911A-2936D8AE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5164a4896458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274A6-08B8-42A8-BFE9-5AC57EB7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EC111-5B79-42C2-9789-C8931C18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9E9B3-D5F2-4476-8BDA-FB9CCE2E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488F8-07B7-4E14-9C86-07482643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9AE5F-F481-40EB-9C88-F35A99EE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468907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745F1-52C3-43C1-9551-3FB929BB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FE025-049A-4682-AB79-1C558963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1D7A6-1504-4107-BEAB-4095CFBC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6f225c11f4a9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5255B-56AE-46CB-9FD1-D32A40C1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4DD32-9DFD-49D3-8735-AAF4AD2A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0A1F6-F66A-4391-B71B-C6CEFBA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7B130-5931-42FA-9199-2D91A640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B3808-D80B-4C67-8132-F5DAD2CD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925502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5E17F-A53B-4B21-A9D1-670D39AA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FBB14-619C-4A7B-9532-17E92771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9E37A-94F7-410D-8BF8-F9412597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E438B-1B5F-4526-AB8E-16A1C4AC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C6DED-9125-4EF5-B3F5-0E2E6F07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EB68D-970A-4C3C-8833-273D7732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AF577-D2F8-456C-94DB-38B213E7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F112C-FE86-4432-B7BF-AF2BCC88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5911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2026-08-15T02:49:58.5500000Z</dcterms:created>
  <dcterms:modified xsi:type="dcterms:W3CDTF">2026-08-15T02:49:58.5500000Z</dcterms:modified>
</coreProperties>
</file>