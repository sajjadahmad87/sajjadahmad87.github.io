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90e5c50c5340ef" /><Relationship Type="http://schemas.openxmlformats.org/officeDocument/2006/relationships/extended-properties" Target="/docProps/app.xml" Id="R36a421da68d14456" /><Relationship Type="http://schemas.openxmlformats.org/officeDocument/2006/relationships/officeDocument" Target="/ppt/presentation.xml" Id="R0c16445c1946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0e94e598db4a7f"/>
  </p:sldMasterIdLst>
  <p:notesMasterIdLst>
    <p:notesMasterId xmlns:r="http://schemas.openxmlformats.org/officeDocument/2006/relationships" r:id="Rcafd902bcf19423a"/>
  </p:notesMasterIdLst>
  <p:sldIdLst>
    <p:sldId xmlns:r="http://schemas.openxmlformats.org/officeDocument/2006/relationships" id="256" r:id="R226a3d38640540b0"/>
    <p:sldId xmlns:r="http://schemas.openxmlformats.org/officeDocument/2006/relationships" id="257" r:id="R5fe70d0db4da46fd"/>
    <p:sldId xmlns:r="http://schemas.openxmlformats.org/officeDocument/2006/relationships" id="258" r:id="Rad962e0a61d345aa"/>
    <p:sldId xmlns:r="http://schemas.openxmlformats.org/officeDocument/2006/relationships" id="259" r:id="R0a72932b15424695"/>
    <p:sldId xmlns:r="http://schemas.openxmlformats.org/officeDocument/2006/relationships" id="260" r:id="Re3a145a059704869"/>
    <p:sldId xmlns:r="http://schemas.openxmlformats.org/officeDocument/2006/relationships" id="261" r:id="Re7e204ab7b204a27"/>
    <p:sldId xmlns:r="http://schemas.openxmlformats.org/officeDocument/2006/relationships" id="262" r:id="Rc04ff21c29d14499"/>
    <p:sldId xmlns:r="http://schemas.openxmlformats.org/officeDocument/2006/relationships" id="263" r:id="Ra8ff89ee72694e0d"/>
    <p:sldId xmlns:r="http://schemas.openxmlformats.org/officeDocument/2006/relationships" id="264" r:id="Rb275e88533f445b3"/>
    <p:sldId xmlns:r="http://schemas.openxmlformats.org/officeDocument/2006/relationships" id="265" r:id="R87bec075aa104ed0"/>
    <p:sldId xmlns:r="http://schemas.openxmlformats.org/officeDocument/2006/relationships" id="266" r:id="R352c976a53904099"/>
    <p:sldId xmlns:r="http://schemas.openxmlformats.org/officeDocument/2006/relationships" id="267" r:id="Re486c90be78b4a34"/>
    <p:sldId xmlns:r="http://schemas.openxmlformats.org/officeDocument/2006/relationships" id="268" r:id="R187d075eb53b4a88"/>
    <p:sldId xmlns:r="http://schemas.openxmlformats.org/officeDocument/2006/relationships" id="269" r:id="R3e5920e0d1f64d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08d0493014e31" /><Relationship Type="http://schemas.openxmlformats.org/officeDocument/2006/relationships/slideMaster" Target="/ppt/slideMasters/slideMaster1.xml" Id="R930e94e598db4a7f" /><Relationship Type="http://schemas.openxmlformats.org/officeDocument/2006/relationships/notesMaster" Target="/ppt/notesMasters/notesMaster1.xml" Id="Rcafd902bcf19423a" /><Relationship Type="http://schemas.openxmlformats.org/officeDocument/2006/relationships/presProps" Target="/ppt/presProps.xml" Id="R794fc97f535b4f67" /><Relationship Type="http://schemas.openxmlformats.org/officeDocument/2006/relationships/tableStyles" Target="/ppt/tableStyles.xml" Id="R2ef79082674d4c99" /><Relationship Type="http://schemas.openxmlformats.org/officeDocument/2006/relationships/slide" Target="/ppt/slides/slide1.xml" Id="R226a3d38640540b0" /><Relationship Type="http://schemas.openxmlformats.org/officeDocument/2006/relationships/slide" Target="/ppt/slides/slide2.xml" Id="R5fe70d0db4da46fd" /><Relationship Type="http://schemas.openxmlformats.org/officeDocument/2006/relationships/slide" Target="/ppt/slides/slide3.xml" Id="Rad962e0a61d345aa" /><Relationship Type="http://schemas.openxmlformats.org/officeDocument/2006/relationships/slide" Target="/ppt/slides/slide4.xml" Id="R0a72932b15424695" /><Relationship Type="http://schemas.openxmlformats.org/officeDocument/2006/relationships/slide" Target="/ppt/slides/slide5.xml" Id="Re3a145a059704869" /><Relationship Type="http://schemas.openxmlformats.org/officeDocument/2006/relationships/slide" Target="/ppt/slides/slide6.xml" Id="Re7e204ab7b204a27" /><Relationship Type="http://schemas.openxmlformats.org/officeDocument/2006/relationships/slide" Target="/ppt/slides/slide7.xml" Id="Rc04ff21c29d14499" /><Relationship Type="http://schemas.openxmlformats.org/officeDocument/2006/relationships/slide" Target="/ppt/slides/slide8.xml" Id="Ra8ff89ee72694e0d" /><Relationship Type="http://schemas.openxmlformats.org/officeDocument/2006/relationships/slide" Target="/ppt/slides/slide9.xml" Id="Rb275e88533f445b3" /><Relationship Type="http://schemas.openxmlformats.org/officeDocument/2006/relationships/slide" Target="/ppt/slides/slide10.xml" Id="R87bec075aa104ed0" /><Relationship Type="http://schemas.openxmlformats.org/officeDocument/2006/relationships/slide" Target="/ppt/slides/slide11.xml" Id="R352c976a53904099" /><Relationship Type="http://schemas.openxmlformats.org/officeDocument/2006/relationships/slide" Target="/ppt/slides/slide12.xml" Id="Re486c90be78b4a34" /><Relationship Type="http://schemas.openxmlformats.org/officeDocument/2006/relationships/slide" Target="/ppt/slides/slide13.xml" Id="R187d075eb53b4a88" /><Relationship Type="http://schemas.openxmlformats.org/officeDocument/2006/relationships/slide" Target="/ppt/slides/slide14.xml" Id="R3e5920e0d1f64d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053c3b2d0343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5a5d002d284e38" /><Relationship Type="http://schemas.openxmlformats.org/officeDocument/2006/relationships/notesMaster" Target="/ppt/notesMasters/notesMaster1.xml" Id="R88d1fbe171ae41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e379a8db2b4e2b" /><Relationship Type="http://schemas.openxmlformats.org/officeDocument/2006/relationships/notesMaster" Target="/ppt/notesMasters/notesMaster1.xml" Id="R0e5ce087b21640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ef5d4f9ee946cd" /><Relationship Type="http://schemas.openxmlformats.org/officeDocument/2006/relationships/notesMaster" Target="/ppt/notesMasters/notesMaster1.xml" Id="R06025a4c3011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b739e8ea8494b" /><Relationship Type="http://schemas.openxmlformats.org/officeDocument/2006/relationships/notesMaster" Target="/ppt/notesMasters/notesMaster1.xml" Id="R548b65193bba40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07035865054ac3" /><Relationship Type="http://schemas.openxmlformats.org/officeDocument/2006/relationships/notesMaster" Target="/ppt/notesMasters/notesMaster1.xml" Id="Rdf703474399745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5303ef252e4a2e" /><Relationship Type="http://schemas.openxmlformats.org/officeDocument/2006/relationships/notesMaster" Target="/ppt/notesMasters/notesMaster1.xml" Id="R846e6cd3c38d42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bffb83acbf4b65" /><Relationship Type="http://schemas.openxmlformats.org/officeDocument/2006/relationships/notesMaster" Target="/ppt/notesMasters/notesMaster1.xml" Id="R376ee210677146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e655f3132e48d8" /><Relationship Type="http://schemas.openxmlformats.org/officeDocument/2006/relationships/notesMaster" Target="/ppt/notesMasters/notesMaster1.xml" Id="R349aa9dc9f9b47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d36a8dbd2240ca" /><Relationship Type="http://schemas.openxmlformats.org/officeDocument/2006/relationships/notesMaster" Target="/ppt/notesMasters/notesMaster1.xml" Id="R5c0139779b0c49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f669c9ebe448c9" /><Relationship Type="http://schemas.openxmlformats.org/officeDocument/2006/relationships/notesMaster" Target="/ppt/notesMasters/notesMaster1.xml" Id="R608ec67061f14d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8f357007504e94" /><Relationship Type="http://schemas.openxmlformats.org/officeDocument/2006/relationships/notesMaster" Target="/ppt/notesMasters/notesMaster1.xml" Id="R27fcb39c35ba41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5a05b84cca4097" /><Relationship Type="http://schemas.openxmlformats.org/officeDocument/2006/relationships/notesMaster" Target="/ppt/notesMasters/notesMaster1.xml" Id="Re86d9e2a1fca45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ef8ab9825749a2" /><Relationship Type="http://schemas.openxmlformats.org/officeDocument/2006/relationships/notesMaster" Target="/ppt/notesMasters/notesMaster1.xml" Id="Ra396cfddd53148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ce111bffec4d7b" /><Relationship Type="http://schemas.openxmlformats.org/officeDocument/2006/relationships/notesMaster" Target="/ppt/notesMasters/notesMaster1.xml" Id="R5d6205072c3d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d072339a843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5f19545b984585" /><Relationship Type="http://schemas.openxmlformats.org/officeDocument/2006/relationships/slideLayout" Target="/ppt/slideLayouts/slideLayout1.xml" Id="R8d69def6364a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69def6364a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a24613a6d4544" /><Relationship Type="http://schemas.openxmlformats.org/officeDocument/2006/relationships/image" Target="/ppt/media/image.jpeg" Id="R8f1993d9d8764308" /><Relationship Type="http://schemas.openxmlformats.org/officeDocument/2006/relationships/notesSlide" Target="/ppt/notesSlides/notesSlide1.xml" Id="R30930dc8337341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1c2c0027e49b6" /><Relationship Type="http://schemas.openxmlformats.org/officeDocument/2006/relationships/notesSlide" Target="/ppt/notesSlides/notesSlide2.xml" Id="R727d1650448143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a91ec3a1c4e8d" /><Relationship Type="http://schemas.openxmlformats.org/officeDocument/2006/relationships/notesSlide" Target="/ppt/notesSlides/notesSlide3.xml" Id="Rcb2998336cc046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caa03c38247bf" /><Relationship Type="http://schemas.openxmlformats.org/officeDocument/2006/relationships/notesSlide" Target="/ppt/notesSlides/notesSlide4.xml" Id="R92e43dec802349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aad8cdc024985" /><Relationship Type="http://schemas.openxmlformats.org/officeDocument/2006/relationships/notesSlide" Target="/ppt/notesSlides/notesSlide5.xml" Id="R4ddc3f97e50749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1aed0f2194a4b" /><Relationship Type="http://schemas.openxmlformats.org/officeDocument/2006/relationships/notesSlide" Target="/ppt/notesSlides/notesSlide6.xml" Id="R426126ee43864b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0df92b1844314" /><Relationship Type="http://schemas.openxmlformats.org/officeDocument/2006/relationships/image" Target="/ppt/media/image2.jpeg" Id="R0f3177f7013449d2" /><Relationship Type="http://schemas.openxmlformats.org/officeDocument/2006/relationships/notesSlide" Target="/ppt/notesSlides/notesSlide7.xml" Id="R540f77f0cb7940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b67562bf04ff6" /><Relationship Type="http://schemas.openxmlformats.org/officeDocument/2006/relationships/image" Target="/ppt/media/image3.jpeg" Id="R10a991f99b304af1" /><Relationship Type="http://schemas.openxmlformats.org/officeDocument/2006/relationships/notesSlide" Target="/ppt/notesSlides/notesSlide8.xml" Id="Rd92a94b8fe6d4a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ced6a714e4d90" /><Relationship Type="http://schemas.openxmlformats.org/officeDocument/2006/relationships/image" Target="/ppt/media/image4.jpeg" Id="R9a8382c4bd6d406a" /><Relationship Type="http://schemas.openxmlformats.org/officeDocument/2006/relationships/notesSlide" Target="/ppt/notesSlides/notesSlide9.xml" Id="Re50070e222894c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dbeb8419e4da1" /><Relationship Type="http://schemas.openxmlformats.org/officeDocument/2006/relationships/image" Target="/ppt/media/image5.jpeg" Id="Rf191537c59704682" /><Relationship Type="http://schemas.openxmlformats.org/officeDocument/2006/relationships/notesSlide" Target="/ppt/notesSlides/notesSlide10.xml" Id="R147a155076f24e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30b75a4754b24" /><Relationship Type="http://schemas.openxmlformats.org/officeDocument/2006/relationships/image" Target="/ppt/media/image6.jpeg" Id="Rcd67525bb86a405e" /><Relationship Type="http://schemas.openxmlformats.org/officeDocument/2006/relationships/notesSlide" Target="/ppt/notesSlides/notesSlide11.xml" Id="R1e410c0c30c342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6a36969104fc0" /><Relationship Type="http://schemas.openxmlformats.org/officeDocument/2006/relationships/image" Target="/ppt/media/image7.jpeg" Id="R646e6620ea1b4bdf" /><Relationship Type="http://schemas.openxmlformats.org/officeDocument/2006/relationships/notesSlide" Target="/ppt/notesSlides/notesSlide12.xml" Id="R997b74c9a9aa46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874f40ed44cb0" /><Relationship Type="http://schemas.openxmlformats.org/officeDocument/2006/relationships/image" Target="/ppt/media/image8.jpeg" Id="R6f917b5de3424974" /><Relationship Type="http://schemas.openxmlformats.org/officeDocument/2006/relationships/notesSlide" Target="/ppt/notesSlides/notesSlide13.xml" Id="R210a154914cc48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9fe1b87a54849" /><Relationship Type="http://schemas.openxmlformats.org/officeDocument/2006/relationships/notesSlide" Target="/ppt/notesSlides/notesSlide14.xml" Id="R06b809e36a9f42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1D099-1134-4908-8323-941C252D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C7E00-37AB-4BFD-8F8E-24E4C7C0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TTD28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56271-E52B-47DD-AF99-AF2B021C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Model-specific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B27D1-DF17-4F0B-9FDC-516B2B8F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993d9d8764308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F63E0-2991-42ED-A65F-FE497967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892641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52681-5BDE-461E-8847-4DC4A8CF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12C5A-A2FA-40F2-892A-411EA2C1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5F70B-9B2B-43AB-B37B-C72EB62F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DF822-BD39-4839-8A4A-D1A77840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6189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BBC76-B595-46A4-91A5-963ACA60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D4F76-7112-40C9-B31C-0E00C73E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EBC14-F828-4960-A367-FF14002F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9D5AF-D5CC-47A3-AF7A-11B2CA15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TTD28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FA677-1CF9-4692-8C96-8895E55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81B7D-F18B-4079-9110-0575D0B8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F6ABD-F5AF-4CC3-A8A7-F1A72755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v2.1.0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B17B3-BFB6-42CB-BCA6-9961CFD5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D983B-89BF-4CC4-97AE-39CF62E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3BA63-63DF-4F9C-BF41-6FF1F914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947DF-FF30-4A4F-82D2-78DF4A90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72DC1-CEFF-480F-88DD-9E2091C4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1018B-AD40-49C9-8BE1-B8DEFD08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57832-7681-412D-B654-79059ADC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8154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DFD7C-2CA6-4D2C-8456-8242327C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9F8B7-CC97-4D06-8FC0-10522FC7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F25A7-59A5-46BA-A3E9-B3C16C45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Match exploded-view callouts to exact part numbers. • Confirm serial and revision before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C8C5D-312B-4298-B3CF-6E198742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1A030-58D3-492A-9850-27FE29E5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approved supersessions. • Preserve removed-part evidence for repeat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AF689-9026-4202-AF4E-3B2A00C8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C689D-EF9E-479A-B73F-F8D079E3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624FE-799A-4B2E-A251-CE26E7D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684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132DD-0BB3-4F9C-AFC7-10DFFA51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BCDB6-7BB6-442E-8EC0-F73559CE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01658-9C6E-4D04-90F8-FC2800F4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19464-7F63-46B2-B626-DA16F0D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B97FB-B573-46BE-8E9B-14B15A70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F27F6-51F8-49E2-B8D9-E6240851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F1D5B-4F4D-43E7-8DAF-BD1E298E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2032A-0DA0-4916-97E6-7A5BF050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775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8663B-0D9E-4378-891B-B792C3D3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CBBAB-673F-4504-95D3-E6EB4A26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6343F-9D7C-4933-976B-9E6AE323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2ADFC-A189-4D1E-8944-49325FBA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CFD13-8774-448A-AA46-2CFBB6AF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06609-1E16-4185-B5F4-EDFC1368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F1CDD-C698-4654-860B-4B0E1A06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75EE4-0ABA-478B-968F-47AD234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63659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5185B-10A5-4890-A6FA-7ABA85CF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5ADB9-F2D9-4754-94A5-944959F2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B9ADB-8BFE-4A94-B527-47211A20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177f7013449d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6CEC3-9D5A-47F3-A236-01F2B287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7D6D3-42B9-4B54-A7F9-59D6426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0A139-185B-49AA-9E73-52F275F7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0D5F2-263C-4CB0-AFCF-2C49017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10E28-D765-4211-8181-515C184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8742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BC269-A58F-4559-873D-7DA821C1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B4B30-BF4F-45A5-BBA1-717C8F0F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22A2C-CFA6-4C08-901C-740F2C67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991f99b304af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B6D3A-B186-461B-9DE7-3607A6D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259E3-13C2-4AA0-9482-764E0BA1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A8376-0F3E-4082-9A27-A50ACF77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F8A80-A0C5-4D56-9A03-A2020059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AB257-B72B-4F4D-A405-EAE2DDF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73832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40E62-86D9-449B-A08E-76C7272A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A1025-4EE3-4F6D-8118-A87A3EBB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09A71-02B9-4799-A468-C9EF7D57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382c4bd6d406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9A15D-7836-49CD-88D4-C01BA71D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15C8E-E48C-4263-8E7A-BAFAC96C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29907-3026-4ED2-9AF1-47E186F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687D5-5184-453B-BF61-843473B6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E5652-459A-4ECD-94B4-9628E4D7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8151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3CB0D-2EAB-441C-AC53-8C526FBB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3D1A9-F5D4-4395-B647-8AC835FA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BF6E4-2940-40A5-937F-9D0A046E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1537c5970468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1BA94-C11C-4688-871E-2335A8F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2CF7A-8130-4183-BAD8-DB92F23E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D3EC8-6A44-44B1-9466-7A18C8E0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4B38F-5FBA-488A-8361-507B5EBE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14160-290A-4EF4-B971-6E5F6D68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49968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4EE1B-BF4D-4E9B-98DB-72A223BB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5C22F-2699-4095-8380-4E14AC98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57A34-443C-4C19-BB4B-11B296F1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7525bb86a405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47EBF-FEDD-4568-B1C5-A87DFC28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ACE07-C597-42BF-9A39-384142B2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3FDDC-6F2C-4BE8-994A-6845E96A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07428-4531-4702-83F0-0D029DDA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74D99-2D3E-42E7-A0C8-1826ED9D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13737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330A3-4B94-425A-878D-DD91694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0A65E-7910-45E5-817A-F471AE2D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B0AAC-022A-43CA-A7FE-D9961D34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e6620ea1b4bdf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186B8-211D-42A2-BA35-D2F8CAD9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28A2C-6717-4C9C-AF49-B9B912D9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2A026-9963-42F6-9C9C-10B759FB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CCD55-9CCC-4B6A-AED0-0380DFF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A584D-0CAF-4699-9B1D-AB03EB8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3360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BBA7B-C35B-461B-95D5-DF7E9555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C5E65-CA50-4F5D-991C-D0BFC12A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C9644-727E-4BC7-A9FC-1FA73F7B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17b5de342497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10175-F9B4-4023-8D80-00C2E9F7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3185C-7AB1-44B6-89E6-BECF6F89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306E9-3E38-42B1-85A9-B7ACB254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62D5E-BEB9-4075-86AC-928AF2A7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A2492-CE67-4896-A212-1F42D391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553630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2B574-EBCA-4C5D-82ED-E178DA7F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1C363-96D2-4DB2-93EE-17B5BC3D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7A818-6757-4FC0-B533-1632774C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B56A-03E5-4A59-A049-3923441D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3CE8A-6CA3-419F-A9EC-5BF4E473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1373F-898A-495E-860D-D126DAE3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5C6E3-05D5-4660-AD40-044E8491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715EA-C7AA-4B2E-A65F-A6B03EED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32774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2026-08-15T02:49:59.5310000Z</dcterms:created>
  <dcterms:modified xsi:type="dcterms:W3CDTF">2026-08-15T02:49:59.5310000Z</dcterms:modified>
</coreProperties>
</file>