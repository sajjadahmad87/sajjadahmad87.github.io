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33a5de9b2b4ecf" /><Relationship Type="http://schemas.openxmlformats.org/officeDocument/2006/relationships/extended-properties" Target="/docProps/app.xml" Id="R9d0021cefc594b71" /><Relationship Type="http://schemas.openxmlformats.org/officeDocument/2006/relationships/officeDocument" Target="/ppt/presentation.xml" Id="R7283d920e0a946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3a834729d44f3b"/>
  </p:sldMasterIdLst>
  <p:notesMasterIdLst>
    <p:notesMasterId xmlns:r="http://schemas.openxmlformats.org/officeDocument/2006/relationships" r:id="Refa821f7771a4611"/>
  </p:notesMasterIdLst>
  <p:sldIdLst>
    <p:sldId xmlns:r="http://schemas.openxmlformats.org/officeDocument/2006/relationships" id="256" r:id="R10d3dd06fd884df2"/>
    <p:sldId xmlns:r="http://schemas.openxmlformats.org/officeDocument/2006/relationships" id="257" r:id="Rb166415137a64c11"/>
    <p:sldId xmlns:r="http://schemas.openxmlformats.org/officeDocument/2006/relationships" id="258" r:id="Rde870d1667344ee9"/>
    <p:sldId xmlns:r="http://schemas.openxmlformats.org/officeDocument/2006/relationships" id="259" r:id="Rbb9a113a1faf4b76"/>
    <p:sldId xmlns:r="http://schemas.openxmlformats.org/officeDocument/2006/relationships" id="260" r:id="R09ead326b388484f"/>
    <p:sldId xmlns:r="http://schemas.openxmlformats.org/officeDocument/2006/relationships" id="261" r:id="R7dd56b361e06473b"/>
    <p:sldId xmlns:r="http://schemas.openxmlformats.org/officeDocument/2006/relationships" id="262" r:id="R47c3fcdb341843c9"/>
    <p:sldId xmlns:r="http://schemas.openxmlformats.org/officeDocument/2006/relationships" id="263" r:id="R5f737e0bc0884a2f"/>
    <p:sldId xmlns:r="http://schemas.openxmlformats.org/officeDocument/2006/relationships" id="264" r:id="R07af5d26c8f54848"/>
    <p:sldId xmlns:r="http://schemas.openxmlformats.org/officeDocument/2006/relationships" id="265" r:id="Rbb88b708668d4e4e"/>
    <p:sldId xmlns:r="http://schemas.openxmlformats.org/officeDocument/2006/relationships" id="266" r:id="Ra8339f8344434368"/>
    <p:sldId xmlns:r="http://schemas.openxmlformats.org/officeDocument/2006/relationships" id="267" r:id="R53a19fd0e1a84f6a"/>
    <p:sldId xmlns:r="http://schemas.openxmlformats.org/officeDocument/2006/relationships" id="268" r:id="R05f32942675c4f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73d252f3eb4124" /><Relationship Type="http://schemas.openxmlformats.org/officeDocument/2006/relationships/slideMaster" Target="/ppt/slideMasters/slideMaster1.xml" Id="R193a834729d44f3b" /><Relationship Type="http://schemas.openxmlformats.org/officeDocument/2006/relationships/notesMaster" Target="/ppt/notesMasters/notesMaster1.xml" Id="Refa821f7771a4611" /><Relationship Type="http://schemas.openxmlformats.org/officeDocument/2006/relationships/presProps" Target="/ppt/presProps.xml" Id="Rb12d9b08feec4ca2" /><Relationship Type="http://schemas.openxmlformats.org/officeDocument/2006/relationships/tableStyles" Target="/ppt/tableStyles.xml" Id="Rcd82523ee5b5453e" /><Relationship Type="http://schemas.openxmlformats.org/officeDocument/2006/relationships/slide" Target="/ppt/slides/slide1.xml" Id="R10d3dd06fd884df2" /><Relationship Type="http://schemas.openxmlformats.org/officeDocument/2006/relationships/slide" Target="/ppt/slides/slide2.xml" Id="Rb166415137a64c11" /><Relationship Type="http://schemas.openxmlformats.org/officeDocument/2006/relationships/slide" Target="/ppt/slides/slide3.xml" Id="Rde870d1667344ee9" /><Relationship Type="http://schemas.openxmlformats.org/officeDocument/2006/relationships/slide" Target="/ppt/slides/slide4.xml" Id="Rbb9a113a1faf4b76" /><Relationship Type="http://schemas.openxmlformats.org/officeDocument/2006/relationships/slide" Target="/ppt/slides/slide5.xml" Id="R09ead326b388484f" /><Relationship Type="http://schemas.openxmlformats.org/officeDocument/2006/relationships/slide" Target="/ppt/slides/slide6.xml" Id="R7dd56b361e06473b" /><Relationship Type="http://schemas.openxmlformats.org/officeDocument/2006/relationships/slide" Target="/ppt/slides/slide7.xml" Id="R47c3fcdb341843c9" /><Relationship Type="http://schemas.openxmlformats.org/officeDocument/2006/relationships/slide" Target="/ppt/slides/slide8.xml" Id="R5f737e0bc0884a2f" /><Relationship Type="http://schemas.openxmlformats.org/officeDocument/2006/relationships/slide" Target="/ppt/slides/slide9.xml" Id="R07af5d26c8f54848" /><Relationship Type="http://schemas.openxmlformats.org/officeDocument/2006/relationships/slide" Target="/ppt/slides/slide10.xml" Id="Rbb88b708668d4e4e" /><Relationship Type="http://schemas.openxmlformats.org/officeDocument/2006/relationships/slide" Target="/ppt/slides/slide11.xml" Id="Ra8339f8344434368" /><Relationship Type="http://schemas.openxmlformats.org/officeDocument/2006/relationships/slide" Target="/ppt/slides/slide12.xml" Id="R53a19fd0e1a84f6a" /><Relationship Type="http://schemas.openxmlformats.org/officeDocument/2006/relationships/slide" Target="/ppt/slides/slide13.xml" Id="R05f32942675c4f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4652a326db47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42088c44b3436b" /><Relationship Type="http://schemas.openxmlformats.org/officeDocument/2006/relationships/notesMaster" Target="/ppt/notesMasters/notesMaster1.xml" Id="R957a9bc61a8244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813529a0b9463d" /><Relationship Type="http://schemas.openxmlformats.org/officeDocument/2006/relationships/notesMaster" Target="/ppt/notesMasters/notesMaster1.xml" Id="R9ca279dfbb5f4e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c0e93c14c34677" /><Relationship Type="http://schemas.openxmlformats.org/officeDocument/2006/relationships/notesMaster" Target="/ppt/notesMasters/notesMaster1.xml" Id="Rbc044f479b984c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8b663af5fe45c7" /><Relationship Type="http://schemas.openxmlformats.org/officeDocument/2006/relationships/notesMaster" Target="/ppt/notesMasters/notesMaster1.xml" Id="Ra54f2ddde2cf4f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054d84bafe4ebb" /><Relationship Type="http://schemas.openxmlformats.org/officeDocument/2006/relationships/notesMaster" Target="/ppt/notesMasters/notesMaster1.xml" Id="Raf66bc8e7a554d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9ac296bd8e4811" /><Relationship Type="http://schemas.openxmlformats.org/officeDocument/2006/relationships/notesMaster" Target="/ppt/notesMasters/notesMaster1.xml" Id="Rb093188df10f4a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304aacf4294b6b" /><Relationship Type="http://schemas.openxmlformats.org/officeDocument/2006/relationships/notesMaster" Target="/ppt/notesMasters/notesMaster1.xml" Id="R7d34be7e01c74f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5ccd66193e4902" /><Relationship Type="http://schemas.openxmlformats.org/officeDocument/2006/relationships/notesMaster" Target="/ppt/notesMasters/notesMaster1.xml" Id="R7d48f014e5f644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26f71451cd4f29" /><Relationship Type="http://schemas.openxmlformats.org/officeDocument/2006/relationships/notesMaster" Target="/ppt/notesMasters/notesMaster1.xml" Id="R564fc83ee0204d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fe8df4fe254225" /><Relationship Type="http://schemas.openxmlformats.org/officeDocument/2006/relationships/notesMaster" Target="/ppt/notesMasters/notesMaster1.xml" Id="R065a73cfc1f745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a78c290d5e4320" /><Relationship Type="http://schemas.openxmlformats.org/officeDocument/2006/relationships/notesMaster" Target="/ppt/notesMasters/notesMaster1.xml" Id="R3e270498716d40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e67c1a52424573" /><Relationship Type="http://schemas.openxmlformats.org/officeDocument/2006/relationships/notesMaster" Target="/ppt/notesMasters/notesMaster1.xml" Id="R07d6665fb7534a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cc0d37875c4803" /><Relationship Type="http://schemas.openxmlformats.org/officeDocument/2006/relationships/notesMaster" Target="/ppt/notesMasters/notesMaster1.xml" Id="Rb1660488dcd641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8f38bc586949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54221bf6c84912" /><Relationship Type="http://schemas.openxmlformats.org/officeDocument/2006/relationships/slideLayout" Target="/ppt/slideLayouts/slideLayout1.xml" Id="R6b7c0e79f84747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7c0e79f84747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17d447aa1433c" /><Relationship Type="http://schemas.openxmlformats.org/officeDocument/2006/relationships/image" Target="/ppt/media/image.jpeg" Id="R9fb4a94a19bf4fac" /><Relationship Type="http://schemas.openxmlformats.org/officeDocument/2006/relationships/notesSlide" Target="/ppt/notesSlides/notesSlide1.xml" Id="Rb997c8de86ba43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bca0f71854b8c" /><Relationship Type="http://schemas.openxmlformats.org/officeDocument/2006/relationships/notesSlide" Target="/ppt/notesSlides/notesSlide2.xml" Id="Rab4caae36e5e4b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32e8c6f9c4de3" /><Relationship Type="http://schemas.openxmlformats.org/officeDocument/2006/relationships/notesSlide" Target="/ppt/notesSlides/notesSlide3.xml" Id="R92038825c7f847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334ec48494f97" /><Relationship Type="http://schemas.openxmlformats.org/officeDocument/2006/relationships/notesSlide" Target="/ppt/notesSlides/notesSlide4.xml" Id="R777be73baf734b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a7d3509bc4a91" /><Relationship Type="http://schemas.openxmlformats.org/officeDocument/2006/relationships/notesSlide" Target="/ppt/notesSlides/notesSlide5.xml" Id="R289ed196b9f943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d26de84124099" /><Relationship Type="http://schemas.openxmlformats.org/officeDocument/2006/relationships/notesSlide" Target="/ppt/notesSlides/notesSlide6.xml" Id="Rc7a91c9ca57045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0869d6fc74ed3" /><Relationship Type="http://schemas.openxmlformats.org/officeDocument/2006/relationships/image" Target="/ppt/media/image2.jpeg" Id="Rec0c0f4a5d074a8e" /><Relationship Type="http://schemas.openxmlformats.org/officeDocument/2006/relationships/notesSlide" Target="/ppt/notesSlides/notesSlide7.xml" Id="R987534e3c9424d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1c9311a1248b0" /><Relationship Type="http://schemas.openxmlformats.org/officeDocument/2006/relationships/image" Target="/ppt/media/image3.jpeg" Id="R0c1ab8f8e0654e86" /><Relationship Type="http://schemas.openxmlformats.org/officeDocument/2006/relationships/notesSlide" Target="/ppt/notesSlides/notesSlide8.xml" Id="R7229891f55e745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a9293c3834ca0" /><Relationship Type="http://schemas.openxmlformats.org/officeDocument/2006/relationships/image" Target="/ppt/media/image4.jpeg" Id="R560d5efbce4643ae" /><Relationship Type="http://schemas.openxmlformats.org/officeDocument/2006/relationships/notesSlide" Target="/ppt/notesSlides/notesSlide9.xml" Id="R3bd9456e2cdb44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d1b74c1b44415" /><Relationship Type="http://schemas.openxmlformats.org/officeDocument/2006/relationships/image" Target="/ppt/media/image5.jpeg" Id="R113ebb46d99b43cb" /><Relationship Type="http://schemas.openxmlformats.org/officeDocument/2006/relationships/notesSlide" Target="/ppt/notesSlides/notesSlide10.xml" Id="R6d241787801c48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fced2e1b3470a" /><Relationship Type="http://schemas.openxmlformats.org/officeDocument/2006/relationships/image" Target="/ppt/media/image6.jpeg" Id="Rec37336549bd407f" /><Relationship Type="http://schemas.openxmlformats.org/officeDocument/2006/relationships/notesSlide" Target="/ppt/notesSlides/notesSlide11.xml" Id="Re753d375ce8b43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5806c70944a3d" /><Relationship Type="http://schemas.openxmlformats.org/officeDocument/2006/relationships/image" Target="/ppt/media/image7.jpeg" Id="R827f9162927348af" /><Relationship Type="http://schemas.openxmlformats.org/officeDocument/2006/relationships/notesSlide" Target="/ppt/notesSlides/notesSlide12.xml" Id="Re6270487996a40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1003a203f46c5" /><Relationship Type="http://schemas.openxmlformats.org/officeDocument/2006/relationships/notesSlide" Target="/ppt/notesSlides/notesSlide13.xml" Id="R5babf36eae2943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B160B-2D24-42F6-A071-2691D52B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TOLON • 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8D64F-7E9F-480A-9808-B22E4F28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TOLON TWE40 Spare Parts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5CB14-F5BC-4169-B69F-62BF823F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Washer-extractor illustrated parts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4478F-6D4D-4AA7-851A-FA9C3053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4a94a19bf4fac"/>
          <a:stretch xmlns:a="http://schemas.openxmlformats.org/drawingml/2006/main"/>
        </p:blipFill>
        <p:spPr>
          <a:xfrm xmlns:a="http://schemas.openxmlformats.org/drawingml/2006/main">
            <a:off x="7184163" y="590550"/>
            <a:ext cx="3691074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74FF3-4634-4E0E-A17C-543EA58C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486787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2A432-9849-490B-8D65-C9ACE5B7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TOLON • 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E631D-4518-4F0A-8D09-6B033CC8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2300D-FF79-4179-B7B8-E63689F5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4909C-500B-47D8-9BF4-C0995FD8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764688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56647-A65B-44CF-9572-C0FE7600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65F5C-9AC4-49B3-BA1C-868EAF19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A8ADD-1932-43CF-88E3-8CB3E3C7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CD418-2376-4006-BEDD-0EEBE861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TWE40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5A876-6945-4CD4-911C-CC0A50E0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Machine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F4D2B-BAD2-4197-A4CE-D621B455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580CB-DE38-4638-BCD4-9154BEE1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v1.2.0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FEA16-AD1B-4B93-A60D-BB0B378A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 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E8F98-C0A8-45FC-ABDF-994EDF02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0D03C-8697-4417-B158-1A0CE916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9E209-7399-4DDD-B658-63C64B8F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 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9A6B5-2798-47A1-BBB6-FB11BD54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D8F5D-01BA-46DC-9603-4194A0F3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39686-8B0B-4310-9640-D077C8CD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877656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D18BB-BD3A-4419-A0E1-B98F02C8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F8366-2330-4979-9F15-CDC7D710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8DC3A-83DB-4CD7-BC9B-FB1B4171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panels and assemblies from the illustrations. • Use the full machine serial for ordering.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366CA-7ACC-4A94-B6AC-C2127285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D82C4-1595-4680-B647-E3134590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Check electrical ratings and mechanical fit. • Update local stock records after issue.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9C7AA-90D7-41DD-89CE-8D1D3513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82081-EF42-4EC5-A595-23FA6A93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0DED0-0DF1-43F8-9FD0-373AD9A7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466102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1E24B-95B1-485D-9D23-F966E977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80E16-50F6-4319-9DE1-C3F7E668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41666-D833-463E-8370-601E5914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13BC9-CF60-4EBB-823B-E2314EEF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6A5E4-4E98-4B5D-9476-F8F8E84C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3FE7A-97DB-4822-B3CC-87A07050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B614B-74DA-4946-8219-C91A26E8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947D8-86F0-4E50-A7E0-FF5DE810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317553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0F6EA-BDC0-4EB6-9716-37AEED6D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F9C93-7C36-4408-A0A9-E7877B49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013FE-4233-4F21-B0AA-2A32022E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5CA9E-D780-4164-B442-FD0E3D33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4D2AD-00B4-4AF3-922C-A06E14FF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F643B-9063-4EFF-83B4-CD6ED8D6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4E679-468E-4B52-9EA9-8E3653DE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E758E-EB7E-458C-9C74-5D118D31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009627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A9919-0422-462C-9AF4-136D117F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8AF7C-E3AD-41F6-A51F-426D8AEC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9D2B7-17E4-4361-8C6B-0DE582DA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c0f4a5d074a8e"/>
          <a:stretch xmlns:a="http://schemas.openxmlformats.org/drawingml/2006/main"/>
        </p:blipFill>
        <p:spPr>
          <a:xfrm xmlns:a="http://schemas.openxmlformats.org/drawingml/2006/main">
            <a:off x="2830218" y="1714500"/>
            <a:ext cx="2950165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09A65-2D11-48B8-A9D8-B6E95FBC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11AA9-BDD2-46BD-BD07-7622990F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D4986-0479-497C-B032-FC6BD676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07015-C465-4C71-B78B-19A47F8B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0533E-65F4-4DB9-B21F-4B30A233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8575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68AB9-326F-4F15-A69D-335533F4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CFEEF-CD89-4E66-BACE-D97A45E5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BD2CA-3A84-46A0-905E-0C2494FF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ab8f8e0654e86"/>
          <a:stretch xmlns:a="http://schemas.openxmlformats.org/drawingml/2006/main"/>
        </p:blipFill>
        <p:spPr>
          <a:xfrm xmlns:a="http://schemas.openxmlformats.org/drawingml/2006/main">
            <a:off x="2830218" y="1714500"/>
            <a:ext cx="2950165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17FA8-B9E0-44EA-87FD-4939F1B2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5518C-E096-453D-9C3D-3B048698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B5B3E-367F-4C72-BBEA-688EB6A8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227C9-C688-4548-97CC-D5D0DA67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16C03-C321-4C60-9163-840EDC2F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703654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D81BE-31D2-41D1-9F4E-77E6D3FA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7EC6F-84BE-4C46-BE16-F3EA28FE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2F168-5AB9-4062-AF47-D2F97DB6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d5efbce4643ae"/>
          <a:stretch xmlns:a="http://schemas.openxmlformats.org/drawingml/2006/main"/>
        </p:blipFill>
        <p:spPr>
          <a:xfrm xmlns:a="http://schemas.openxmlformats.org/drawingml/2006/main">
            <a:off x="2830218" y="1714500"/>
            <a:ext cx="2950165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B1059-F6BD-47F6-B67F-C568BC2E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AEF73-0039-4722-90FD-A5630398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497D2-1B4D-46D0-A7DA-467B1884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98F61-D86B-401F-8EE8-BB5718BB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2C211-6776-44D7-9851-AE55FE86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633225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8A7A7-0179-4A98-B6A8-C815A552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74E32-1914-4002-89B5-8D48C2D2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CA5CB-B157-48D7-A219-29C0303A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ebb46d99b43cb"/>
          <a:stretch xmlns:a="http://schemas.openxmlformats.org/drawingml/2006/main"/>
        </p:blipFill>
        <p:spPr>
          <a:xfrm xmlns:a="http://schemas.openxmlformats.org/drawingml/2006/main">
            <a:off x="2830218" y="1714500"/>
            <a:ext cx="2950165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A5B69-D89C-4405-B651-AB55DAA5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23B38-2978-487A-896C-C653C557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0C777-F58F-443F-8322-C04F3324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86869-1C56-4629-82E6-6B5FA2F7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2E318-51A1-4353-B3DC-D7A19AAC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95557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FD0C2-79D9-4987-A1BD-55038CC2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EB920-BB48-4F61-8F18-802BE1D0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39898-5D6F-4DEF-9CE4-A178C883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7336549bd407f"/>
          <a:stretch xmlns:a="http://schemas.openxmlformats.org/drawingml/2006/main"/>
        </p:blipFill>
        <p:spPr>
          <a:xfrm xmlns:a="http://schemas.openxmlformats.org/drawingml/2006/main">
            <a:off x="2830218" y="1714500"/>
            <a:ext cx="2950165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C429A-4450-4B35-9EAB-0C0EE9C6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06091-FB8D-4C91-8504-1C33B8F7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5ED9B-680E-4AC6-B717-2651313E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E4D59-ED22-4A11-B951-DFF455B4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5A645-4548-44D3-A2FE-AD39F90C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003691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63D9E-742F-4A74-B294-2D51EE22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CB14C-1665-4FB0-94AC-3AAD06E8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DBCE3-F560-4833-8AED-85A558E0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f9162927348af"/>
          <a:stretch xmlns:a="http://schemas.openxmlformats.org/drawingml/2006/main"/>
        </p:blipFill>
        <p:spPr>
          <a:xfrm xmlns:a="http://schemas.openxmlformats.org/drawingml/2006/main">
            <a:off x="2830218" y="1714500"/>
            <a:ext cx="2950165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468C3-2BA8-42A7-B763-BB2AE5B9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2239B-29B1-4BC0-A5E0-7FA79DE5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882A5-796D-46D5-A604-181CF825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53D71-9EB6-46EF-B6DA-1EB41573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9E163-0976-491B-A176-CE2FBC49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83233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E6634-AA19-4BEA-8367-F9722582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62CA9-B1BB-4C5E-8153-D61068B4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5B3A4-BCFC-4CFB-B579-9A85C356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86B5C-3ECF-4308-9FF1-2CC35174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44EB8-D159-4C6A-B0C7-21A911BD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448D2-53C2-432B-A10A-DB1AC0DB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4E7CB-5E05-4407-A8B1-32C5F100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72832-ED44-48DA-9DD7-90ECBC3B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711652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2026-08-15T02:50:00.2790000Z</dcterms:created>
  <dcterms:modified xsi:type="dcterms:W3CDTF">2026-08-15T02:50:00.2790000Z</dcterms:modified>
</coreProperties>
</file>