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71e5ed41d43c9" /><Relationship Type="http://schemas.openxmlformats.org/officeDocument/2006/relationships/extended-properties" Target="/docProps/app.xml" Id="R771a7f28a6354adf" /><Relationship Type="http://schemas.openxmlformats.org/officeDocument/2006/relationships/officeDocument" Target="/ppt/presentation.xml" Id="R3c5bd74e06c8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1c386070e4df1"/>
  </p:sldMasterIdLst>
  <p:notesMasterIdLst>
    <p:notesMasterId xmlns:r="http://schemas.openxmlformats.org/officeDocument/2006/relationships" r:id="R40c87fb026da4cdb"/>
  </p:notesMasterIdLst>
  <p:sldIdLst>
    <p:sldId xmlns:r="http://schemas.openxmlformats.org/officeDocument/2006/relationships" id="256" r:id="R13918b28aa9d4b17"/>
    <p:sldId xmlns:r="http://schemas.openxmlformats.org/officeDocument/2006/relationships" id="257" r:id="Rd5b9a78fb54b4e4c"/>
    <p:sldId xmlns:r="http://schemas.openxmlformats.org/officeDocument/2006/relationships" id="258" r:id="R121f90c0ab314a17"/>
    <p:sldId xmlns:r="http://schemas.openxmlformats.org/officeDocument/2006/relationships" id="259" r:id="R900a8bba3471422d"/>
    <p:sldId xmlns:r="http://schemas.openxmlformats.org/officeDocument/2006/relationships" id="260" r:id="R7c8b2ebe8b0f426c"/>
    <p:sldId xmlns:r="http://schemas.openxmlformats.org/officeDocument/2006/relationships" id="261" r:id="R57a07a303da0422e"/>
    <p:sldId xmlns:r="http://schemas.openxmlformats.org/officeDocument/2006/relationships" id="262" r:id="Re9f04ec5c22b4784"/>
    <p:sldId xmlns:r="http://schemas.openxmlformats.org/officeDocument/2006/relationships" id="263" r:id="R0f6a1d95a9f24da3"/>
    <p:sldId xmlns:r="http://schemas.openxmlformats.org/officeDocument/2006/relationships" id="264" r:id="Rc5d568fe53b64ef1"/>
    <p:sldId xmlns:r="http://schemas.openxmlformats.org/officeDocument/2006/relationships" id="265" r:id="Re261e93565fc4e95"/>
    <p:sldId xmlns:r="http://schemas.openxmlformats.org/officeDocument/2006/relationships" id="266" r:id="Rb4ab7d94f29d408e"/>
    <p:sldId xmlns:r="http://schemas.openxmlformats.org/officeDocument/2006/relationships" id="267" r:id="Rfbabea4f685a4f53"/>
    <p:sldId xmlns:r="http://schemas.openxmlformats.org/officeDocument/2006/relationships" id="268" r:id="R13f033444a9e44f7"/>
    <p:sldId xmlns:r="http://schemas.openxmlformats.org/officeDocument/2006/relationships" id="269" r:id="R37a2d4309d8c42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ca14e5eb24aa1" /><Relationship Type="http://schemas.openxmlformats.org/officeDocument/2006/relationships/slideMaster" Target="/ppt/slideMasters/slideMaster1.xml" Id="R4ef1c386070e4df1" /><Relationship Type="http://schemas.openxmlformats.org/officeDocument/2006/relationships/notesMaster" Target="/ppt/notesMasters/notesMaster1.xml" Id="R40c87fb026da4cdb" /><Relationship Type="http://schemas.openxmlformats.org/officeDocument/2006/relationships/presProps" Target="/ppt/presProps.xml" Id="Rc4befbb6f7a845e8" /><Relationship Type="http://schemas.openxmlformats.org/officeDocument/2006/relationships/tableStyles" Target="/ppt/tableStyles.xml" Id="Re17e4ccdbd084c3c" /><Relationship Type="http://schemas.openxmlformats.org/officeDocument/2006/relationships/slide" Target="/ppt/slides/slide1.xml" Id="R13918b28aa9d4b17" /><Relationship Type="http://schemas.openxmlformats.org/officeDocument/2006/relationships/slide" Target="/ppt/slides/slide2.xml" Id="Rd5b9a78fb54b4e4c" /><Relationship Type="http://schemas.openxmlformats.org/officeDocument/2006/relationships/slide" Target="/ppt/slides/slide3.xml" Id="R121f90c0ab314a17" /><Relationship Type="http://schemas.openxmlformats.org/officeDocument/2006/relationships/slide" Target="/ppt/slides/slide4.xml" Id="R900a8bba3471422d" /><Relationship Type="http://schemas.openxmlformats.org/officeDocument/2006/relationships/slide" Target="/ppt/slides/slide5.xml" Id="R7c8b2ebe8b0f426c" /><Relationship Type="http://schemas.openxmlformats.org/officeDocument/2006/relationships/slide" Target="/ppt/slides/slide6.xml" Id="R57a07a303da0422e" /><Relationship Type="http://schemas.openxmlformats.org/officeDocument/2006/relationships/slide" Target="/ppt/slides/slide7.xml" Id="Re9f04ec5c22b4784" /><Relationship Type="http://schemas.openxmlformats.org/officeDocument/2006/relationships/slide" Target="/ppt/slides/slide8.xml" Id="R0f6a1d95a9f24da3" /><Relationship Type="http://schemas.openxmlformats.org/officeDocument/2006/relationships/slide" Target="/ppt/slides/slide9.xml" Id="Rc5d568fe53b64ef1" /><Relationship Type="http://schemas.openxmlformats.org/officeDocument/2006/relationships/slide" Target="/ppt/slides/slide10.xml" Id="Re261e93565fc4e95" /><Relationship Type="http://schemas.openxmlformats.org/officeDocument/2006/relationships/slide" Target="/ppt/slides/slide11.xml" Id="Rb4ab7d94f29d408e" /><Relationship Type="http://schemas.openxmlformats.org/officeDocument/2006/relationships/slide" Target="/ppt/slides/slide12.xml" Id="Rfbabea4f685a4f53" /><Relationship Type="http://schemas.openxmlformats.org/officeDocument/2006/relationships/slide" Target="/ppt/slides/slide13.xml" Id="R13f033444a9e44f7" /><Relationship Type="http://schemas.openxmlformats.org/officeDocument/2006/relationships/slide" Target="/ppt/slides/slide14.xml" Id="R37a2d4309d8c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199beba27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941110c1c4179" /><Relationship Type="http://schemas.openxmlformats.org/officeDocument/2006/relationships/notesMaster" Target="/ppt/notesMasters/notesMaster1.xml" Id="R055ec1faee45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a5f14d3ed4c99" /><Relationship Type="http://schemas.openxmlformats.org/officeDocument/2006/relationships/notesMaster" Target="/ppt/notesMasters/notesMaster1.xml" Id="Rb4c5ae8167ba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10977cf1c47b3" /><Relationship Type="http://schemas.openxmlformats.org/officeDocument/2006/relationships/notesMaster" Target="/ppt/notesMasters/notesMaster1.xml" Id="R54fcbad47d22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14fb8e09fc4142" /><Relationship Type="http://schemas.openxmlformats.org/officeDocument/2006/relationships/notesMaster" Target="/ppt/notesMasters/notesMaster1.xml" Id="R4cc71ddfd6e842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e0b7b85cb4564" /><Relationship Type="http://schemas.openxmlformats.org/officeDocument/2006/relationships/notesMaster" Target="/ppt/notesMasters/notesMaster1.xml" Id="R7a2ee056fbe440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a3b0cedfe4de6" /><Relationship Type="http://schemas.openxmlformats.org/officeDocument/2006/relationships/notesMaster" Target="/ppt/notesMasters/notesMaster1.xml" Id="R4eb3b395b781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b0f437677843ea" /><Relationship Type="http://schemas.openxmlformats.org/officeDocument/2006/relationships/notesMaster" Target="/ppt/notesMasters/notesMaster1.xml" Id="Re0caef7aaf5e42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18aa8c4ac4097" /><Relationship Type="http://schemas.openxmlformats.org/officeDocument/2006/relationships/notesMaster" Target="/ppt/notesMasters/notesMaster1.xml" Id="R9ee2cceeeb3c4b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6e959cdb2245e5" /><Relationship Type="http://schemas.openxmlformats.org/officeDocument/2006/relationships/notesMaster" Target="/ppt/notesMasters/notesMaster1.xml" Id="R08af714174bf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e2b97b34d24d85" /><Relationship Type="http://schemas.openxmlformats.org/officeDocument/2006/relationships/notesMaster" Target="/ppt/notesMasters/notesMaster1.xml" Id="R36962cb8932f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de13786a484856" /><Relationship Type="http://schemas.openxmlformats.org/officeDocument/2006/relationships/notesMaster" Target="/ppt/notesMasters/notesMaster1.xml" Id="Radda056357c841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376f29a1224507" /><Relationship Type="http://schemas.openxmlformats.org/officeDocument/2006/relationships/notesMaster" Target="/ppt/notesMasters/notesMaster1.xml" Id="R168872e71e9f42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ee9e6db0c84c7b" /><Relationship Type="http://schemas.openxmlformats.org/officeDocument/2006/relationships/notesMaster" Target="/ppt/notesMasters/notesMaster1.xml" Id="Ra62c22e230764d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17511b7156494c" /><Relationship Type="http://schemas.openxmlformats.org/officeDocument/2006/relationships/notesMaster" Target="/ppt/notesMasters/notesMaster1.xml" Id="R1e463d7a0134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2fd1fa6d1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3f5365d22c4427" /><Relationship Type="http://schemas.openxmlformats.org/officeDocument/2006/relationships/slideLayout" Target="/ppt/slideLayouts/slideLayout1.xml" Id="R866fa3d3904e42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fa3d3904e42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097a8a00d489f" /><Relationship Type="http://schemas.openxmlformats.org/officeDocument/2006/relationships/image" Target="/ppt/media/image.jpeg" Id="Ree9d484ad6564b93" /><Relationship Type="http://schemas.openxmlformats.org/officeDocument/2006/relationships/notesSlide" Target="/ppt/notesSlides/notesSlide1.xml" Id="Re36c290b06e74a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b6d47b794ed3" /><Relationship Type="http://schemas.openxmlformats.org/officeDocument/2006/relationships/notesSlide" Target="/ppt/notesSlides/notesSlide2.xml" Id="R8d4ed9b3854b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a58e5d44f45ad" /><Relationship Type="http://schemas.openxmlformats.org/officeDocument/2006/relationships/notesSlide" Target="/ppt/notesSlides/notesSlide3.xml" Id="R33dad99f920a48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613a9810744fb" /><Relationship Type="http://schemas.openxmlformats.org/officeDocument/2006/relationships/notesSlide" Target="/ppt/notesSlides/notesSlide4.xml" Id="R82737559295d42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fd6ce781e4463" /><Relationship Type="http://schemas.openxmlformats.org/officeDocument/2006/relationships/notesSlide" Target="/ppt/notesSlides/notesSlide5.xml" Id="Rb5fcaaa8e94d4a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06ce2f8fd4fab" /><Relationship Type="http://schemas.openxmlformats.org/officeDocument/2006/relationships/notesSlide" Target="/ppt/notesSlides/notesSlide6.xml" Id="R384de8db3e2147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03022b5f74395" /><Relationship Type="http://schemas.openxmlformats.org/officeDocument/2006/relationships/image" Target="/ppt/media/image2.jpeg" Id="R86926e32c9374d06" /><Relationship Type="http://schemas.openxmlformats.org/officeDocument/2006/relationships/notesSlide" Target="/ppt/notesSlides/notesSlide7.xml" Id="Rd3504d95abf942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8876aa44847dc" /><Relationship Type="http://schemas.openxmlformats.org/officeDocument/2006/relationships/image" Target="/ppt/media/image3.jpeg" Id="Rc4b97b0207e243cc" /><Relationship Type="http://schemas.openxmlformats.org/officeDocument/2006/relationships/notesSlide" Target="/ppt/notesSlides/notesSlide8.xml" Id="Rb9cf1ea7784646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49a51c9e34dec" /><Relationship Type="http://schemas.openxmlformats.org/officeDocument/2006/relationships/image" Target="/ppt/media/image4.jpeg" Id="Refda06f9b1654530" /><Relationship Type="http://schemas.openxmlformats.org/officeDocument/2006/relationships/notesSlide" Target="/ppt/notesSlides/notesSlide9.xml" Id="Rfafac24ddc1548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96da1bc0e4837" /><Relationship Type="http://schemas.openxmlformats.org/officeDocument/2006/relationships/image" Target="/ppt/media/image5.jpeg" Id="R26ea61c419774581" /><Relationship Type="http://schemas.openxmlformats.org/officeDocument/2006/relationships/notesSlide" Target="/ppt/notesSlides/notesSlide10.xml" Id="R25fcecae9127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b2a75e99f4681" /><Relationship Type="http://schemas.openxmlformats.org/officeDocument/2006/relationships/image" Target="/ppt/media/image6.jpeg" Id="R3696189e86464d19" /><Relationship Type="http://schemas.openxmlformats.org/officeDocument/2006/relationships/notesSlide" Target="/ppt/notesSlides/notesSlide11.xml" Id="R5404eb9a58014b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9f09031d84903" /><Relationship Type="http://schemas.openxmlformats.org/officeDocument/2006/relationships/image" Target="/ppt/media/image7.jpeg" Id="Re942d58a957f45e0" /><Relationship Type="http://schemas.openxmlformats.org/officeDocument/2006/relationships/notesSlide" Target="/ppt/notesSlides/notesSlide12.xml" Id="R436c9372c51f47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ebdf061ec42ad" /><Relationship Type="http://schemas.openxmlformats.org/officeDocument/2006/relationships/image" Target="/ppt/media/image8.jpeg" Id="Rfb8ede6a61344933" /><Relationship Type="http://schemas.openxmlformats.org/officeDocument/2006/relationships/notesSlide" Target="/ppt/notesSlides/notesSlide13.xml" Id="R481601d1e3e74a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dbbc67ed94ac4" /><Relationship Type="http://schemas.openxmlformats.org/officeDocument/2006/relationships/notesSlide" Target="/ppt/notesSlides/notesSlide14.xml" Id="R66ac9ce1fb104f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23795-1233-444E-B2F5-EC311386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BE91B-AAB4-4F40-8D50-21CE13D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TTD60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6B968-4229-4532-9796-A3C3B9E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BD324-786A-48CE-97FA-F6D3B2A1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d484ad6564b93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821F-623A-4316-8B4B-D3D7C841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782725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57901-CE97-4093-9ED6-BBAFFE75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39239-C911-4402-AE7B-74158B2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1A389-47AA-400F-9B5B-C366557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54452-58A8-4C83-8478-DD6B197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7091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6F0D3-D262-47AD-8847-A7E6AD8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F3D0D-50D4-4B68-94C1-700A2D9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3DE7B-CF91-41BB-8964-A143B688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1B360-3591-4AF6-A7C1-B336A8AF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TTD60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04420-F647-4A45-A31D-D85BA8B5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A1DCC-F78F-486C-8B05-6F1874FC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B4598-3DA9-424E-99CB-938B7911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v2.2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090A-202A-45A9-8C34-F7C9A917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E2353-10D2-4838-A017-AE51DBCB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024E5-4241-4FEE-AB3E-64FCBA99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40D1C-FD28-4313-A4D2-31DA6EB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4DD9-25E4-41AB-9774-083A5F6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64300-2229-47D8-A081-98629DB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08628-294B-4AA0-9D8A-03FCC4B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4259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C5012-0683-4B47-AA95-8D828C84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C398-8B16-44EF-8CDA-D0408ABA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F37A-3684-4B38-BED8-C2C9D16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exploded-view callouts to exact part numbers. • Confirm serial and revision before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81D27-EFBE-4D3D-BAD6-B6DD72B7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314D5-30A3-4FED-B3E5-3220097C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approved supersessions. • Preserve removed-part evidence for repeat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6844A-FDD5-4915-BC3F-D6E145AF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F5F0A-FC25-49EE-86C6-7EE60D2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A82EC-8CAB-438C-80CD-231E383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1434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EE55D-5E07-45A6-A378-DEE0D0C7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645E9-FC7F-4EA9-BAB3-EA97BA3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D6A44-3B7D-43D6-8A91-A9949712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E6C8-6C62-47C8-8DA2-3525AE4A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A8802-D624-47B9-93C0-B52160F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ADF61-E9EC-4DDE-87F1-9F407C7A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63D1E-01C1-4CEE-98E8-961CE96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1608E-A1B8-4D85-BEE5-3D4396E0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8828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15005-AC15-4FBD-BBD0-EB277D78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8A88C-877E-49CE-B596-83B8CD1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A323-FBCB-4F3D-95BB-01B4D1E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FFFCE-21AF-42C7-BD98-67F0EE68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F2BD1-8674-40E1-A0C4-5D7AAA0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F176D-2EA2-44BD-BC92-0BA7D3BE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61215-52B0-4FD1-8C5E-AECA765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0811D-53B8-41D1-94DD-EA69293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2613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B81B3-50D7-4F25-9BEF-8AD75CE0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ECC9C-26AC-4DEB-AFF9-011C05C7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61E53-252E-485D-907D-F0AC06D9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26e32c9374d0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E304-A52B-4A76-B4A3-F246E41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264B1-45DC-4C15-B1F1-5BF6DC3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3EA04-5C75-477C-B346-8CA1A502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B5C9E-D9E5-4250-B0E6-B6D563D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F24A4-28A9-45A3-9EA3-780108F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6751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29A66-1D96-4AF5-94C6-6FD5ECAC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71733-E493-469F-9A4A-7C4B9ADE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D304F-5513-4FE4-98C9-20421648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97b0207e243c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0F225-354E-4309-AF12-EA99216E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03ED5-A195-406E-842D-5234046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FD73C-3E77-4131-AB56-4AE884FA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E67F8-A129-4DE9-B966-7F6877C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A976A-2223-4F09-8D86-CD4137A0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1758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7E4EB-7BAD-4A82-A2FD-7E058EC6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5F147-C01B-4308-9785-50566DE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183C1-5909-4A7C-92E2-5BF26CCD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a06f9b165453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C56EE-EDDD-490B-BDFD-FB3CF899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FA6AD-9BD3-45D5-AE52-78170151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54A-6C4E-497E-A3FE-4D1866B6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CD993-80D1-47D8-8C3E-362F80F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373C5-252F-4546-9C09-040A3D2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7038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6EA5C-E114-4BDD-8543-DCFED48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05503-37B8-4759-A080-F5217BAA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C10EA-49A9-4580-B58C-DCE74495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a61c41977458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7F86-ADC2-4119-B113-9780B104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04E-66FB-41A0-A89A-19E0079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FA852-35E8-46BC-94E6-82E72A9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6BE3E-E2C1-4F1A-BA19-243C893E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F2A84-8B77-443F-9ACA-8E039B6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4181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9B485-ADC5-45F4-9113-5132B66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768EA-D3CD-40D8-BEA5-C4CFF319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5BB8B-9AE3-431B-95DD-A275579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6189e86464d1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13759-95EA-4821-BB00-9F0EE4BC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40746-5D66-4C03-B6CC-6FBA120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A697-5366-4292-B23E-36836B5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519C1-863F-4796-9981-CD8E0B0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40C5A-3606-483F-BFA1-4056841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4113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B5925-CAD2-4581-8B66-5658CBB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DEE9A-1936-41B5-9F44-F0580EB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BD50F-445B-4C6E-AAB7-220B826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d58a957f45e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79EDC-1962-4E95-A48E-812D3CA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D2CA4-D8DA-4889-94CE-365919C8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4DAF2-E113-4FE4-B1A3-5C155976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209D5-8BF1-4F19-8AD8-78B90F55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9D50B-C064-46F5-BCC3-F4E87959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03012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FACDE-A080-4F7A-AD90-481D63E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AE95-EF7A-442D-A643-672433C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EF1BD-86B7-49EF-8168-F57175E5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ede6a6134493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17752-06E9-4BC2-8553-9C89508F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13968-5D24-42D4-8DC6-7E732BCD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6E620-2362-496E-BC7B-29B840C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2FC88-1305-49F9-AD28-DF82A8B1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C1D6C-18D4-4873-A517-B8DF7A32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13188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CE6F2-30BD-41FD-A309-4EDF7EE3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36835-A175-461D-81F3-5EB2B46C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C5F6-5D42-48AD-A5C1-FD7EC10C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8691-CF74-4FB6-971A-257E01C4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C8200-391A-4625-BFD9-6CE9A105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4FA2C-1C41-40A0-89A2-D21778B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1BBF5-1ABD-4BCD-A0A4-969F5D3A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32F28-606B-4CBD-9C7C-50D4742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360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2026-08-15T02:49:59.8860000Z</dcterms:created>
  <dcterms:modified xsi:type="dcterms:W3CDTF">2026-08-15T02:49:59.8860000Z</dcterms:modified>
</coreProperties>
</file>