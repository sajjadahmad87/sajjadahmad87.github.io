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282ab88ec84f80" /><Relationship Type="http://schemas.openxmlformats.org/officeDocument/2006/relationships/extended-properties" Target="/docProps/app.xml" Id="Rbd5c045079354d3c" /><Relationship Type="http://schemas.openxmlformats.org/officeDocument/2006/relationships/officeDocument" Target="/ppt/presentation.xml" Id="Rbf1f63792e2a4d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0e6ade841a4091"/>
  </p:sldMasterIdLst>
  <p:notesMasterIdLst>
    <p:notesMasterId xmlns:r="http://schemas.openxmlformats.org/officeDocument/2006/relationships" r:id="Rdc9cba3d0d7a4a85"/>
  </p:notesMasterIdLst>
  <p:sldIdLst>
    <p:sldId xmlns:r="http://schemas.openxmlformats.org/officeDocument/2006/relationships" id="256" r:id="R8458372bc984492d"/>
    <p:sldId xmlns:r="http://schemas.openxmlformats.org/officeDocument/2006/relationships" id="257" r:id="R4ba0ab5d6f6944fc"/>
    <p:sldId xmlns:r="http://schemas.openxmlformats.org/officeDocument/2006/relationships" id="258" r:id="Raa5986ad94a94691"/>
    <p:sldId xmlns:r="http://schemas.openxmlformats.org/officeDocument/2006/relationships" id="259" r:id="R05e5f6561fcb4256"/>
    <p:sldId xmlns:r="http://schemas.openxmlformats.org/officeDocument/2006/relationships" id="260" r:id="R26c943ce443b4d5c"/>
    <p:sldId xmlns:r="http://schemas.openxmlformats.org/officeDocument/2006/relationships" id="261" r:id="Ra33fd1b788fc4902"/>
    <p:sldId xmlns:r="http://schemas.openxmlformats.org/officeDocument/2006/relationships" id="262" r:id="Re6d0a2839de349dc"/>
    <p:sldId xmlns:r="http://schemas.openxmlformats.org/officeDocument/2006/relationships" id="263" r:id="R486b28227d7c4a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b8d86a3f354707" /><Relationship Type="http://schemas.openxmlformats.org/officeDocument/2006/relationships/slideMaster" Target="/ppt/slideMasters/slideMaster1.xml" Id="Rc50e6ade841a4091" /><Relationship Type="http://schemas.openxmlformats.org/officeDocument/2006/relationships/notesMaster" Target="/ppt/notesMasters/notesMaster1.xml" Id="Rdc9cba3d0d7a4a85" /><Relationship Type="http://schemas.openxmlformats.org/officeDocument/2006/relationships/presProps" Target="/ppt/presProps.xml" Id="Rb913dcff770e4d36" /><Relationship Type="http://schemas.openxmlformats.org/officeDocument/2006/relationships/tableStyles" Target="/ppt/tableStyles.xml" Id="R5a421d49ef684005" /><Relationship Type="http://schemas.openxmlformats.org/officeDocument/2006/relationships/slide" Target="/ppt/slides/slide1.xml" Id="R8458372bc984492d" /><Relationship Type="http://schemas.openxmlformats.org/officeDocument/2006/relationships/slide" Target="/ppt/slides/slide2.xml" Id="R4ba0ab5d6f6944fc" /><Relationship Type="http://schemas.openxmlformats.org/officeDocument/2006/relationships/slide" Target="/ppt/slides/slide3.xml" Id="Raa5986ad94a94691" /><Relationship Type="http://schemas.openxmlformats.org/officeDocument/2006/relationships/slide" Target="/ppt/slides/slide4.xml" Id="R05e5f6561fcb4256" /><Relationship Type="http://schemas.openxmlformats.org/officeDocument/2006/relationships/slide" Target="/ppt/slides/slide5.xml" Id="R26c943ce443b4d5c" /><Relationship Type="http://schemas.openxmlformats.org/officeDocument/2006/relationships/slide" Target="/ppt/slides/slide6.xml" Id="Ra33fd1b788fc4902" /><Relationship Type="http://schemas.openxmlformats.org/officeDocument/2006/relationships/slide" Target="/ppt/slides/slide7.xml" Id="Re6d0a2839de349dc" /><Relationship Type="http://schemas.openxmlformats.org/officeDocument/2006/relationships/slide" Target="/ppt/slides/slide8.xml" Id="R486b28227d7c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9d07d320a948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1603093d594e65" /><Relationship Type="http://schemas.openxmlformats.org/officeDocument/2006/relationships/notesMaster" Target="/ppt/notesMasters/notesMaster1.xml" Id="R9c0442c1cfa946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87f82933a74df1" /><Relationship Type="http://schemas.openxmlformats.org/officeDocument/2006/relationships/notesMaster" Target="/ppt/notesMasters/notesMaster1.xml" Id="R457134895a9d47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9effe0dd8a4daa" /><Relationship Type="http://schemas.openxmlformats.org/officeDocument/2006/relationships/notesMaster" Target="/ppt/notesMasters/notesMaster1.xml" Id="Rb29663b4b0314f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e87987022e40ad" /><Relationship Type="http://schemas.openxmlformats.org/officeDocument/2006/relationships/notesMaster" Target="/ppt/notesMasters/notesMaster1.xml" Id="R039558b3c1ee47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c3f0abb37d4287" /><Relationship Type="http://schemas.openxmlformats.org/officeDocument/2006/relationships/notesMaster" Target="/ppt/notesMasters/notesMaster1.xml" Id="R1664ef9bbb0647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c8fe5ef39e47f4" /><Relationship Type="http://schemas.openxmlformats.org/officeDocument/2006/relationships/notesMaster" Target="/ppt/notesMasters/notesMaster1.xml" Id="Rcf06a796ebc94e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8a20e85a5d4992" /><Relationship Type="http://schemas.openxmlformats.org/officeDocument/2006/relationships/notesMaster" Target="/ppt/notesMasters/notesMaster1.xml" Id="Rb29d4ed1257d4c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17b5bcbb254070" /><Relationship Type="http://schemas.openxmlformats.org/officeDocument/2006/relationships/notesMaster" Target="/ppt/notesMasters/notesMaster1.xml" Id="R529a9d228b1b4a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Washer.pdf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Washer.pdf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Washer.pdf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Washer.pdf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Washer.pdf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Washer.pdf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Washer.pdf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PPM Check list - TOLON Washer.pdf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5d01ecf3045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0ceb15ab4b48d3" /><Relationship Type="http://schemas.openxmlformats.org/officeDocument/2006/relationships/slideLayout" Target="/ppt/slideLayouts/slideLayout1.xml" Id="Re708c37a43ca46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08c37a43ca46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18b8e403b4446" /><Relationship Type="http://schemas.openxmlformats.org/officeDocument/2006/relationships/image" Target="/ppt/media/image.jpeg" Id="R80d7fcd311654867" /><Relationship Type="http://schemas.openxmlformats.org/officeDocument/2006/relationships/notesSlide" Target="/ppt/notesSlides/notesSlide1.xml" Id="R7da9eed8816846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bf038721d4cdb" /><Relationship Type="http://schemas.openxmlformats.org/officeDocument/2006/relationships/notesSlide" Target="/ppt/notesSlides/notesSlide2.xml" Id="R5ec4bc0b6b8148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32a4c84af4ff0" /><Relationship Type="http://schemas.openxmlformats.org/officeDocument/2006/relationships/notesSlide" Target="/ppt/notesSlides/notesSlide3.xml" Id="R97f8ef35711a4e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8309998bf4880" /><Relationship Type="http://schemas.openxmlformats.org/officeDocument/2006/relationships/notesSlide" Target="/ppt/notesSlides/notesSlide4.xml" Id="R2e5dae3e50fa4b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99ea434804767" /><Relationship Type="http://schemas.openxmlformats.org/officeDocument/2006/relationships/notesSlide" Target="/ppt/notesSlides/notesSlide5.xml" Id="Ra78dabd1a93347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d6a404faa4681" /><Relationship Type="http://schemas.openxmlformats.org/officeDocument/2006/relationships/notesSlide" Target="/ppt/notesSlides/notesSlide6.xml" Id="Rd20d948a846342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cb2216122450f" /><Relationship Type="http://schemas.openxmlformats.org/officeDocument/2006/relationships/image" Target="/ppt/media/image2.jpeg" Id="Raa56235b25194756" /><Relationship Type="http://schemas.openxmlformats.org/officeDocument/2006/relationships/notesSlide" Target="/ppt/notesSlides/notesSlide7.xml" Id="Red622737f7a24c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837b17c4246dc" /><Relationship Type="http://schemas.openxmlformats.org/officeDocument/2006/relationships/notesSlide" Target="/ppt/notesSlides/notesSlide8.xml" Id="Rfa713486a1194b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FB9E4-FA29-40C0-8FB1-F9F19BE6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TOLON • WASHER PPM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0314C-795D-4902-9B05-F4B9CACA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Washer-Extractor PPM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ED7A5-4A34-4E11-9A68-5107C15A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Practical preventive-maintenance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EE8D4-EC94-46FB-8043-00242929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7fcd311654867"/>
          <a:stretch xmlns:a="http://schemas.openxmlformats.org/drawingml/2006/main"/>
        </p:blipFill>
        <p:spPr>
          <a:xfrm xmlns:a="http://schemas.openxmlformats.org/drawingml/2006/main">
            <a:off x="6477000" y="1227859"/>
            <a:ext cx="5105400" cy="39450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E44DC-EE8C-43A4-B5C7-5F88A70B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8588849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1EE80-EEE9-4F5F-ADF2-4C406475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WASHER PPM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7A10C-FB5F-44FF-90F4-47513A3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A4D5B-6AEA-463E-AE2C-6CBACD6B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F0804-B16A-4634-B120-5978289F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55758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F25FB-F725-4546-9D8A-9997F0BB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6350A-6953-464B-9567-4EE564AB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6CAE9-EA0B-43A7-B750-FFEA64E0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74AF1-8225-48C5-B5AD-09DA0120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F52FC-EBA8-454D-9440-3F6CAE24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Checklist items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913D2-DBF4-4A60-8C62-D5BB8CBF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4DD95-60A5-4F92-821E-57B290A1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Vibration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6DB11-9CCA-4E56-90FF-77C903B6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 mechanical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98ED2-2BFB-430F-8723-86F0A663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2FB5B-E288-4BCF-A7DF-F0FEA0F8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CC1ED-236C-4810-A933-0C1E1973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Operational verification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211DD-6EBB-4F29-8BC7-F508D735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40626-4751-41DA-9206-F3D58C2C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Washer PPM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87E75-EC14-4C12-AA8D-8ED2570B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360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5B8AC-9EB5-4BBC-96CF-2F3FBA0D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65D53-50F2-4F97-9234-D9A4F69F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9C49A-63AF-4702-9184-DC1D85A8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Check vibration, abnormal sound and belt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door gasket, lock and proximity switch.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77F7B-1840-4792-A5BC-929C6C74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9AA0D-CA5E-4E52-A4E8-14223DB9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Check drain and inlet valves for leakage or blockage.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water level, cycle time and program parameters.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31BB3-1184-4521-86FC-23B9A02B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F6A48-D85E-4304-9295-8C9827C6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Washer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76B4D-C3E5-48FB-BED2-3A7DC549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6071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B5E60-443B-4DA8-A6D7-2394AF43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9E046-D1D9-4707-85D3-F10D2483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61191-C044-406E-A296-73E09FA9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4A2C4-46D8-41F0-B5B8-2B7023FD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D36E4-D371-4554-80CD-319F46EA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94277-87A7-4D47-8062-86BD6D2F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6E135-009D-4DD5-A2A0-F54E83AA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Washer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8421F-5F03-4A2E-A6C5-56232EDA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84245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B1F39-68B1-4E2C-8097-81EFF7A3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1BCE7-1BD3-4EEA-8DD1-D2C4044C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71623-F69F-49C3-9B76-B6861DAB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4C71D-8494-4AE4-BC9A-8C2217C5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A71FF-D905-43F8-8C42-2E15A742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770A4-A9CA-4FC4-B65D-FB21D3FE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32E58-80C1-4E6F-95C1-0EB3FC7C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Washer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87744-19A0-4E0D-AED9-DCC1C976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64009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A5E9C-A5DC-4D51-919D-B0A5A6F6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C4F0B-CA93-468E-BF9B-C2A79A36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783E6-F378-4808-90BF-49628B9E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6235b25194756"/>
          <a:stretch xmlns:a="http://schemas.openxmlformats.org/drawingml/2006/main"/>
        </p:blipFill>
        <p:spPr>
          <a:xfrm xmlns:a="http://schemas.openxmlformats.org/drawingml/2006/main">
            <a:off x="1605803" y="1714500"/>
            <a:ext cx="539899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4AD3A-BC5E-4969-AC5B-AE5F07D6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615BE-133F-489D-AAB8-D81558FE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72DDE-B47F-464D-96AE-35323B50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392D9-10BF-492F-BA36-417738F8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Washer PPM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3CF54-C066-449C-B2C1-883B0798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5643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8B8B4-5DE1-4B42-A3ED-C0BE1DAA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79C16-728D-4B30-B49F-2420C8B5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FE68C-D22B-4FBA-B686-2EFA50E2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FC0FC-AB6E-4322-A50C-A3BE962C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90B50-02EF-4096-A2BE-881BDDC0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5EC1F-7D95-4E32-BA86-6E3973BB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26E6D-66A9-4FF0-9040-EB9E0FDF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Washer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DE7E9-C7EF-4922-ABD2-C9DBD5F3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48533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2026-08-15T02:15:57.8770000Z</dcterms:created>
  <dcterms:modified xsi:type="dcterms:W3CDTF">2026-08-15T02:15:57.8770000Z</dcterms:modified>
</coreProperties>
</file>