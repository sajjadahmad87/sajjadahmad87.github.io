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422386d9414b99" /><Relationship Type="http://schemas.openxmlformats.org/officeDocument/2006/relationships/extended-properties" Target="/docProps/app.xml" Id="R0783da69ee184024" /><Relationship Type="http://schemas.openxmlformats.org/officeDocument/2006/relationships/officeDocument" Target="/ppt/presentation.xml" Id="R15f33bfaa3874e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90729bd9284f87"/>
  </p:sldMasterIdLst>
  <p:notesMasterIdLst>
    <p:notesMasterId xmlns:r="http://schemas.openxmlformats.org/officeDocument/2006/relationships" r:id="Ra75c3e4df5c04adc"/>
  </p:notesMasterIdLst>
  <p:sldIdLst>
    <p:sldId xmlns:r="http://schemas.openxmlformats.org/officeDocument/2006/relationships" id="256" r:id="Rb7172b4921a44ada"/>
    <p:sldId xmlns:r="http://schemas.openxmlformats.org/officeDocument/2006/relationships" id="257" r:id="R92856ff259f64c57"/>
    <p:sldId xmlns:r="http://schemas.openxmlformats.org/officeDocument/2006/relationships" id="258" r:id="R6248b0cc0ddf4a7f"/>
    <p:sldId xmlns:r="http://schemas.openxmlformats.org/officeDocument/2006/relationships" id="259" r:id="R0e640542355d44cf"/>
    <p:sldId xmlns:r="http://schemas.openxmlformats.org/officeDocument/2006/relationships" id="260" r:id="Rbace86f382bd4d52"/>
    <p:sldId xmlns:r="http://schemas.openxmlformats.org/officeDocument/2006/relationships" id="261" r:id="Rea2de043dbe34d80"/>
    <p:sldId xmlns:r="http://schemas.openxmlformats.org/officeDocument/2006/relationships" id="262" r:id="Rc02efd144ed148c6"/>
    <p:sldId xmlns:r="http://schemas.openxmlformats.org/officeDocument/2006/relationships" id="263" r:id="R3a8aa2351a014b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d6c87b7b94f4e" /><Relationship Type="http://schemas.openxmlformats.org/officeDocument/2006/relationships/slideMaster" Target="/ppt/slideMasters/slideMaster1.xml" Id="R7990729bd9284f87" /><Relationship Type="http://schemas.openxmlformats.org/officeDocument/2006/relationships/notesMaster" Target="/ppt/notesMasters/notesMaster1.xml" Id="Ra75c3e4df5c04adc" /><Relationship Type="http://schemas.openxmlformats.org/officeDocument/2006/relationships/presProps" Target="/ppt/presProps.xml" Id="R2429b9687bf44ea4" /><Relationship Type="http://schemas.openxmlformats.org/officeDocument/2006/relationships/tableStyles" Target="/ppt/tableStyles.xml" Id="R875668f0060748d1" /><Relationship Type="http://schemas.openxmlformats.org/officeDocument/2006/relationships/slide" Target="/ppt/slides/slide1.xml" Id="Rb7172b4921a44ada" /><Relationship Type="http://schemas.openxmlformats.org/officeDocument/2006/relationships/slide" Target="/ppt/slides/slide2.xml" Id="R92856ff259f64c57" /><Relationship Type="http://schemas.openxmlformats.org/officeDocument/2006/relationships/slide" Target="/ppt/slides/slide3.xml" Id="R6248b0cc0ddf4a7f" /><Relationship Type="http://schemas.openxmlformats.org/officeDocument/2006/relationships/slide" Target="/ppt/slides/slide4.xml" Id="R0e640542355d44cf" /><Relationship Type="http://schemas.openxmlformats.org/officeDocument/2006/relationships/slide" Target="/ppt/slides/slide5.xml" Id="Rbace86f382bd4d52" /><Relationship Type="http://schemas.openxmlformats.org/officeDocument/2006/relationships/slide" Target="/ppt/slides/slide6.xml" Id="Rea2de043dbe34d80" /><Relationship Type="http://schemas.openxmlformats.org/officeDocument/2006/relationships/slide" Target="/ppt/slides/slide7.xml" Id="Rc02efd144ed148c6" /><Relationship Type="http://schemas.openxmlformats.org/officeDocument/2006/relationships/slide" Target="/ppt/slides/slide8.xml" Id="R3a8aa2351a01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5da6794a5442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d46fdb9cf4342" /><Relationship Type="http://schemas.openxmlformats.org/officeDocument/2006/relationships/notesMaster" Target="/ppt/notesMasters/notesMaster1.xml" Id="Rbf96de3267cd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a5d0e65c344c72" /><Relationship Type="http://schemas.openxmlformats.org/officeDocument/2006/relationships/notesMaster" Target="/ppt/notesMasters/notesMaster1.xml" Id="R34632bf3a51a49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c42b2a2e241ec" /><Relationship Type="http://schemas.openxmlformats.org/officeDocument/2006/relationships/notesMaster" Target="/ppt/notesMasters/notesMaster1.xml" Id="R4ab5205a42d347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b8287fd83d45c0" /><Relationship Type="http://schemas.openxmlformats.org/officeDocument/2006/relationships/notesMaster" Target="/ppt/notesMasters/notesMaster1.xml" Id="R6abdd37c3056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7b19d166b741c5" /><Relationship Type="http://schemas.openxmlformats.org/officeDocument/2006/relationships/notesMaster" Target="/ppt/notesMasters/notesMaster1.xml" Id="R919d2a5f8a58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4345dc711b4d1e" /><Relationship Type="http://schemas.openxmlformats.org/officeDocument/2006/relationships/notesMaster" Target="/ppt/notesMasters/notesMaster1.xml" Id="Rc8d0c8c1dd7d47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eb62432ebc4d5e" /><Relationship Type="http://schemas.openxmlformats.org/officeDocument/2006/relationships/notesMaster" Target="/ppt/notesMasters/notesMaster1.xml" Id="R21cfe6ec7c24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738ae4c9de4dc0" /><Relationship Type="http://schemas.openxmlformats.org/officeDocument/2006/relationships/notesMaster" Target="/ppt/notesMasters/notesMaster1.xml" Id="Rcc7fd5e7530c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16b72226341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7c520cfb94089" /><Relationship Type="http://schemas.openxmlformats.org/officeDocument/2006/relationships/slideLayout" Target="/ppt/slideLayouts/slideLayout1.xml" Id="R5e37e02c1e0c47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7e02c1e0c47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d01045e0a42cd" /><Relationship Type="http://schemas.openxmlformats.org/officeDocument/2006/relationships/image" Target="/ppt/media/image.jpeg" Id="R251b95db65454bf8" /><Relationship Type="http://schemas.openxmlformats.org/officeDocument/2006/relationships/notesSlide" Target="/ppt/notesSlides/notesSlide1.xml" Id="R9aaba39b4d8140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4ba9712de4eb1" /><Relationship Type="http://schemas.openxmlformats.org/officeDocument/2006/relationships/notesSlide" Target="/ppt/notesSlides/notesSlide2.xml" Id="R5f014aba4b2349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2a53d804d46b4" /><Relationship Type="http://schemas.openxmlformats.org/officeDocument/2006/relationships/notesSlide" Target="/ppt/notesSlides/notesSlide3.xml" Id="R34dad44bb9f245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b748c4f204c2a" /><Relationship Type="http://schemas.openxmlformats.org/officeDocument/2006/relationships/notesSlide" Target="/ppt/notesSlides/notesSlide4.xml" Id="Ref521fc6d17442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a2cd984ba41e0" /><Relationship Type="http://schemas.openxmlformats.org/officeDocument/2006/relationships/notesSlide" Target="/ppt/notesSlides/notesSlide5.xml" Id="Ra83a3085cb7a4f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f8c6308c942fd" /><Relationship Type="http://schemas.openxmlformats.org/officeDocument/2006/relationships/notesSlide" Target="/ppt/notesSlides/notesSlide6.xml" Id="Rc5e598836a0245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4234cc06e4478" /><Relationship Type="http://schemas.openxmlformats.org/officeDocument/2006/relationships/image" Target="/ppt/media/image2.jpeg" Id="Ra677b973fde64326" /><Relationship Type="http://schemas.openxmlformats.org/officeDocument/2006/relationships/notesSlide" Target="/ppt/notesSlides/notesSlide7.xml" Id="Re44b785d2e5448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0dd4799734fe9" /><Relationship Type="http://schemas.openxmlformats.org/officeDocument/2006/relationships/notesSlide" Target="/ppt/notesSlides/notesSlide8.xml" Id="Rae293f815de243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D2A2D-B795-4E72-969C-518FD352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TOLON • DRYER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FD6FE-74AA-446D-88A6-7EF62C5F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Tumbler Dryer PPM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F54DD-FCC4-4F4B-BBAC-9A235398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Practical preventive-maintenance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710D4-37A0-4C42-AADB-00E09092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b95db65454bf8"/>
          <a:stretch xmlns:a="http://schemas.openxmlformats.org/drawingml/2006/main"/>
        </p:blipFill>
        <p:spPr>
          <a:xfrm xmlns:a="http://schemas.openxmlformats.org/drawingml/2006/main">
            <a:off x="6477000" y="1227859"/>
            <a:ext cx="5105400" cy="39450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76882-4E0C-4E2F-B3B7-96C5AF0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353961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48BE0-6951-4E20-AA89-592B331D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DRYER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BC331-9778-4C5A-8CA6-62E9FB9B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AE00C-D8A1-4B05-8B23-6B8BB99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88892-C4DF-4FDB-BC62-FC59E27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834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D2C66-AD29-4362-8FFB-832561E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8BDE5-4C26-454A-80A1-7DC099C1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4D498-7541-4E6C-ABB2-4648360B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DFB02-CFEE-4758-B934-F8149E24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87291-09FB-4E1F-8F0C-9921DF4A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Checklist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1905C-86FD-4645-BADA-9AB4A11C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F9A4F-F9D6-4784-94D0-17D84A2F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Lint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14CB6-0B4C-43CB-93AE-6FA90A2E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Primary cleaning 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9A7C3-D563-48E2-A767-A54485D4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26EFA-F8F4-4EA9-BEC5-2E34D42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E199C-5C6A-445D-ACF0-31570C9C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Emergency and sensor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99830-0E34-485D-BBE9-70AEC086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BA2ED-E7F8-48D9-A9E2-22DE595D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PPM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CEA0F-5111-4734-84E2-CEE90872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9638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79A85-D256-4F42-BBFA-1BD87249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DA64C-5366-4906-9333-E61D0CC9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AC7A-BE31-4441-AACB-5C093BC6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Clean the lint filter and inspect the exhaust line. • Check steam piping, electrical box and wiring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1D676-E582-451E-9CB9-B264E7F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62481-A063-47E6-871F-7D65A179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Test emergency stop, rotation sensor and temperature sensor. • Inspect door gasket and confirm drying temperature.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84DA2-9772-41DB-8DC1-C1FB1801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A216D-0744-49D0-B082-28DC873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0901B-DD04-4379-B498-132EEFA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854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0C48A-5E87-4AC6-8593-3344ADBA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23168-A8BE-48C6-B597-677D5782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C3272-C96D-425E-878A-7AA2FFF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8493-29F7-421C-B3D6-BAA3FB4D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A076B-3FE1-4251-B793-B3E1DC3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71FAF-D0E8-4C40-9DDD-18400F65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74761-8954-4975-A555-DE94316F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DA04A-8AF6-4634-8C47-A34CF49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9533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5B9B7-61F0-4C01-A118-2FB9799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3A73B-9FF9-4FD9-82E1-CC45778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18901-A65E-4836-B588-A9FA8EFF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D8B46-2665-44FA-AB87-C942728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062E7-E89F-43F2-962F-3B7608C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7B960-971C-4C58-A05C-1CDD3A2E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5B79B-BA66-4120-AEA4-397D3ADF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E2E39-8D44-4E22-9138-B2C95716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1940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CB088-7D89-4BC7-9E19-E44678AD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AF721-D037-4545-9A51-A03A433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F2AC4-DF6B-49D2-82A8-0D2F54E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7b973fde64326"/>
          <a:stretch xmlns:a="http://schemas.openxmlformats.org/drawingml/2006/main"/>
        </p:blipFill>
        <p:spPr>
          <a:xfrm xmlns:a="http://schemas.openxmlformats.org/drawingml/2006/main">
            <a:off x="1605803" y="1714500"/>
            <a:ext cx="539899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FC732-D33F-458B-95D9-93EF5313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2C6BB-E13A-46D1-8877-47171740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BC8A5-417E-4154-8C4C-1A5BD7A0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BBE8B-5174-4078-9603-A77B0EC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PPM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8CC80-FE42-4D0A-82FA-64147BEE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7505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2D954-36F2-463B-B694-21C4D85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9663F-6D88-42A7-B47E-DF13A57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08130-B2EA-41EA-9663-B376DED6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26847-C9C2-49AA-807E-9B9BE462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41AA7-769D-4809-99CC-A38312FD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94754-0865-400A-8A4C-7328CB7A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BC8B7-3232-4CC6-8872-5C4650A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7DEB0-ADF7-419D-866A-03BE777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0258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2026-08-15T02:49:56.8590000Z</dcterms:created>
  <dcterms:modified xsi:type="dcterms:W3CDTF">2026-08-15T02:49:56.8590000Z</dcterms:modified>
</coreProperties>
</file>