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c0a6c5267404b72" /><Relationship Type="http://schemas.openxmlformats.org/officeDocument/2006/relationships/extended-properties" Target="/docProps/app.xml" Id="Rdb7ea85a6c374ba0" /><Relationship Type="http://schemas.openxmlformats.org/officeDocument/2006/relationships/officeDocument" Target="/ppt/presentation.xml" Id="Rb117d102022249b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5b0c9a75d37464a"/>
  </p:sldMasterIdLst>
  <p:notesMasterIdLst>
    <p:notesMasterId xmlns:r="http://schemas.openxmlformats.org/officeDocument/2006/relationships" r:id="R39f9ba9be47f4a20"/>
  </p:notesMasterIdLst>
  <p:sldIdLst>
    <p:sldId xmlns:r="http://schemas.openxmlformats.org/officeDocument/2006/relationships" id="256" r:id="Re02c6541a7f14e3e"/>
    <p:sldId xmlns:r="http://schemas.openxmlformats.org/officeDocument/2006/relationships" id="257" r:id="Rf2def28125554727"/>
    <p:sldId xmlns:r="http://schemas.openxmlformats.org/officeDocument/2006/relationships" id="258" r:id="R5ab18df55e4346e8"/>
    <p:sldId xmlns:r="http://schemas.openxmlformats.org/officeDocument/2006/relationships" id="259" r:id="R05201c61e07a48ca"/>
    <p:sldId xmlns:r="http://schemas.openxmlformats.org/officeDocument/2006/relationships" id="260" r:id="R233ce71fc4b444f1"/>
    <p:sldId xmlns:r="http://schemas.openxmlformats.org/officeDocument/2006/relationships" id="261" r:id="R34a474980b2c4125"/>
    <p:sldId xmlns:r="http://schemas.openxmlformats.org/officeDocument/2006/relationships" id="262" r:id="R1c574dd6d1064d8c"/>
    <p:sldId xmlns:r="http://schemas.openxmlformats.org/officeDocument/2006/relationships" id="263" r:id="Rea931b9b52744562"/>
    <p:sldId xmlns:r="http://schemas.openxmlformats.org/officeDocument/2006/relationships" id="264" r:id="Rc7aae5f385b249d7"/>
    <p:sldId xmlns:r="http://schemas.openxmlformats.org/officeDocument/2006/relationships" id="265" r:id="R397dbd7762b14325"/>
    <p:sldId xmlns:r="http://schemas.openxmlformats.org/officeDocument/2006/relationships" id="266" r:id="Ra272df57da224bcc"/>
    <p:sldId xmlns:r="http://schemas.openxmlformats.org/officeDocument/2006/relationships" id="267" r:id="R6c18be6d9bd8466d"/>
    <p:sldId xmlns:r="http://schemas.openxmlformats.org/officeDocument/2006/relationships" id="268" r:id="R4efe9146c35d4430"/>
    <p:sldId xmlns:r="http://schemas.openxmlformats.org/officeDocument/2006/relationships" id="269" r:id="R879223bac4cc47d6"/>
    <p:sldId xmlns:r="http://schemas.openxmlformats.org/officeDocument/2006/relationships" id="270" r:id="Ra5c1156d04064f7b"/>
    <p:sldId xmlns:r="http://schemas.openxmlformats.org/officeDocument/2006/relationships" id="271" r:id="R377e71387d404f22"/>
    <p:sldId xmlns:r="http://schemas.openxmlformats.org/officeDocument/2006/relationships" id="272" r:id="R1ef86802ed7c4e90"/>
    <p:sldId xmlns:r="http://schemas.openxmlformats.org/officeDocument/2006/relationships" id="273" r:id="R3434f3271d7445ba"/>
    <p:sldId xmlns:r="http://schemas.openxmlformats.org/officeDocument/2006/relationships" id="274" r:id="R7dc9d1378a344a1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cc87dc3acf5463e" /><Relationship Type="http://schemas.openxmlformats.org/officeDocument/2006/relationships/slideMaster" Target="/ppt/slideMasters/slideMaster1.xml" Id="R05b0c9a75d37464a" /><Relationship Type="http://schemas.openxmlformats.org/officeDocument/2006/relationships/notesMaster" Target="/ppt/notesMasters/notesMaster1.xml" Id="R39f9ba9be47f4a20" /><Relationship Type="http://schemas.openxmlformats.org/officeDocument/2006/relationships/presProps" Target="/ppt/presProps.xml" Id="Rc13d162857994dbb" /><Relationship Type="http://schemas.openxmlformats.org/officeDocument/2006/relationships/tableStyles" Target="/ppt/tableStyles.xml" Id="R0ae5be2aa12045eb" /><Relationship Type="http://schemas.openxmlformats.org/officeDocument/2006/relationships/slide" Target="/ppt/slides/slide1.xml" Id="Re02c6541a7f14e3e" /><Relationship Type="http://schemas.openxmlformats.org/officeDocument/2006/relationships/slide" Target="/ppt/slides/slide2.xml" Id="Rf2def28125554727" /><Relationship Type="http://schemas.openxmlformats.org/officeDocument/2006/relationships/slide" Target="/ppt/slides/slide3.xml" Id="R5ab18df55e4346e8" /><Relationship Type="http://schemas.openxmlformats.org/officeDocument/2006/relationships/slide" Target="/ppt/slides/slide4.xml" Id="R05201c61e07a48ca" /><Relationship Type="http://schemas.openxmlformats.org/officeDocument/2006/relationships/slide" Target="/ppt/slides/slide5.xml" Id="R233ce71fc4b444f1" /><Relationship Type="http://schemas.openxmlformats.org/officeDocument/2006/relationships/slide" Target="/ppt/slides/slide6.xml" Id="R34a474980b2c4125" /><Relationship Type="http://schemas.openxmlformats.org/officeDocument/2006/relationships/slide" Target="/ppt/slides/slide7.xml" Id="R1c574dd6d1064d8c" /><Relationship Type="http://schemas.openxmlformats.org/officeDocument/2006/relationships/slide" Target="/ppt/slides/slide8.xml" Id="Rea931b9b52744562" /><Relationship Type="http://schemas.openxmlformats.org/officeDocument/2006/relationships/slide" Target="/ppt/slides/slide9.xml" Id="Rc7aae5f385b249d7" /><Relationship Type="http://schemas.openxmlformats.org/officeDocument/2006/relationships/slide" Target="/ppt/slides/slide10.xml" Id="R397dbd7762b14325" /><Relationship Type="http://schemas.openxmlformats.org/officeDocument/2006/relationships/slide" Target="/ppt/slides/slide11.xml" Id="Ra272df57da224bcc" /><Relationship Type="http://schemas.openxmlformats.org/officeDocument/2006/relationships/slide" Target="/ppt/slides/slide12.xml" Id="R6c18be6d9bd8466d" /><Relationship Type="http://schemas.openxmlformats.org/officeDocument/2006/relationships/slide" Target="/ppt/slides/slide13.xml" Id="R4efe9146c35d4430" /><Relationship Type="http://schemas.openxmlformats.org/officeDocument/2006/relationships/slide" Target="/ppt/slides/slide14.xml" Id="R879223bac4cc47d6" /><Relationship Type="http://schemas.openxmlformats.org/officeDocument/2006/relationships/slide" Target="/ppt/slides/slide15.xml" Id="Ra5c1156d04064f7b" /><Relationship Type="http://schemas.openxmlformats.org/officeDocument/2006/relationships/slide" Target="/ppt/slides/slide16.xml" Id="R377e71387d404f22" /><Relationship Type="http://schemas.openxmlformats.org/officeDocument/2006/relationships/slide" Target="/ppt/slides/slide17.xml" Id="R1ef86802ed7c4e90" /><Relationship Type="http://schemas.openxmlformats.org/officeDocument/2006/relationships/slide" Target="/ppt/slides/slide18.xml" Id="R3434f3271d7445ba" /><Relationship Type="http://schemas.openxmlformats.org/officeDocument/2006/relationships/slide" Target="/ppt/slides/slide19.xml" Id="R7dc9d1378a344a1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fba609c521f471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4e05d7b79b1451e" /><Relationship Type="http://schemas.openxmlformats.org/officeDocument/2006/relationships/notesMaster" Target="/ppt/notesMasters/notesMaster1.xml" Id="Rda8273a798464e0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232afba06b4d6f" /><Relationship Type="http://schemas.openxmlformats.org/officeDocument/2006/relationships/notesMaster" Target="/ppt/notesMasters/notesMaster1.xml" Id="Rb6510ab5940243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864e6091fac4389" /><Relationship Type="http://schemas.openxmlformats.org/officeDocument/2006/relationships/notesMaster" Target="/ppt/notesMasters/notesMaster1.xml" Id="R36e68f619e3243c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a1c6484a574500" /><Relationship Type="http://schemas.openxmlformats.org/officeDocument/2006/relationships/notesMaster" Target="/ppt/notesMasters/notesMaster1.xml" Id="Rdec13bb4c43b46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e8e660bc4234070" /><Relationship Type="http://schemas.openxmlformats.org/officeDocument/2006/relationships/notesMaster" Target="/ppt/notesMasters/notesMaster1.xml" Id="R9a54b11b844c46e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8d23751ba424dde" /><Relationship Type="http://schemas.openxmlformats.org/officeDocument/2006/relationships/notesMaster" Target="/ppt/notesMasters/notesMaster1.xml" Id="R39e188369be4404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6511c5de9ce4624" /><Relationship Type="http://schemas.openxmlformats.org/officeDocument/2006/relationships/notesMaster" Target="/ppt/notesMasters/notesMaster1.xml" Id="Rc81ee3e2283c4f4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b2d52a229254e4d" /><Relationship Type="http://schemas.openxmlformats.org/officeDocument/2006/relationships/notesMaster" Target="/ppt/notesMasters/notesMaster1.xml" Id="R2632d17f4f2b490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32a8b6b9d764a79" /><Relationship Type="http://schemas.openxmlformats.org/officeDocument/2006/relationships/notesMaster" Target="/ppt/notesMasters/notesMaster1.xml" Id="R1328805e0781439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e469a37bc174586" /><Relationship Type="http://schemas.openxmlformats.org/officeDocument/2006/relationships/notesMaster" Target="/ppt/notesMasters/notesMaster1.xml" Id="Rb09b19fc89d649e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2056c9c0ddc42ae" /><Relationship Type="http://schemas.openxmlformats.org/officeDocument/2006/relationships/notesMaster" Target="/ppt/notesMasters/notesMaster1.xml" Id="R0b6794b1df2f494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ec681f6aaad41fa" /><Relationship Type="http://schemas.openxmlformats.org/officeDocument/2006/relationships/notesMaster" Target="/ppt/notesMasters/notesMaster1.xml" Id="R733dcf2ecfb04f1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71997e44d644b21" /><Relationship Type="http://schemas.openxmlformats.org/officeDocument/2006/relationships/notesMaster" Target="/ppt/notesMasters/notesMaster1.xml" Id="R8d84d0c8177a441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69b4d86a7574563" /><Relationship Type="http://schemas.openxmlformats.org/officeDocument/2006/relationships/notesMaster" Target="/ppt/notesMasters/notesMaster1.xml" Id="Rb4f52fa66da9421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ac5ee4d3b3b4468" /><Relationship Type="http://schemas.openxmlformats.org/officeDocument/2006/relationships/notesMaster" Target="/ppt/notesMasters/notesMaster1.xml" Id="Rd4ca059d70c94c1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26cb332cf4e4527" /><Relationship Type="http://schemas.openxmlformats.org/officeDocument/2006/relationships/notesMaster" Target="/ppt/notesMasters/notesMaster1.xml" Id="R49049e52cf41485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4f572806cd34ef4" /><Relationship Type="http://schemas.openxmlformats.org/officeDocument/2006/relationships/notesMaster" Target="/ppt/notesMasters/notesMaster1.xml" Id="R3f9dd55a126a4bb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edb2dd422cc45b5" /><Relationship Type="http://schemas.openxmlformats.org/officeDocument/2006/relationships/notesMaster" Target="/ppt/notesMasters/notesMaster1.xml" Id="R0c86057986b34ed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86bc093fdf744bd" /><Relationship Type="http://schemas.openxmlformats.org/officeDocument/2006/relationships/notesMaster" Target="/ppt/notesMasters/notesMaster1.xml" Id="R557f204fd0d746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Tolon_WE_Installation.Operating.Manual.ENG.v.2.0.0 (1) (3).pdf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Tolon_WE_Installation.Operating.Manual.ENG.v.2.0.0 (1) (3).pdf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Tolon_WE_Installation.Operating.Manual.ENG.v.2.0.0 (1) (3).pdf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Tolon_WE_Installation.Operating.Manual.ENG.v.2.0.0 (1) (3).pdf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Tolon_WE_Installation.Operating.Manual.ENG.v.2.0.0 (1) (3).pdf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Tolon_WE_Installation.Operating.Manual.ENG.v.2.0.0 (1) (3).pdf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Tolon_WE_Installation.Operating.Manual.ENG.v.2.0.0 (1) (3).pdf</a:t>
            </a:r>
          </a:p>
          <a:p xmlns:a="http://schemas.openxmlformats.org/drawingml/2006/main">
            <a:r>
              <a:t>- Evidence reference: Source page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Tolon_WE_Installation.Operating.Manual.ENG.v.2.0.0 (1) (3).pdf</a:t>
            </a:r>
          </a:p>
          <a:p xmlns:a="http://schemas.openxmlformats.org/drawingml/2006/main">
            <a:r>
              <a:t>- Evidence reference: Source page 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Tolon_WE_Installation.Operating.Manual.ENG.v.2.0.0 (1) (3).pdf</a:t>
            </a:r>
          </a:p>
          <a:p xmlns:a="http://schemas.openxmlformats.org/drawingml/2006/main">
            <a:r>
              <a:t>- Evidence reference: Source page 19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Tolon_WE_Installation.Operating.Manual.ENG.v.2.0.0 (1) (3).pdf</a:t>
            </a:r>
          </a:p>
          <a:p xmlns:a="http://schemas.openxmlformats.org/drawingml/2006/main">
            <a:r>
              <a:t>- Evidence reference: Source page 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Tolon_WE_Installation.Operating.Manual.ENG.v.2.0.0 (1) (3).pdf</a:t>
            </a:r>
          </a:p>
          <a:p xmlns:a="http://schemas.openxmlformats.org/drawingml/2006/main">
            <a:r>
              <a:t>- Evidence reference: Source page 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Tolon_WE_Installation.Operating.Manual.ENG.v.2.0.0 (1) (3).pdf</a:t>
            </a:r>
          </a:p>
          <a:p xmlns:a="http://schemas.openxmlformats.org/drawingml/2006/main">
            <a:r>
              <a:t>- Evidence reference: Source page 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Tolon_WE_Installation.Operating.Manual.ENG.v.2.0.0 (1) (3).pdf</a:t>
            </a:r>
          </a:p>
          <a:p xmlns:a="http://schemas.openxmlformats.org/drawingml/2006/main">
            <a:r>
              <a:t>- Evidence reference: Source page 60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Tolon_WE_Installation.Operating.Manual.ENG.v.2.0.0 (1) (3).pdf</a:t>
            </a:r>
          </a:p>
          <a:p xmlns:a="http://schemas.openxmlformats.org/drawingml/2006/main">
            <a:r>
              <a:t>- Evidence reference: Source page 70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Tolon_WE_Installation.Operating.Manual.ENG.v.2.0.0 (1) (3).pdf</a:t>
            </a:r>
          </a:p>
          <a:p xmlns:a="http://schemas.openxmlformats.org/drawingml/2006/main">
            <a:r>
              <a:t>- Evidence reference: Source page 80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Tolon_WE_Installation.Operating.Manual.ENG.v.2.0.0 (1) (3).pdf</a:t>
            </a:r>
          </a:p>
          <a:p xmlns:a="http://schemas.openxmlformats.org/drawingml/2006/main">
            <a:r>
              <a:t>- Evidence reference: Source page 90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Tolon_WE_Installation.Operating.Manual.ENG.v.2.0.0 (1) (3).pdf</a:t>
            </a:r>
          </a:p>
          <a:p xmlns:a="http://schemas.openxmlformats.org/drawingml/2006/main">
            <a:r>
              <a:t>- Evidence reference: Source page 100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Tolon_WE_Installation.Operating.Manual.ENG.v.2.0.0 (1) (3).pdf</a:t>
            </a:r>
          </a:p>
          <a:p xmlns:a="http://schemas.openxmlformats.org/drawingml/2006/main">
            <a:r>
              <a:t>- Evidence reference: Source page 111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Tolon_WE_Installation.Operating.Manual.ENG.v.2.0.0 (1) (3).pdf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207fcfe29349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2e497ea7611416d" /><Relationship Type="http://schemas.openxmlformats.org/officeDocument/2006/relationships/slideLayout" Target="/ppt/slideLayouts/slideLayout1.xml" Id="R66b8d4e2a3cf40c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b8d4e2a3cf40c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b68a254ad740a1" /><Relationship Type="http://schemas.openxmlformats.org/officeDocument/2006/relationships/image" Target="/ppt/media/image.jpeg" Id="R6567bf0064774782" /><Relationship Type="http://schemas.openxmlformats.org/officeDocument/2006/relationships/notesSlide" Target="/ppt/notesSlides/notesSlide1.xml" Id="Ra5bd091e9e78417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5af7eb97bc4baa" /><Relationship Type="http://schemas.openxmlformats.org/officeDocument/2006/relationships/notesSlide" Target="/ppt/notesSlides/notesSlide2.xml" Id="R9705384c6781437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24178a09884b7a" /><Relationship Type="http://schemas.openxmlformats.org/officeDocument/2006/relationships/notesSlide" Target="/ppt/notesSlides/notesSlide3.xml" Id="Rb0b763f0ca2546e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43497049c540d7" /><Relationship Type="http://schemas.openxmlformats.org/officeDocument/2006/relationships/notesSlide" Target="/ppt/notesSlides/notesSlide4.xml" Id="R12b769e26f974d0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1e3714a0ef47f9" /><Relationship Type="http://schemas.openxmlformats.org/officeDocument/2006/relationships/notesSlide" Target="/ppt/notesSlides/notesSlide5.xml" Id="Ra2f1d69d45024a6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a0b9120e2f4c7c" /><Relationship Type="http://schemas.openxmlformats.org/officeDocument/2006/relationships/notesSlide" Target="/ppt/notesSlides/notesSlide6.xml" Id="Rfc659d53b19c42f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e116115fdb4072" /><Relationship Type="http://schemas.openxmlformats.org/officeDocument/2006/relationships/image" Target="/ppt/media/image2.jpeg" Id="R7fdec3bccc5b41cb" /><Relationship Type="http://schemas.openxmlformats.org/officeDocument/2006/relationships/notesSlide" Target="/ppt/notesSlides/notesSlide7.xml" Id="R3ab12de09d544c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1be152da4a45e0" /><Relationship Type="http://schemas.openxmlformats.org/officeDocument/2006/relationships/image" Target="/ppt/media/image3.jpeg" Id="R9c6241edc9ce4b69" /><Relationship Type="http://schemas.openxmlformats.org/officeDocument/2006/relationships/notesSlide" Target="/ppt/notesSlides/notesSlide8.xml" Id="Rbdebd3db575340d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99b87bd6d04938" /><Relationship Type="http://schemas.openxmlformats.org/officeDocument/2006/relationships/image" Target="/ppt/media/image4.jpeg" Id="R4c4442f795aa4304" /><Relationship Type="http://schemas.openxmlformats.org/officeDocument/2006/relationships/notesSlide" Target="/ppt/notesSlides/notesSlide9.xml" Id="Rbf4dd4f915c1452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5b108c20174492" /><Relationship Type="http://schemas.openxmlformats.org/officeDocument/2006/relationships/image" Target="/ppt/media/image5.jpeg" Id="Rb739cd1802b3401f" /><Relationship Type="http://schemas.openxmlformats.org/officeDocument/2006/relationships/notesSlide" Target="/ppt/notesSlides/notesSlide10.xml" Id="R5b1a5a8ff2424af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2f81139ba24962" /><Relationship Type="http://schemas.openxmlformats.org/officeDocument/2006/relationships/image" Target="/ppt/media/image6.jpeg" Id="R56f248f75be84372" /><Relationship Type="http://schemas.openxmlformats.org/officeDocument/2006/relationships/notesSlide" Target="/ppt/notesSlides/notesSlide11.xml" Id="R5a01326b91ed4a2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792c6bb7084419" /><Relationship Type="http://schemas.openxmlformats.org/officeDocument/2006/relationships/image" Target="/ppt/media/image7.jpeg" Id="Rf62a6718401b48e3" /><Relationship Type="http://schemas.openxmlformats.org/officeDocument/2006/relationships/notesSlide" Target="/ppt/notesSlides/notesSlide12.xml" Id="R726c63fe8176465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a5ef779cba4e43" /><Relationship Type="http://schemas.openxmlformats.org/officeDocument/2006/relationships/image" Target="/ppt/media/image8.jpeg" Id="Re83f1a19539d40bf" /><Relationship Type="http://schemas.openxmlformats.org/officeDocument/2006/relationships/notesSlide" Target="/ppt/notesSlides/notesSlide13.xml" Id="Rce07774111bf456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14cc36fd6b4276" /><Relationship Type="http://schemas.openxmlformats.org/officeDocument/2006/relationships/image" Target="/ppt/media/image9.jpeg" Id="Rad3f0f287a954012" /><Relationship Type="http://schemas.openxmlformats.org/officeDocument/2006/relationships/notesSlide" Target="/ppt/notesSlides/notesSlide14.xml" Id="Rf4169a0c1fe841f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80cd2f30ab4296" /><Relationship Type="http://schemas.openxmlformats.org/officeDocument/2006/relationships/image" Target="/ppt/media/image10.jpeg" Id="Rda1b86abd3c54656" /><Relationship Type="http://schemas.openxmlformats.org/officeDocument/2006/relationships/notesSlide" Target="/ppt/notesSlides/notesSlide15.xml" Id="Radc31a37e21e4fb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14267aee5f475c" /><Relationship Type="http://schemas.openxmlformats.org/officeDocument/2006/relationships/image" Target="/ppt/media/image11.jpeg" Id="Rf83a925830d747e1" /><Relationship Type="http://schemas.openxmlformats.org/officeDocument/2006/relationships/notesSlide" Target="/ppt/notesSlides/notesSlide16.xml" Id="R815a58e21a53497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7f7cd4934c4fb9" /><Relationship Type="http://schemas.openxmlformats.org/officeDocument/2006/relationships/image" Target="/ppt/media/image12.jpeg" Id="Rd6a5210d4392446e" /><Relationship Type="http://schemas.openxmlformats.org/officeDocument/2006/relationships/notesSlide" Target="/ppt/notesSlides/notesSlide17.xml" Id="R0991ed75f53c429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75a74ffde6423f" /><Relationship Type="http://schemas.openxmlformats.org/officeDocument/2006/relationships/image" Target="/ppt/media/image13.jpeg" Id="R08ef663c27d54d27" /><Relationship Type="http://schemas.openxmlformats.org/officeDocument/2006/relationships/notesSlide" Target="/ppt/notesSlides/notesSlide18.xml" Id="Re37bd8ba3228424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0f1a3e63e24357" /><Relationship Type="http://schemas.openxmlformats.org/officeDocument/2006/relationships/notesSlide" Target="/ppt/notesSlides/notesSlide19.xml" Id="R26b0ee76c95d4b6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591052-8203-47E5-A56F-DA5B5C509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TOLON • WASHER MANUALS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A1AA3D-1AD5-48D9-B040-03ECCD1E4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552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TOLON Washer Installation &amp; Operation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07B5B4-438E-4C05-B25F-6B10D7036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5524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TWE10 through TWE110 installation-operating manual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F53479-C402-480F-8FCF-A4B7F4429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2450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67bf0064774782"/>
          <a:stretch xmlns:a="http://schemas.openxmlformats.org/drawingml/2006/main"/>
        </p:blipFill>
        <p:spPr>
          <a:xfrm xmlns:a="http://schemas.openxmlformats.org/drawingml/2006/main">
            <a:off x="7184352" y="590550"/>
            <a:ext cx="3690697" cy="52197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6C237E-B671-425E-BB42-253F3F31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SAJJAD ENGINEERING ACADEMY</a:t>
            </a:r>
          </a:p>
        </p:txBody>
      </p:sp>
    </p:spTree>
    <p:extLst>
      <p:ext uri="{BB962C8B-B14F-4D97-AF65-F5344CB8AC3E}">
        <p14:creationId xmlns:p14="http://schemas.microsoft.com/office/powerpoint/2010/main" val="10214791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C84249-2C3A-4877-85D3-B13658745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TOLON • WASHER MANUALS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DB7FD0-09E3-4019-89E8-2AB3E44FB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Source to practice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739778-9392-45AD-99D7-054296875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9E2E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9E2EC"/>
                </a:solidFill>
                <a:latin typeface="Arial"/>
                <a:ea typeface="Arial"/>
                <a:cs typeface="Arial"/>
              </a:rPr>
              <a:t>Evidence, interpretation and technician application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7095D3-5E56-4744-9014-86B74B5CA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552450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2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766549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B80604-D490-464F-A64B-1A10572E0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KEY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D3B3AF-C260-4AC8-89EB-13C48F81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controlled technical reference for safe maintenance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E6A291-79EB-490F-AE6A-B2511C9B3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0"/>
            <a:ext cx="35718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472731-EB50-4354-894A-8D4AF9B5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304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111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6E5D49-F25E-4362-836A-FE95DB2B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67200"/>
            <a:ext cx="304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pages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7F1B3A-F1F5-4FCA-83CC-FC16D577D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71750"/>
            <a:ext cx="35718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B43E5D-C3D4-4E1B-8642-49AFC1FE4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048000"/>
            <a:ext cx="304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TWE10-110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21AD9C-3226-42B1-82F0-0F1312EEC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267200"/>
            <a:ext cx="304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Covered model range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D53DCE-E683-428A-A7CB-0946E874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71750"/>
            <a:ext cx="35718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AFC56D-7CE6-4CFD-ADC0-FD3E62E08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48000"/>
            <a:ext cx="304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Install + Run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FB25F8-D280-487E-95F8-1C4CEAE5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267200"/>
            <a:ext cx="304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Lifecycle scope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B230BE-7E9D-4326-B31D-0BFFEDAB3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017037-587B-4B0C-8667-6E3DDD68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6019B6-AB73-4873-A994-D92606A4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498769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D96B76-D192-4934-99F9-9A0657428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TECHNICAL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74E2D5-F7DC-4C28-AAD4-4DC2FF75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Use the manual as a machine-specific working reference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D805CF-0437-4256-AED2-8C76E3FE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Verify foundations, anchoring, utilities and service clearances.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Identify exterior components before commissioning.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96DBD7-79A4-49ED-B248-5299C81FE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976A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FF2E84-CB6F-4122-A53B-B56CC966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Complete safety and pre-operation checks.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Retain setup values and commissioning evidence.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AC66CD-72BB-4B52-9949-01B91D514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97505D-4397-4C7C-851C-0633B601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CE5BB9-880E-46F8-BDE8-CE2465500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158823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18AAEC-0439-4DCF-87BA-270EC18B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TECHNICAL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CD721D-5998-425F-880E-2D3D84F3E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Apply a consistent safe-work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B24353-4C10-4124-8335-4B89D22F4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Confirm machine identity, model and document revision.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Isolate all energy sources and prove a safe state before access.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98ABCE-71C6-4913-A265-6EDE41AFD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976A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3438F0-1567-4146-8E79-4377396A5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Inspect, measure and diagnose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Function-test safeguards and record the completed work.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DA2DFD-6B7F-4106-9A89-12463D03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B7AAFC-0776-4DCD-A715-97954F595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C1B2ED-160D-46D0-8F8F-2D5BC95C1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2588612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6A5AD3-99DF-447C-8038-56F613B75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TECHNICAL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BEB0C2-FE14-4177-82FC-FED01A7A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Parts and settings require configuration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306287-956B-4240-BE01-F8E114F3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Record original settings and connections before adjustment.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Use exact part numbers or approved supersessions.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4B19EF-4115-4FB2-8EDF-08C3AF85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976A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7BB842-2860-4460-8407-176A2D4E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Preserve firmware, program and parameter backups where applicable.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Update the maintenance history after each intervention.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43B1F5-39A8-423E-98E9-1CD9F6116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B0F59E-0CB9-4C45-8EB0-8895D086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145511-CBCA-4831-BF53-0156DE06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387821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1F9DEB-319C-4AFB-ACBA-83840CAD9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82FC91-DCB7-4312-A12C-13D2356F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26AAD4-2C61-469F-AF5D-EF4AFDA0E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dec3bccc5b41cb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ED898A-A35E-48F7-BA24-DDDD95F11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D55BFC-320E-4083-AB6A-24ABAF183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81572B-025A-4C8B-9FFE-9ED23B527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D0082D-6227-4562-8871-5E81AC1D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95EB83-EE06-494D-90F3-DC44FECC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7257818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2E760-2DA2-4E7A-A72E-4C9E1F7F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56DA6B-4CBA-4AB9-813D-8C4813FA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5C7A9E-66A2-4841-94D1-8CC7D9441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241edc9ce4b69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8CB609-6D34-4D76-92B0-25BE3578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B37AE2-838E-4D07-947D-98C2AEDA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107648-8340-4359-8776-257D9EEC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273AF3-08D9-4FEC-A2FB-7E9542532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9CC16B-E39B-4B11-8FFD-2B90C62E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068042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96884C-F450-457F-9D2C-FC68A8726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20019D-2024-4AC3-A51D-2C4E91E9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0DF327-7016-43A5-B494-EAE71270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4442f795aa4304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2CF9CE-22A3-48ED-B4D9-71CDEDF0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40C72F-4AD1-43CB-A3F7-687D70A56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B0797F-8A03-4530-89BE-F79E74C02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555C33-D21A-4B37-B184-9599BFFD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212FF4-57C2-467A-BAD8-4BED8F87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882001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6011E3-0980-4E0B-A61F-7705676DD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CEAA50-9DAE-4DB8-9924-32C733B4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EF89B9-CE6F-4B87-8701-B08ACA8D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39cd1802b3401f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2D2ADC-1364-44BD-8C24-514125264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B66B6A-DF98-4D38-A72A-6DFE8A16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4C0AFA-5571-42E2-B39B-5D15823DA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D86324-7B6D-4A76-93DE-53FDFF9AF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D3A318-CA19-40ED-A941-A1F479F0C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258920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5CEA75-514A-4C07-A53E-4076C051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954DDF-74AB-4E5F-B2D6-1AFBAC7AE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E0BF1E-B277-4AF3-A329-4311277FA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f248f75be84372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35E033-CAA7-4097-AD14-6A2AFBC8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A9D724-6E0E-4E58-AACA-0A33F0305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903A37-E6F2-4E80-BC54-2755D4F6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31A6BC-51F9-4D31-AF37-B14D6FDC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F45178-38D2-49EB-AEED-14EFF29E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9136417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26622E-1044-4EB7-A880-797D1805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BD4375-6DD3-4307-B020-3161C6632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19113C-B6FE-4572-A9A4-FD75F9528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2a6718401b48e3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07192C-B8B2-43CE-9C00-6E955D92D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50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92BF6A-8DBC-46DC-A8CA-434A0806D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9A800F-5097-4929-9115-BA9ABB7E4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F54A54-FEB2-48B1-AB02-39DFFFB3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40F86A-19C5-48AB-97C9-F1FE6610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71613453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6CF9D7-40D0-4620-9B2D-B878C0436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4FCC24-7D1F-481C-AA53-C596EA57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D71C94-5AFE-4DF3-AE6A-7532B38B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f1a19539d40bf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20072A-1F1C-437A-A7FA-7B4AD1485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60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E34172-4090-41A4-8DCB-275DCB14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AB20ED-A254-4483-83BA-8CD10BEB0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D75EB1-F3D8-4944-9C37-77820846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933615-A97F-462B-A08E-B02D387C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41274139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01744B-9DC0-40BA-AD92-4CEE9325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A3B661-04D2-4BF7-A5D3-C6EBBB9F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E0F31F-4D57-4191-843A-27759AE63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3f0f287a954012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E014BF-4DB8-4EFA-8829-154D8C02D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70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1B48C3-5C00-41A2-AA3D-F632B42B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6CF6BF-9EE1-49AB-9678-A434BA8A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ABCE6A-0827-4ED2-857A-DD749426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4359F7-3EE6-4697-BA4B-FAB6656C1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0254725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D02000-A7F8-44C0-8823-7643A94A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9FA33C-7DDE-49B1-BDC9-D6E013740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2C30A1-EAD7-4411-AFF7-7B0A6874C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1b86abd3c54656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40C384-806C-4A20-8E63-8AC0191A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80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59729A-D80C-4D30-8987-C7D41E42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71666B-2314-4B52-82F6-7D1634992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753FF3-A860-4313-82CB-2960C6F4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D92C50-B289-4324-B2BA-E4863777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39720276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0D8545-6D16-4A7D-8ED3-4F29A0FED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03C05A-CA84-4A6F-9C9F-2589D3D56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363497-0CD9-4C3D-832E-CE0C29A0F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3a925830d747e1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073F83-A739-4545-A049-8A414B21D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90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9EB8A3-DB32-401E-9D50-9AC6606A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663F0B-2B4D-4A7C-B310-70A78EB3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56C5E0-CA0E-4206-8E45-14BF92316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E8F535-6C79-4754-BADC-E28DD8EA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79978244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3F8435-12D2-46EF-88F9-DB339A1B3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4F7591-5612-4F3C-86D8-9D2BC914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4A8360-5D19-4E7E-82E7-2D49A5F2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a5210d4392446e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D37AF0-0BB3-4B64-8E3A-F646F809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233A7D-EBE3-43DF-8DAD-A264744C9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4F84E6-6BE7-48B5-97D3-6A50AC18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76E676-4576-4147-BCC4-8DFB8F329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A49C10-7F4E-4287-839F-D52871CA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40581704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81400D-1843-441F-9A86-25528A73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C41D16-9AB6-4F87-85E7-FE4A418D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3C6633-8288-4416-B1D6-92EDFD33A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ef663c27d54d27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A7CEA7-3A95-4F7B-880C-88A4C302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11C302-B1EF-413F-AEBD-57EDC7FFF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44AC09-0049-4066-9DCD-6767C5A22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F2BC6E-A9D4-4BCE-ABA4-CCA6D8E86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EBAB63-7AFB-4302-AA7B-DD884C95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95291151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B617D8-5AA8-46A8-A564-D3373A93A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A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976A3"/>
                </a:solidFill>
                <a:latin typeface="Arial"/>
                <a:ea typeface="Arial"/>
                <a:cs typeface="Arial"/>
              </a:rPr>
              <a:t>COMPETENCY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96E83F-37C1-4870-AB36-E6D22CD17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What technicians must retain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000048-A01F-494D-A228-57407803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Identify the correct controlled source before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Verify readings, configuration and acceptance criteria.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685367-CF1A-4CAB-A7A8-3220DF22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976A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618B1B-85CA-439D-B4E0-1498FBE6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Preserve evidence and escalate unresolved deviations.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Complete safe isolation, functional testing and handover records.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2F2C63-2379-43D8-97DF-39E7CB72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71C695-CF99-4BA7-A91D-4AC01FB7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Washer Manuals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4D95AE-BBD1-4857-912A-951A1C368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135655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2026-08-15T02:15:58.8630000Z</dcterms:created>
  <dcterms:modified xsi:type="dcterms:W3CDTF">2026-08-15T02:15:58.8630000Z</dcterms:modified>
</coreProperties>
</file>