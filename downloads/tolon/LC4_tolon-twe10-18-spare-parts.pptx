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87a4048ef4c89" /><Relationship Type="http://schemas.openxmlformats.org/officeDocument/2006/relationships/extended-properties" Target="/docProps/app.xml" Id="R13e1f61ee8de4456" /><Relationship Type="http://schemas.openxmlformats.org/officeDocument/2006/relationships/officeDocument" Target="/ppt/presentation.xml" Id="Rb02c6517b14e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eb22b76ad493b"/>
  </p:sldMasterIdLst>
  <p:notesMasterIdLst>
    <p:notesMasterId xmlns:r="http://schemas.openxmlformats.org/officeDocument/2006/relationships" r:id="R7abd718e278a418d"/>
  </p:notesMasterIdLst>
  <p:sldIdLst>
    <p:sldId xmlns:r="http://schemas.openxmlformats.org/officeDocument/2006/relationships" id="256" r:id="R7ea0d37f911b473b"/>
    <p:sldId xmlns:r="http://schemas.openxmlformats.org/officeDocument/2006/relationships" id="257" r:id="R81d611f0461f45f3"/>
    <p:sldId xmlns:r="http://schemas.openxmlformats.org/officeDocument/2006/relationships" id="258" r:id="R055db0b878d646bf"/>
    <p:sldId xmlns:r="http://schemas.openxmlformats.org/officeDocument/2006/relationships" id="259" r:id="R855cce11c3684ce0"/>
    <p:sldId xmlns:r="http://schemas.openxmlformats.org/officeDocument/2006/relationships" id="260" r:id="R792d330435af4482"/>
    <p:sldId xmlns:r="http://schemas.openxmlformats.org/officeDocument/2006/relationships" id="261" r:id="Rf77c1c8b97a04a47"/>
    <p:sldId xmlns:r="http://schemas.openxmlformats.org/officeDocument/2006/relationships" id="262" r:id="R7a15ab6ca8b64d43"/>
    <p:sldId xmlns:r="http://schemas.openxmlformats.org/officeDocument/2006/relationships" id="263" r:id="R27c15fe159824ca6"/>
    <p:sldId xmlns:r="http://schemas.openxmlformats.org/officeDocument/2006/relationships" id="264" r:id="Re95716aa93f54c8f"/>
    <p:sldId xmlns:r="http://schemas.openxmlformats.org/officeDocument/2006/relationships" id="265" r:id="R34cd43dedf004c4e"/>
    <p:sldId xmlns:r="http://schemas.openxmlformats.org/officeDocument/2006/relationships" id="266" r:id="Reb6ddd90a5ad4e66"/>
    <p:sldId xmlns:r="http://schemas.openxmlformats.org/officeDocument/2006/relationships" id="267" r:id="Rb598fcb64b7b4855"/>
    <p:sldId xmlns:r="http://schemas.openxmlformats.org/officeDocument/2006/relationships" id="268" r:id="R013f97f25b984f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000f956c34858" /><Relationship Type="http://schemas.openxmlformats.org/officeDocument/2006/relationships/slideMaster" Target="/ppt/slideMasters/slideMaster1.xml" Id="R1d7eb22b76ad493b" /><Relationship Type="http://schemas.openxmlformats.org/officeDocument/2006/relationships/notesMaster" Target="/ppt/notesMasters/notesMaster1.xml" Id="R7abd718e278a418d" /><Relationship Type="http://schemas.openxmlformats.org/officeDocument/2006/relationships/presProps" Target="/ppt/presProps.xml" Id="Raae9e7ac1cc14228" /><Relationship Type="http://schemas.openxmlformats.org/officeDocument/2006/relationships/tableStyles" Target="/ppt/tableStyles.xml" Id="R12d04de0437c4095" /><Relationship Type="http://schemas.openxmlformats.org/officeDocument/2006/relationships/slide" Target="/ppt/slides/slide1.xml" Id="R7ea0d37f911b473b" /><Relationship Type="http://schemas.openxmlformats.org/officeDocument/2006/relationships/slide" Target="/ppt/slides/slide2.xml" Id="R81d611f0461f45f3" /><Relationship Type="http://schemas.openxmlformats.org/officeDocument/2006/relationships/slide" Target="/ppt/slides/slide3.xml" Id="R055db0b878d646bf" /><Relationship Type="http://schemas.openxmlformats.org/officeDocument/2006/relationships/slide" Target="/ppt/slides/slide4.xml" Id="R855cce11c3684ce0" /><Relationship Type="http://schemas.openxmlformats.org/officeDocument/2006/relationships/slide" Target="/ppt/slides/slide5.xml" Id="R792d330435af4482" /><Relationship Type="http://schemas.openxmlformats.org/officeDocument/2006/relationships/slide" Target="/ppt/slides/slide6.xml" Id="Rf77c1c8b97a04a47" /><Relationship Type="http://schemas.openxmlformats.org/officeDocument/2006/relationships/slide" Target="/ppt/slides/slide7.xml" Id="R7a15ab6ca8b64d43" /><Relationship Type="http://schemas.openxmlformats.org/officeDocument/2006/relationships/slide" Target="/ppt/slides/slide8.xml" Id="R27c15fe159824ca6" /><Relationship Type="http://schemas.openxmlformats.org/officeDocument/2006/relationships/slide" Target="/ppt/slides/slide9.xml" Id="Re95716aa93f54c8f" /><Relationship Type="http://schemas.openxmlformats.org/officeDocument/2006/relationships/slide" Target="/ppt/slides/slide10.xml" Id="R34cd43dedf004c4e" /><Relationship Type="http://schemas.openxmlformats.org/officeDocument/2006/relationships/slide" Target="/ppt/slides/slide11.xml" Id="Reb6ddd90a5ad4e66" /><Relationship Type="http://schemas.openxmlformats.org/officeDocument/2006/relationships/slide" Target="/ppt/slides/slide12.xml" Id="Rb598fcb64b7b4855" /><Relationship Type="http://schemas.openxmlformats.org/officeDocument/2006/relationships/slide" Target="/ppt/slides/slide13.xml" Id="R013f97f25b98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7c0c82ec41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31c7aff0e40ff" /><Relationship Type="http://schemas.openxmlformats.org/officeDocument/2006/relationships/notesMaster" Target="/ppt/notesMasters/notesMaster1.xml" Id="R3686c5c8ebdc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a53fc6c9be4331" /><Relationship Type="http://schemas.openxmlformats.org/officeDocument/2006/relationships/notesMaster" Target="/ppt/notesMasters/notesMaster1.xml" Id="Rfeca4d3ba96949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eb29645af4a61" /><Relationship Type="http://schemas.openxmlformats.org/officeDocument/2006/relationships/notesMaster" Target="/ppt/notesMasters/notesMaster1.xml" Id="R25be8bd0094e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0c2960960f4d13" /><Relationship Type="http://schemas.openxmlformats.org/officeDocument/2006/relationships/notesMaster" Target="/ppt/notesMasters/notesMaster1.xml" Id="Rec44f73ceb93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7b913ca934e5d" /><Relationship Type="http://schemas.openxmlformats.org/officeDocument/2006/relationships/notesMaster" Target="/ppt/notesMasters/notesMaster1.xml" Id="Rc9f3177b818344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9fd76a5dc84fff" /><Relationship Type="http://schemas.openxmlformats.org/officeDocument/2006/relationships/notesMaster" Target="/ppt/notesMasters/notesMaster1.xml" Id="R1fdf126b864e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f6ceac08f54b55" /><Relationship Type="http://schemas.openxmlformats.org/officeDocument/2006/relationships/notesMaster" Target="/ppt/notesMasters/notesMaster1.xml" Id="R75dc853a1c1d48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24465bf204793" /><Relationship Type="http://schemas.openxmlformats.org/officeDocument/2006/relationships/notesMaster" Target="/ppt/notesMasters/notesMaster1.xml" Id="R91f1985be2c54e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1e0ef2e1d4439" /><Relationship Type="http://schemas.openxmlformats.org/officeDocument/2006/relationships/notesMaster" Target="/ppt/notesMasters/notesMaster1.xml" Id="R25e106398c7c41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746c215b6e4590" /><Relationship Type="http://schemas.openxmlformats.org/officeDocument/2006/relationships/notesMaster" Target="/ppt/notesMasters/notesMaster1.xml" Id="R93601bf19b0d4c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3d5e8a0bbb4fdd" /><Relationship Type="http://schemas.openxmlformats.org/officeDocument/2006/relationships/notesMaster" Target="/ppt/notesMasters/notesMaster1.xml" Id="Rdb76d82d2fb74c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a21d465ce04ec0" /><Relationship Type="http://schemas.openxmlformats.org/officeDocument/2006/relationships/notesMaster" Target="/ppt/notesMasters/notesMaster1.xml" Id="R6cfb904927ea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62504fa4ce4f6a" /><Relationship Type="http://schemas.openxmlformats.org/officeDocument/2006/relationships/notesMaster" Target="/ppt/notesMasters/notesMaster1.xml" Id="R608991b43d5b4f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WE10.WE15.WE18.Spare Parts List v.1.2.1.ENG (3).pdf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b6cef7ca746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941ee573047a5" /><Relationship Type="http://schemas.openxmlformats.org/officeDocument/2006/relationships/slideLayout" Target="/ppt/slideLayouts/slideLayout1.xml" Id="R743f4018d58e4d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3f4018d58e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55ce18264ce9" /><Relationship Type="http://schemas.openxmlformats.org/officeDocument/2006/relationships/image" Target="/ppt/media/image.jpeg" Id="R8834027a4441478c" /><Relationship Type="http://schemas.openxmlformats.org/officeDocument/2006/relationships/notesSlide" Target="/ppt/notesSlides/notesSlide1.xml" Id="R77688accb79b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bb5116deb43ec" /><Relationship Type="http://schemas.openxmlformats.org/officeDocument/2006/relationships/notesSlide" Target="/ppt/notesSlides/notesSlide2.xml" Id="Rd83f6f070f71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2fdb480fa4eca" /><Relationship Type="http://schemas.openxmlformats.org/officeDocument/2006/relationships/notesSlide" Target="/ppt/notesSlides/notesSlide3.xml" Id="R26ffded0476c4b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1acfa2b847e2" /><Relationship Type="http://schemas.openxmlformats.org/officeDocument/2006/relationships/notesSlide" Target="/ppt/notesSlides/notesSlide4.xml" Id="Rb0f5e5c23c7a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41432a8f742d9" /><Relationship Type="http://schemas.openxmlformats.org/officeDocument/2006/relationships/notesSlide" Target="/ppt/notesSlides/notesSlide5.xml" Id="R70a595ec0404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5e72edf4b4c62" /><Relationship Type="http://schemas.openxmlformats.org/officeDocument/2006/relationships/notesSlide" Target="/ppt/notesSlides/notesSlide6.xml" Id="R4bd78cce777e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345aaa0e64535" /><Relationship Type="http://schemas.openxmlformats.org/officeDocument/2006/relationships/image" Target="/ppt/media/image2.jpeg" Id="R4ef15349751f4b86" /><Relationship Type="http://schemas.openxmlformats.org/officeDocument/2006/relationships/notesSlide" Target="/ppt/notesSlides/notesSlide7.xml" Id="R469c174e02e745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975ee211547a9" /><Relationship Type="http://schemas.openxmlformats.org/officeDocument/2006/relationships/image" Target="/ppt/media/image3.jpeg" Id="Ra41b714f66944030" /><Relationship Type="http://schemas.openxmlformats.org/officeDocument/2006/relationships/notesSlide" Target="/ppt/notesSlides/notesSlide8.xml" Id="Re6859c188ef4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ce67349b54217" /><Relationship Type="http://schemas.openxmlformats.org/officeDocument/2006/relationships/image" Target="/ppt/media/image4.jpeg" Id="Re9658af26e144c9e" /><Relationship Type="http://schemas.openxmlformats.org/officeDocument/2006/relationships/notesSlide" Target="/ppt/notesSlides/notesSlide9.xml" Id="R56c95732da94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2e1928cf4028" /><Relationship Type="http://schemas.openxmlformats.org/officeDocument/2006/relationships/image" Target="/ppt/media/image5.jpeg" Id="R195b6dc3ef5e479c" /><Relationship Type="http://schemas.openxmlformats.org/officeDocument/2006/relationships/notesSlide" Target="/ppt/notesSlides/notesSlide10.xml" Id="R48b49c48e6794a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56b5b3b0a423a" /><Relationship Type="http://schemas.openxmlformats.org/officeDocument/2006/relationships/image" Target="/ppt/media/image6.jpeg" Id="R16a162cc7c334e8a" /><Relationship Type="http://schemas.openxmlformats.org/officeDocument/2006/relationships/notesSlide" Target="/ppt/notesSlides/notesSlide11.xml" Id="Rd679fde81fc442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90f81feb74378" /><Relationship Type="http://schemas.openxmlformats.org/officeDocument/2006/relationships/image" Target="/ppt/media/image7.jpeg" Id="R391eeeaff55d4dee" /><Relationship Type="http://schemas.openxmlformats.org/officeDocument/2006/relationships/notesSlide" Target="/ppt/notesSlides/notesSlide12.xml" Id="Rc3e63ed31523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3019d34be4434" /><Relationship Type="http://schemas.openxmlformats.org/officeDocument/2006/relationships/notesSlide" Target="/ppt/notesSlides/notesSlide13.xml" Id="R423c5d16ac774f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B7E78-1851-48D2-8132-3EEF5D2C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B3AD-C6DC-4FD6-AC9C-A82E1F7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TWE10 / TWE15 / TWE18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488F9-9ACC-406F-BD19-A020CB4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Small 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04734-61C1-4368-AAFE-EF4BA4E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4027a4441478c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7C1F5-7957-4FE7-BEAB-7382097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982688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B8B4C-B4A3-454D-B9EA-3A8643D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BD2E-F477-4973-9AA4-2AF6AF4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44E02-0528-425F-9CB9-B63703B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176C9-F986-4A8E-AC21-4637692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4456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DBE2B-28FB-47DA-B34D-13CEE227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A4BF2-BE42-496B-B64F-5E1DBDCE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A40ED-3341-4CB0-9443-AD90A98F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E4DDC-9961-4210-94AC-0907226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B5CD3-7DF7-4008-BF51-7012915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Covered washer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2DE13-28F7-4DAF-9313-FDA3767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E2AC3-93D6-458C-A5B4-593FBAFB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v1.2.1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97B78-80B1-4106-A583-8EF4C2C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DCA85-3F14-46AD-A7F3-5DE7695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7DF0C-2C45-445A-8B59-60B77DC7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7ABEE-63A2-4429-82E8-65523D06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A419-3B5C-44F3-AB89-ED842C90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1BCEE-AF09-4172-BFCD-109EA41B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467F9-278D-4D0A-AEAB-61D84912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6406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5165E-1F7A-4A69-A6BD-85FC8EBD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A5100-032E-4BE0-A076-58B6298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9E437-705E-4D2D-913A-9E39A7F3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Distinguish model-specific parts before ordering.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serial and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CBA2C-9804-485D-90B8-EDD06C8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4200D-B007-471B-BD07-631AECB4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exploded views for physical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supersessions and installed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72807-3E37-4AE7-B004-0F29B7A1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3546F-578D-4933-9332-BB6879D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E0D06-0084-41C5-9F2B-FEBDC2A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7885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B4150-7990-4011-B842-FE894BB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B7BB3-D93B-451B-8D7B-84626255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C9317-CA14-4D9F-AEB9-DC391723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BEFE-BDF4-46BE-A54C-5089AEE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C0694-D123-4166-80B8-45E74AE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E40C-D2AB-44D3-A79F-6A357E68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0FE63-63B4-4791-AA82-E8DC77B8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2EEBA-73C5-4914-A171-EC1CF540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5012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6B58D-4528-482E-B7F4-3A8178D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CEF3-8A9F-4A01-8557-C0A11FB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72CE0-5F99-4752-8007-643361FD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D22F-F1BC-4763-B89E-31AEF474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F77DA-894B-4435-9FBA-1314F30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B5A43-70C4-495B-B478-B94A629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9C374-F45C-4F45-84F9-099062D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D6F27-AB62-4A5B-A2E5-1072CCA3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0432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D9650-2158-4CE7-BC06-F040F06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7D47F-6D06-4A93-9396-0A51E2E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254AB-E4EA-482E-BF96-3B35338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15349751f4b8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C1C51-4211-4C1F-A086-262BF44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37338-8702-45E8-99D5-FF1E5829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EC082-C178-48A6-B824-525EF8FA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690EB-7C26-41B7-A9A2-76F1C4D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191E0-EA68-48A1-AA98-7BEBA217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4803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DE64E-5B49-48F1-BBB1-5105899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458A-7AD6-4FFC-ABBA-495CF93D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5E21B-3587-4A10-848B-E54FA3D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b714f6694403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E64FB-2F9D-419F-855B-5CDB5641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9924A-548F-4462-858C-178D99D4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D3372-D439-43F3-B494-D073698E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9F7EC-2DC6-4550-A456-9D3EC451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3AEA8-2462-43D3-A910-EEADE14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7081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BAC2A-99A4-4A0D-8A23-B77CA34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DE4FE-E393-4A33-898B-9BADF237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97945-65CF-4611-B822-21819BC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58af26e144c9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9B582-CCE5-4299-A061-87A87DE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270B4-9599-4D8E-9D17-FCA2DF2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EA358-5E86-44FE-8798-04652876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B660B-8946-4B0E-AD92-91DF6AE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1EFD8-B1D0-4AF3-83EC-838FA86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8828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084AE-CBA3-4C1E-8F55-14AF4DB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EB2CF-167F-4B94-8707-441E47B2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AE449-6AE3-4ACC-9EE6-0B22C4B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b6dc3ef5e479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3F13D-25AC-48D7-A347-040D4B5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E5AA-B4D0-4674-95D4-8EFDAB39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10141-5CE7-4E55-98D6-980132AF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A0AFA-AE6B-4200-AD0B-2A032A9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E6DA8-B81A-4433-A537-4D72239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0567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233F-3D50-45E9-9D58-2ED0E5F8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544D2-988E-4C3F-AD8D-A51D7FFE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4A44A-6C99-4456-B1C4-0F26478C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162cc7c334e8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87953-9E74-457E-8094-1F4982C0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E61C6-203B-4F7A-8FFA-7F598A2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7C424-6D17-45DE-BDBD-D7AAF8C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EEC98-B6D4-4F55-B918-26D273E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538BE-5FD2-4EC7-8CBC-43F2B8E8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31046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CE4AA-75E6-4A6E-80AC-B09C12F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E20AE-F23C-4659-AFFB-02F5BDC0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848AE-5EF4-4C45-8B16-7688ABC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eeeaff55d4de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28A38-EC58-420C-B28B-835ABAF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168F5-38B2-433F-B5D0-23278AD6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5ABE-4DC6-4F1D-B29A-2E3D0FD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30AF8-F068-4C0F-8994-0F9ED6B2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60FD9-BE3A-4C0F-A5A9-1EDE2A2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2112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79517-EDDB-48FC-AFC6-753030A6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D8002-24D4-47F3-8009-ECDC4DF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AC0F-7E06-4ACC-B9D7-2F72795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00F60-B4E8-4AD3-B1AE-FEEBAC6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1953B-89E1-4B8B-8D4D-83358BB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3DA43-5CC2-4FAA-9976-28AC9D15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1729-42F8-47AA-80FE-7F7E32C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ABBD1-517A-464A-9A2D-A10C21D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5273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2026-08-15T02:16:01.9560000Z</dcterms:created>
  <dcterms:modified xsi:type="dcterms:W3CDTF">2026-08-15T02:16:01.9560000Z</dcterms:modified>
</coreProperties>
</file>