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0d7b1894364868" /><Relationship Type="http://schemas.openxmlformats.org/officeDocument/2006/relationships/extended-properties" Target="/docProps/app.xml" Id="R297d5a5a3a0549b9" /><Relationship Type="http://schemas.openxmlformats.org/officeDocument/2006/relationships/officeDocument" Target="/ppt/presentation.xml" Id="Rcab3c7354d0e4f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cae9ce091b4d7d"/>
  </p:sldMasterIdLst>
  <p:notesMasterIdLst>
    <p:notesMasterId xmlns:r="http://schemas.openxmlformats.org/officeDocument/2006/relationships" r:id="R5756c7331ee04c96"/>
  </p:notesMasterIdLst>
  <p:sldIdLst>
    <p:sldId xmlns:r="http://schemas.openxmlformats.org/officeDocument/2006/relationships" id="256" r:id="Reb2e9c5bb91844d0"/>
    <p:sldId xmlns:r="http://schemas.openxmlformats.org/officeDocument/2006/relationships" id="257" r:id="Rd6b1f54efc70423c"/>
    <p:sldId xmlns:r="http://schemas.openxmlformats.org/officeDocument/2006/relationships" id="258" r:id="Rb23cc797891d4a28"/>
    <p:sldId xmlns:r="http://schemas.openxmlformats.org/officeDocument/2006/relationships" id="259" r:id="R991f4379606942ea"/>
    <p:sldId xmlns:r="http://schemas.openxmlformats.org/officeDocument/2006/relationships" id="260" r:id="R6a71ab0de7c842dd"/>
    <p:sldId xmlns:r="http://schemas.openxmlformats.org/officeDocument/2006/relationships" id="261" r:id="Rf0f8f1b51e894199"/>
    <p:sldId xmlns:r="http://schemas.openxmlformats.org/officeDocument/2006/relationships" id="262" r:id="Rab6b5573eb174ac4"/>
    <p:sldId xmlns:r="http://schemas.openxmlformats.org/officeDocument/2006/relationships" id="263" r:id="Rfb39bdcecde1463d"/>
    <p:sldId xmlns:r="http://schemas.openxmlformats.org/officeDocument/2006/relationships" id="264" r:id="Rcce424c0789d4be5"/>
    <p:sldId xmlns:r="http://schemas.openxmlformats.org/officeDocument/2006/relationships" id="265" r:id="R6b7b97e6028b4c97"/>
    <p:sldId xmlns:r="http://schemas.openxmlformats.org/officeDocument/2006/relationships" id="266" r:id="Rc96b693c3dd54e43"/>
    <p:sldId xmlns:r="http://schemas.openxmlformats.org/officeDocument/2006/relationships" id="267" r:id="Rf2ee1df37da14a42"/>
    <p:sldId xmlns:r="http://schemas.openxmlformats.org/officeDocument/2006/relationships" id="268" r:id="R0fdcaa85f401495a"/>
    <p:sldId xmlns:r="http://schemas.openxmlformats.org/officeDocument/2006/relationships" id="269" r:id="R382e2d3a736b43c8"/>
    <p:sldId xmlns:r="http://schemas.openxmlformats.org/officeDocument/2006/relationships" id="270" r:id="R08ef3ddc9fbc4586"/>
    <p:sldId xmlns:r="http://schemas.openxmlformats.org/officeDocument/2006/relationships" id="271" r:id="Rd1bebee61945458d"/>
    <p:sldId xmlns:r="http://schemas.openxmlformats.org/officeDocument/2006/relationships" id="272" r:id="R1ee82d07eb9f453f"/>
    <p:sldId xmlns:r="http://schemas.openxmlformats.org/officeDocument/2006/relationships" id="273" r:id="R6a3e08ef08764657"/>
    <p:sldId xmlns:r="http://schemas.openxmlformats.org/officeDocument/2006/relationships" id="274" r:id="R0654b17cde6f41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dd13cd1822f4a89" /><Relationship Type="http://schemas.openxmlformats.org/officeDocument/2006/relationships/slideMaster" Target="/ppt/slideMasters/slideMaster1.xml" Id="R54cae9ce091b4d7d" /><Relationship Type="http://schemas.openxmlformats.org/officeDocument/2006/relationships/notesMaster" Target="/ppt/notesMasters/notesMaster1.xml" Id="R5756c7331ee04c96" /><Relationship Type="http://schemas.openxmlformats.org/officeDocument/2006/relationships/presProps" Target="/ppt/presProps.xml" Id="Rd636996c81734965" /><Relationship Type="http://schemas.openxmlformats.org/officeDocument/2006/relationships/tableStyles" Target="/ppt/tableStyles.xml" Id="R891989f6ae764d67" /><Relationship Type="http://schemas.openxmlformats.org/officeDocument/2006/relationships/slide" Target="/ppt/slides/slide1.xml" Id="Reb2e9c5bb91844d0" /><Relationship Type="http://schemas.openxmlformats.org/officeDocument/2006/relationships/slide" Target="/ppt/slides/slide2.xml" Id="Rd6b1f54efc70423c" /><Relationship Type="http://schemas.openxmlformats.org/officeDocument/2006/relationships/slide" Target="/ppt/slides/slide3.xml" Id="Rb23cc797891d4a28" /><Relationship Type="http://schemas.openxmlformats.org/officeDocument/2006/relationships/slide" Target="/ppt/slides/slide4.xml" Id="R991f4379606942ea" /><Relationship Type="http://schemas.openxmlformats.org/officeDocument/2006/relationships/slide" Target="/ppt/slides/slide5.xml" Id="R6a71ab0de7c842dd" /><Relationship Type="http://schemas.openxmlformats.org/officeDocument/2006/relationships/slide" Target="/ppt/slides/slide6.xml" Id="Rf0f8f1b51e894199" /><Relationship Type="http://schemas.openxmlformats.org/officeDocument/2006/relationships/slide" Target="/ppt/slides/slide7.xml" Id="Rab6b5573eb174ac4" /><Relationship Type="http://schemas.openxmlformats.org/officeDocument/2006/relationships/slide" Target="/ppt/slides/slide8.xml" Id="Rfb39bdcecde1463d" /><Relationship Type="http://schemas.openxmlformats.org/officeDocument/2006/relationships/slide" Target="/ppt/slides/slide9.xml" Id="Rcce424c0789d4be5" /><Relationship Type="http://schemas.openxmlformats.org/officeDocument/2006/relationships/slide" Target="/ppt/slides/slide10.xml" Id="R6b7b97e6028b4c97" /><Relationship Type="http://schemas.openxmlformats.org/officeDocument/2006/relationships/slide" Target="/ppt/slides/slide11.xml" Id="Rc96b693c3dd54e43" /><Relationship Type="http://schemas.openxmlformats.org/officeDocument/2006/relationships/slide" Target="/ppt/slides/slide12.xml" Id="Rf2ee1df37da14a42" /><Relationship Type="http://schemas.openxmlformats.org/officeDocument/2006/relationships/slide" Target="/ppt/slides/slide13.xml" Id="R0fdcaa85f401495a" /><Relationship Type="http://schemas.openxmlformats.org/officeDocument/2006/relationships/slide" Target="/ppt/slides/slide14.xml" Id="R382e2d3a736b43c8" /><Relationship Type="http://schemas.openxmlformats.org/officeDocument/2006/relationships/slide" Target="/ppt/slides/slide15.xml" Id="R08ef3ddc9fbc4586" /><Relationship Type="http://schemas.openxmlformats.org/officeDocument/2006/relationships/slide" Target="/ppt/slides/slide16.xml" Id="Rd1bebee61945458d" /><Relationship Type="http://schemas.openxmlformats.org/officeDocument/2006/relationships/slide" Target="/ppt/slides/slide17.xml" Id="R1ee82d07eb9f453f" /><Relationship Type="http://schemas.openxmlformats.org/officeDocument/2006/relationships/slide" Target="/ppt/slides/slide18.xml" Id="R6a3e08ef08764657" /><Relationship Type="http://schemas.openxmlformats.org/officeDocument/2006/relationships/slide" Target="/ppt/slides/slide19.xml" Id="R0654b17cde6f41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11d14f8c1641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dc3fdd718342b5" /><Relationship Type="http://schemas.openxmlformats.org/officeDocument/2006/relationships/notesMaster" Target="/ppt/notesMasters/notesMaster1.xml" Id="R77b8f16c42a8492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f2c9d007a484573" /><Relationship Type="http://schemas.openxmlformats.org/officeDocument/2006/relationships/notesMaster" Target="/ppt/notesMasters/notesMaster1.xml" Id="Rc8a041a2057147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0b3c6b66b740a5" /><Relationship Type="http://schemas.openxmlformats.org/officeDocument/2006/relationships/notesMaster" Target="/ppt/notesMasters/notesMaster1.xml" Id="Rb2168bfb356a49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21fca6dc2b4edb" /><Relationship Type="http://schemas.openxmlformats.org/officeDocument/2006/relationships/notesMaster" Target="/ppt/notesMasters/notesMaster1.xml" Id="R2f533f806b7141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9854a0e84b4010" /><Relationship Type="http://schemas.openxmlformats.org/officeDocument/2006/relationships/notesMaster" Target="/ppt/notesMasters/notesMaster1.xml" Id="R337d4b6de09c4d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a01de762bb486d" /><Relationship Type="http://schemas.openxmlformats.org/officeDocument/2006/relationships/notesMaster" Target="/ppt/notesMasters/notesMaster1.xml" Id="Rf25deec833a140d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f954c736eef4062" /><Relationship Type="http://schemas.openxmlformats.org/officeDocument/2006/relationships/notesMaster" Target="/ppt/notesMasters/notesMaster1.xml" Id="R9983f6a982d842f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bee815c8df494d" /><Relationship Type="http://schemas.openxmlformats.org/officeDocument/2006/relationships/notesMaster" Target="/ppt/notesMasters/notesMaster1.xml" Id="R2fa4c06f14944d4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3f4d3e11c44b5a" /><Relationship Type="http://schemas.openxmlformats.org/officeDocument/2006/relationships/notesMaster" Target="/ppt/notesMasters/notesMaster1.xml" Id="R6343371f577b46a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1072fad0e645d9" /><Relationship Type="http://schemas.openxmlformats.org/officeDocument/2006/relationships/notesMaster" Target="/ppt/notesMasters/notesMaster1.xml" Id="R852465ba009a44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456b1bfdad4133" /><Relationship Type="http://schemas.openxmlformats.org/officeDocument/2006/relationships/notesMaster" Target="/ppt/notesMasters/notesMaster1.xml" Id="R14f88d541a0c427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87c9a8f8e724cf7" /><Relationship Type="http://schemas.openxmlformats.org/officeDocument/2006/relationships/notesMaster" Target="/ppt/notesMasters/notesMaster1.xml" Id="Raf74c787aefe444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93f14a69f14696" /><Relationship Type="http://schemas.openxmlformats.org/officeDocument/2006/relationships/notesMaster" Target="/ppt/notesMasters/notesMaster1.xml" Id="R9e421ec3e0754e1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ccbef562ba41e9" /><Relationship Type="http://schemas.openxmlformats.org/officeDocument/2006/relationships/notesMaster" Target="/ppt/notesMasters/notesMaster1.xml" Id="Ree99cca37ff64c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0c4fd21ba774252" /><Relationship Type="http://schemas.openxmlformats.org/officeDocument/2006/relationships/notesMaster" Target="/ppt/notesMasters/notesMaster1.xml" Id="R444372091800424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f3a3ca990174f4a" /><Relationship Type="http://schemas.openxmlformats.org/officeDocument/2006/relationships/notesMaster" Target="/ppt/notesMasters/notesMaster1.xml" Id="R29f9b0321c4a490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3e1ea3e75904ca3" /><Relationship Type="http://schemas.openxmlformats.org/officeDocument/2006/relationships/notesMaster" Target="/ppt/notesMasters/notesMaster1.xml" Id="R690cc3a4cf40420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acbf989f4964854" /><Relationship Type="http://schemas.openxmlformats.org/officeDocument/2006/relationships/notesMaster" Target="/ppt/notesMasters/notesMaster1.xml" Id="R76f4c732127c4d9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79c99ee53134f93" /><Relationship Type="http://schemas.openxmlformats.org/officeDocument/2006/relationships/notesMaster" Target="/ppt/notesMasters/notesMaster1.xml" Id="R105a39b6d75a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e900ea75c74e2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082b684a843df" /><Relationship Type="http://schemas.openxmlformats.org/officeDocument/2006/relationships/slideLayout" Target="/ppt/slideLayouts/slideLayout1.xml" Id="R9f5980de226747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5980de226747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df99a5426349bf" /><Relationship Type="http://schemas.openxmlformats.org/officeDocument/2006/relationships/image" Target="/ppt/media/image.jpeg" Id="R7f5b9a9cfb1f428e" /><Relationship Type="http://schemas.openxmlformats.org/officeDocument/2006/relationships/notesSlide" Target="/ppt/notesSlides/notesSlide1.xml" Id="Rf25ee8f7964544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153fa8a2fc4e9f" /><Relationship Type="http://schemas.openxmlformats.org/officeDocument/2006/relationships/notesSlide" Target="/ppt/notesSlides/notesSlide2.xml" Id="R5658406d9ab7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7bb4a70d2498b" /><Relationship Type="http://schemas.openxmlformats.org/officeDocument/2006/relationships/notesSlide" Target="/ppt/notesSlides/notesSlide3.xml" Id="R32e5aa07284545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007a6456b94513" /><Relationship Type="http://schemas.openxmlformats.org/officeDocument/2006/relationships/notesSlide" Target="/ppt/notesSlides/notesSlide4.xml" Id="R5ac2f9c8250844e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b54a38b024a25" /><Relationship Type="http://schemas.openxmlformats.org/officeDocument/2006/relationships/notesSlide" Target="/ppt/notesSlides/notesSlide5.xml" Id="Rd25229b6bfd5488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01639f3b8840a6" /><Relationship Type="http://schemas.openxmlformats.org/officeDocument/2006/relationships/notesSlide" Target="/ppt/notesSlides/notesSlide6.xml" Id="R5d2a31a334344d9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e305a99cb4593" /><Relationship Type="http://schemas.openxmlformats.org/officeDocument/2006/relationships/image" Target="/ppt/media/image2.jpeg" Id="R005333a12c1443e3" /><Relationship Type="http://schemas.openxmlformats.org/officeDocument/2006/relationships/notesSlide" Target="/ppt/notesSlides/notesSlide7.xml" Id="R9182c9a3bf3949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ec4f622dd04213" /><Relationship Type="http://schemas.openxmlformats.org/officeDocument/2006/relationships/image" Target="/ppt/media/image3.jpeg" Id="R84e60b19e54e4a23" /><Relationship Type="http://schemas.openxmlformats.org/officeDocument/2006/relationships/notesSlide" Target="/ppt/notesSlides/notesSlide8.xml" Id="R75f4534f82304b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d63057ac34e98" /><Relationship Type="http://schemas.openxmlformats.org/officeDocument/2006/relationships/image" Target="/ppt/media/image4.jpeg" Id="Rfa8487ac61c44160" /><Relationship Type="http://schemas.openxmlformats.org/officeDocument/2006/relationships/notesSlide" Target="/ppt/notesSlides/notesSlide9.xml" Id="R6919ee372a6d4b7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e5181349e4160" /><Relationship Type="http://schemas.openxmlformats.org/officeDocument/2006/relationships/image" Target="/ppt/media/image5.jpeg" Id="R466f9180f3c14d34" /><Relationship Type="http://schemas.openxmlformats.org/officeDocument/2006/relationships/notesSlide" Target="/ppt/notesSlides/notesSlide10.xml" Id="R38cce66a468e4e9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bd83bd2c5c4681" /><Relationship Type="http://schemas.openxmlformats.org/officeDocument/2006/relationships/image" Target="/ppt/media/image6.jpeg" Id="Rbb5faa3103ad4940" /><Relationship Type="http://schemas.openxmlformats.org/officeDocument/2006/relationships/notesSlide" Target="/ppt/notesSlides/notesSlide11.xml" Id="R6e2eadbd594c424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cc4774b45447c" /><Relationship Type="http://schemas.openxmlformats.org/officeDocument/2006/relationships/image" Target="/ppt/media/image7.jpeg" Id="R677e5bd4afd2486c" /><Relationship Type="http://schemas.openxmlformats.org/officeDocument/2006/relationships/notesSlide" Target="/ppt/notesSlides/notesSlide12.xml" Id="R94af6c974def49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e33b45b8348fb" /><Relationship Type="http://schemas.openxmlformats.org/officeDocument/2006/relationships/image" Target="/ppt/media/image8.jpeg" Id="Rd7d68fd611dc40ba" /><Relationship Type="http://schemas.openxmlformats.org/officeDocument/2006/relationships/notesSlide" Target="/ppt/notesSlides/notesSlide13.xml" Id="Rf49c00bdd983442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0d364317d14c94" /><Relationship Type="http://schemas.openxmlformats.org/officeDocument/2006/relationships/image" Target="/ppt/media/image9.jpeg" Id="R4b5d6de82b66462e" /><Relationship Type="http://schemas.openxmlformats.org/officeDocument/2006/relationships/notesSlide" Target="/ppt/notesSlides/notesSlide14.xml" Id="R9377fdedd8cc401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a71acd68384c9b" /><Relationship Type="http://schemas.openxmlformats.org/officeDocument/2006/relationships/image" Target="/ppt/media/image10.jpeg" Id="R2efd319301fc43cf" /><Relationship Type="http://schemas.openxmlformats.org/officeDocument/2006/relationships/notesSlide" Target="/ppt/notesSlides/notesSlide15.xml" Id="R1802b8aa57f84f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187b0fa014b1a" /><Relationship Type="http://schemas.openxmlformats.org/officeDocument/2006/relationships/image" Target="/ppt/media/image11.jpeg" Id="Rc5c1f7d958f643e9" /><Relationship Type="http://schemas.openxmlformats.org/officeDocument/2006/relationships/notesSlide" Target="/ppt/notesSlides/notesSlide16.xml" Id="R90977b4a67a540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c0a037f5664f5f" /><Relationship Type="http://schemas.openxmlformats.org/officeDocument/2006/relationships/image" Target="/ppt/media/image12.jpeg" Id="R87e499196e1e46b7" /><Relationship Type="http://schemas.openxmlformats.org/officeDocument/2006/relationships/notesSlide" Target="/ppt/notesSlides/notesSlide17.xml" Id="R7caa77d1d8fa472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58a0426eb43c6" /><Relationship Type="http://schemas.openxmlformats.org/officeDocument/2006/relationships/image" Target="/ppt/media/image13.jpeg" Id="R35820b4f27d84d57" /><Relationship Type="http://schemas.openxmlformats.org/officeDocument/2006/relationships/notesSlide" Target="/ppt/notesSlides/notesSlide18.xml" Id="R835068558990446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185b6b918b41d4" /><Relationship Type="http://schemas.openxmlformats.org/officeDocument/2006/relationships/notesSlide" Target="/ppt/notesSlides/notesSlide19.xml" Id="Raa5bc6a8e7b34f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15A60-96A2-4C01-B86A-D922FBB0B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TOLON • WASHER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912730-5583-450A-BE54-9698D485D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TOLON Washer Installation &amp; Operation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95081E-16A0-412A-96C8-814F19A44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TWE10 through TWE110 installation-operating manual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16B81F-B508-4CEB-895D-4B577C196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5b9a9cfb1f428e"/>
          <a:stretch xmlns:a="http://schemas.openxmlformats.org/drawingml/2006/main"/>
        </p:blipFill>
        <p:spPr>
          <a:xfrm xmlns:a="http://schemas.openxmlformats.org/drawingml/2006/main">
            <a:off x="7184352" y="590550"/>
            <a:ext cx="3690697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AB381-C3B0-4229-8C74-C3779FEC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247351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32FBB1-10A0-4CC3-9F7F-6286E605B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TOLON • WASHER MANUALS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54FFD6-A268-4E74-98C1-E986CCB84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77AE2-39DE-48A5-8DC0-570BBB93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AABA0-5476-4CD9-8C1E-743DA5CF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62311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2E148-E4EF-41B2-BECE-E3DA8BF3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EF012-329D-413A-B95D-F90534E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0A1979-A91B-4C8E-8612-B2C25C50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A4CC5-A9CB-40BA-A02D-4493BCA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547F2C-6540-4316-86A9-AF31E1DDD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pages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0F2FE-4F13-4B4F-9482-050BEECE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B9041C-4ABB-4D92-AC66-7C2700050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TWE10-110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0D170-8179-4F53-86D9-87198E7D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Covered model range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7B0F5A-BF1E-4062-A401-C1B777E0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8D1154-C445-44CD-8CD8-E6168750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Install +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69FCC1-36C0-4209-B804-6BD107FC4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Lifecycle scope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A37FBA-7860-4803-B13E-7AC852C2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96B43-08F2-4FA2-85CB-DE59E1025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E3445-A47E-4689-9196-E25416C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121318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ADB4AC-75F7-4135-8580-7E0D6386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DEB6CE-040A-4E68-B9E9-550A4EE7D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0DDA5A-EC04-4654-A259-927315B4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foundations, anchoring, utilities and service clearances. • Identify exterior components before commissioning.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7EF51-38DC-41BF-B256-C88B35265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2A4B7D-0F83-4852-B6E3-888BEF860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safety and pre-operation checks. • Retain setup values and commissioning evidence.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738D72-1056-497B-9E14-E233EFE47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F3F26-4D84-403A-8DFF-354E09B9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D069B-FAE1-47B0-9F76-9130722F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1135609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981EC-D247-4735-BE88-0E63EBBCB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8C269-97CC-4775-808A-87F58327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0BC0C-C7B3-4D96-871C-215B5D8E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FD35A-CEAD-45DD-A95C-F843317E0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BD03F2-CCFD-4974-B2EC-5D4D4A43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75695E-E140-4A69-8BFE-215985F8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7BF63-D439-4E95-948B-0C170252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0B6AA1-7C99-41FD-AE5D-180B68C80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233657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CD5FF-1A6A-4579-9558-301EEFD3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613C3-07A0-4D15-B10A-ACC034D9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511FB5-6181-4125-9B73-B75FA0BC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946160-B19F-4E23-802A-824DCC13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6BA0D-D221-4DC8-9EBD-58F83BBF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77B06-9A98-46F0-835C-10D5C4090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0A103-5776-43A8-99C2-07D85A5A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BB6A0-BAC0-498C-8838-3896D677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34890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835BB-2FA5-46D9-B8A9-7369F22A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0FF3C4-61A2-450E-8A3D-C9B5A12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5BBF99-5B1D-4DCB-9825-3B6596DC9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333a12c1443e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3F4A0A-7A98-4BB2-AFF7-6AA0E381E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B155C4-FA33-436D-85B2-85E2EBB98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977A16-AE76-4865-B9C1-BF30799F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6FB63-9582-4879-9A2F-971253D9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F36B1F-6158-4CF6-AB22-74DC6E2B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14308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897460-6590-467F-9CA0-4F941BCC8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79F07-7E65-4C68-BCDF-1D753918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1172F1-F9F3-4D7F-A880-FCA81A01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e60b19e54e4a23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225EA1-19EC-45B1-8750-2D3FB4193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51AA6-FF49-4396-88DF-EEE84323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B6EB6-E3A4-42DD-B0B8-5D283F85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E20057-813B-431A-9848-21138E9C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C2D8E9-757F-45F7-88E8-7A28734C6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682604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3619DF-F0E3-4C38-A3AF-6058EB547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CA7452-710C-4802-AFC9-D503170A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A4D630-B0B5-4B4D-915E-9AC2ED12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487ac61c4416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3242A7-DEF2-4E58-90C4-38C40336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EB308-D435-46A1-9443-4160EAE2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E1C32F-37B4-4449-B5DC-56116431D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2F4F6-1D28-4647-A0AF-ED74092A4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96FDC-DC8B-4990-894E-AD98A888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459869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0645FF-7433-411D-B307-4797EAE5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340FEB-EE58-45E4-B8F5-B28C7FADF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E80F8-079B-420F-8FAD-5BD5D3AD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6f9180f3c14d34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CA8EBD-2D60-447D-9750-27EEA25B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38486-5B90-40D1-BACA-9023EC186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C0E4B5-AC6F-4B81-A0FF-64D534B37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B6FB35-ED20-4854-A035-F4FE94D15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359D7-51B8-4DD2-83CA-1A5CA153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4266430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8F3C7F-2D17-4BE9-97D0-525C00A4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247AF2-B440-45B2-9EEF-58ABE571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1A930-B06D-4DF8-9D33-F7223A3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5faa3103ad4940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636493-A9C2-4E78-9A38-B9C79A76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F76857-7CD1-4911-A68A-78FA288D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6003F4-6F81-41F4-93E5-DB9B6166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07EC8-A5D8-4295-A741-1C4171CB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7125C3-F263-45E7-B161-5652DB47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684030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0BE38-205A-4AB6-99B7-FB598D203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DC6EF0-6198-49DE-B5E6-24E2F9BCA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153034-C7E4-4660-B839-80865C07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7e5bd4afd2486c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09E72-4FE1-4CEA-836B-61345FFF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F9E2A3-AF91-45D3-95CB-FB0027C0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B2B045-49A4-46E9-A2A5-EDB197CE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93E92-6BDA-4061-A614-A2D5D784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E77838-9A0D-45FE-BE64-08F49994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918875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70BA4-87E1-4808-A657-D622F2DC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B2328-C512-4FE8-8D41-32E1D192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128CE9-9624-4434-A529-0A851AE1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d68fd611dc40ba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3DEBD1-DFD3-4CDD-9A6A-57198FF79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CD7B06-C31D-4792-A393-F4032A20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20A2B4-74FC-4645-AD9C-6DB3F73C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A3B3B2-A62D-461F-B36A-9898C2FD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9FED7E-C791-44D6-BCE0-14C17420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9685789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1C29E2-88DA-466C-93B2-6C44FD51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CB994-A855-4D84-B0E1-D669DF4C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8B5992-BF96-4046-A744-2F1C3F073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5d6de82b66462e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42F41-4E4A-45CF-BE9B-F2491E842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F48F86-8C2A-4FE3-807D-6911C27DF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110F86-A992-461F-AE15-205BE9ED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70AF52-1C53-4AC8-9EEA-DB5C534CB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57B13-9BB7-4C96-9F55-1A58A481C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982345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9CC04E-C160-471C-A393-08A1779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D41B17-2BD8-458E-84AA-52605D07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D0A520-1163-45AD-A5F8-FED3F309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fd319301fc43cf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A707B-36DF-48AB-A41B-5EE22843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0CB01-DD6C-470A-BE85-68D98833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E2EAEF-5400-4512-98C3-7AE781A5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BED46D-DEF2-41A5-9057-41A7EF436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5AAF71-9472-46FE-A8B9-A69734D9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68698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B1D1EB-0D63-4674-9AD7-CE68C61F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98479-07CF-43A9-BC9F-4561C4842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DE350-E3EC-4820-A202-799E0ACC7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1f7d958f643e9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773403-8BAA-4DC5-8810-3046FA4F5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874AC-D614-48CB-B9D1-898D071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6FE8A1-81D4-45C1-9282-C946C6C2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9D1CBE-1F21-4B31-A241-F35170BE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CA565F-416A-4033-9EEB-62BA887C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3315404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2F9E33-D37B-4932-8DB1-6EBA40734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E540E6-0DE0-4C2B-9FDE-E3780456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F762A-6EF5-44F2-B5CE-007D762D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e499196e1e46b7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301C8-1B2D-4D9B-875A-AA30FFE0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903EC5-F4F1-40A8-B614-886020E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701414-20A2-48A3-A8FB-CDCB1F0E7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1697B1-1F15-4E14-B434-9C003BD88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99075-32B1-49B9-A2B7-0F43E987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78333344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14AB18-EFF9-4F15-9463-F9F6E2AF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CC37F-59D7-4643-A4B3-4F6D28C2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9BEC69-6F18-473B-B05B-0B58FB85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820b4f27d84d57"/>
          <a:stretch xmlns:a="http://schemas.openxmlformats.org/drawingml/2006/main"/>
        </p:blipFill>
        <p:spPr>
          <a:xfrm xmlns:a="http://schemas.openxmlformats.org/drawingml/2006/main">
            <a:off x="2830368" y="1714500"/>
            <a:ext cx="2949864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4F1B92-9674-484D-AC88-22422AB02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749D5D-6B43-438E-B5F1-A777C6E9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E48552-7EE2-492B-8335-693D4322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FF3AE9-197C-4E57-A29B-4E0AA2055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1CCB7-8B61-4F60-9315-4709A793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182407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8902B2-699D-490A-B5B6-7E05537B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976A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976A3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AC71DB-7131-4747-A5E1-926C2112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02F1B-A02E-4217-BD48-AA2C5099C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B2259-5441-4970-A06C-34C678E9D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976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643F8-BE15-4608-B98A-F2CE1035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D1CE68-E999-4A6A-A8D5-C8A7287F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6B8CD-CA1F-494F-8BCB-5A62ED74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TOLON • Washer Manuals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CEB4E5-B1DA-445A-87FA-1B8BDED45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979270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2026-08-15T02:49:58.0640000Z</dcterms:created>
  <dcterms:modified xsi:type="dcterms:W3CDTF">2026-08-15T02:49:58.0640000Z</dcterms:modified>
</coreProperties>
</file>