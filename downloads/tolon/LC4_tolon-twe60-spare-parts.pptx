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4e677f62f4563" /><Relationship Type="http://schemas.openxmlformats.org/officeDocument/2006/relationships/extended-properties" Target="/docProps/app.xml" Id="R80702677e0a04335" /><Relationship Type="http://schemas.openxmlformats.org/officeDocument/2006/relationships/officeDocument" Target="/ppt/presentation.xml" Id="Rc59f35cb8f3b43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c45ba029f4bdf"/>
  </p:sldMasterIdLst>
  <p:notesMasterIdLst>
    <p:notesMasterId xmlns:r="http://schemas.openxmlformats.org/officeDocument/2006/relationships" r:id="Rbd60ab7805444f50"/>
  </p:notesMasterIdLst>
  <p:sldIdLst>
    <p:sldId xmlns:r="http://schemas.openxmlformats.org/officeDocument/2006/relationships" id="256" r:id="R88e2705385554be1"/>
    <p:sldId xmlns:r="http://schemas.openxmlformats.org/officeDocument/2006/relationships" id="257" r:id="R4746a4400e07480b"/>
    <p:sldId xmlns:r="http://schemas.openxmlformats.org/officeDocument/2006/relationships" id="258" r:id="Rac7b5f5a9c724ac2"/>
    <p:sldId xmlns:r="http://schemas.openxmlformats.org/officeDocument/2006/relationships" id="259" r:id="Rf1a5a99beee34363"/>
    <p:sldId xmlns:r="http://schemas.openxmlformats.org/officeDocument/2006/relationships" id="260" r:id="Rdbc75bcc20a04160"/>
    <p:sldId xmlns:r="http://schemas.openxmlformats.org/officeDocument/2006/relationships" id="261" r:id="R3d061607e4dd43d3"/>
    <p:sldId xmlns:r="http://schemas.openxmlformats.org/officeDocument/2006/relationships" id="262" r:id="Rc4148b17bf30442b"/>
    <p:sldId xmlns:r="http://schemas.openxmlformats.org/officeDocument/2006/relationships" id="263" r:id="R3e19a6d6e5804af5"/>
    <p:sldId xmlns:r="http://schemas.openxmlformats.org/officeDocument/2006/relationships" id="264" r:id="R868993d1d38e4527"/>
    <p:sldId xmlns:r="http://schemas.openxmlformats.org/officeDocument/2006/relationships" id="265" r:id="R8258add6154b4d62"/>
    <p:sldId xmlns:r="http://schemas.openxmlformats.org/officeDocument/2006/relationships" id="266" r:id="R480c4fd26c724368"/>
    <p:sldId xmlns:r="http://schemas.openxmlformats.org/officeDocument/2006/relationships" id="267" r:id="Rae5bd9ce43154ced"/>
    <p:sldId xmlns:r="http://schemas.openxmlformats.org/officeDocument/2006/relationships" id="268" r:id="R3f520c4a9eb9462c"/>
    <p:sldId xmlns:r="http://schemas.openxmlformats.org/officeDocument/2006/relationships" id="269" r:id="R3a6048f0c1aa4a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032091fbd4d74" /><Relationship Type="http://schemas.openxmlformats.org/officeDocument/2006/relationships/slideMaster" Target="/ppt/slideMasters/slideMaster1.xml" Id="R22ec45ba029f4bdf" /><Relationship Type="http://schemas.openxmlformats.org/officeDocument/2006/relationships/notesMaster" Target="/ppt/notesMasters/notesMaster1.xml" Id="Rbd60ab7805444f50" /><Relationship Type="http://schemas.openxmlformats.org/officeDocument/2006/relationships/presProps" Target="/ppt/presProps.xml" Id="R86e259a659554537" /><Relationship Type="http://schemas.openxmlformats.org/officeDocument/2006/relationships/tableStyles" Target="/ppt/tableStyles.xml" Id="R7043cedbf53e49f6" /><Relationship Type="http://schemas.openxmlformats.org/officeDocument/2006/relationships/slide" Target="/ppt/slides/slide1.xml" Id="R88e2705385554be1" /><Relationship Type="http://schemas.openxmlformats.org/officeDocument/2006/relationships/slide" Target="/ppt/slides/slide2.xml" Id="R4746a4400e07480b" /><Relationship Type="http://schemas.openxmlformats.org/officeDocument/2006/relationships/slide" Target="/ppt/slides/slide3.xml" Id="Rac7b5f5a9c724ac2" /><Relationship Type="http://schemas.openxmlformats.org/officeDocument/2006/relationships/slide" Target="/ppt/slides/slide4.xml" Id="Rf1a5a99beee34363" /><Relationship Type="http://schemas.openxmlformats.org/officeDocument/2006/relationships/slide" Target="/ppt/slides/slide5.xml" Id="Rdbc75bcc20a04160" /><Relationship Type="http://schemas.openxmlformats.org/officeDocument/2006/relationships/slide" Target="/ppt/slides/slide6.xml" Id="R3d061607e4dd43d3" /><Relationship Type="http://schemas.openxmlformats.org/officeDocument/2006/relationships/slide" Target="/ppt/slides/slide7.xml" Id="Rc4148b17bf30442b" /><Relationship Type="http://schemas.openxmlformats.org/officeDocument/2006/relationships/slide" Target="/ppt/slides/slide8.xml" Id="R3e19a6d6e5804af5" /><Relationship Type="http://schemas.openxmlformats.org/officeDocument/2006/relationships/slide" Target="/ppt/slides/slide9.xml" Id="R868993d1d38e4527" /><Relationship Type="http://schemas.openxmlformats.org/officeDocument/2006/relationships/slide" Target="/ppt/slides/slide10.xml" Id="R8258add6154b4d62" /><Relationship Type="http://schemas.openxmlformats.org/officeDocument/2006/relationships/slide" Target="/ppt/slides/slide11.xml" Id="R480c4fd26c724368" /><Relationship Type="http://schemas.openxmlformats.org/officeDocument/2006/relationships/slide" Target="/ppt/slides/slide12.xml" Id="Rae5bd9ce43154ced" /><Relationship Type="http://schemas.openxmlformats.org/officeDocument/2006/relationships/slide" Target="/ppt/slides/slide13.xml" Id="R3f520c4a9eb9462c" /><Relationship Type="http://schemas.openxmlformats.org/officeDocument/2006/relationships/slide" Target="/ppt/slides/slide14.xml" Id="R3a6048f0c1aa4a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a5972535f6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23a4c204a84b55" /><Relationship Type="http://schemas.openxmlformats.org/officeDocument/2006/relationships/notesMaster" Target="/ppt/notesMasters/notesMaster1.xml" Id="R201e5febe90a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f1d819aab49f2" /><Relationship Type="http://schemas.openxmlformats.org/officeDocument/2006/relationships/notesMaster" Target="/ppt/notesMasters/notesMaster1.xml" Id="R4bf09c65a563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3b9bdf36ea4498" /><Relationship Type="http://schemas.openxmlformats.org/officeDocument/2006/relationships/notesMaster" Target="/ppt/notesMasters/notesMaster1.xml" Id="R7bb417983872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443f6baf54a2f" /><Relationship Type="http://schemas.openxmlformats.org/officeDocument/2006/relationships/notesMaster" Target="/ppt/notesMasters/notesMaster1.xml" Id="R0a26fc78d6d146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340c7768d4e9c" /><Relationship Type="http://schemas.openxmlformats.org/officeDocument/2006/relationships/notesMaster" Target="/ppt/notesMasters/notesMaster1.xml" Id="R8291978c8f2840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85beef300e441b" /><Relationship Type="http://schemas.openxmlformats.org/officeDocument/2006/relationships/notesMaster" Target="/ppt/notesMasters/notesMaster1.xml" Id="R6572ef0781a7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ec04847c347cf" /><Relationship Type="http://schemas.openxmlformats.org/officeDocument/2006/relationships/notesMaster" Target="/ppt/notesMasters/notesMaster1.xml" Id="Rb2f9cbafb688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6a9dfa61c54ac6" /><Relationship Type="http://schemas.openxmlformats.org/officeDocument/2006/relationships/notesMaster" Target="/ppt/notesMasters/notesMaster1.xml" Id="R5b8da82bd33c40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ac9259ddfb410a" /><Relationship Type="http://schemas.openxmlformats.org/officeDocument/2006/relationships/notesMaster" Target="/ppt/notesMasters/notesMaster1.xml" Id="R18af77dfd4ff41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9b4b7dabeb4b58" /><Relationship Type="http://schemas.openxmlformats.org/officeDocument/2006/relationships/notesMaster" Target="/ppt/notesMasters/notesMaster1.xml" Id="Rf9ffc443b14744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2bd497715f43e5" /><Relationship Type="http://schemas.openxmlformats.org/officeDocument/2006/relationships/notesMaster" Target="/ppt/notesMasters/notesMaster1.xml" Id="R2d0eebcda48e43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5a7a6f4a8b4858" /><Relationship Type="http://schemas.openxmlformats.org/officeDocument/2006/relationships/notesMaster" Target="/ppt/notesMasters/notesMaster1.xml" Id="R7ab86d7038a943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d27b09a6b64ad6" /><Relationship Type="http://schemas.openxmlformats.org/officeDocument/2006/relationships/notesMaster" Target="/ppt/notesMasters/notesMaster1.xml" Id="Rc5c2f14b4a9447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497c993ba44b17" /><Relationship Type="http://schemas.openxmlformats.org/officeDocument/2006/relationships/notesMaster" Target="/ppt/notesMasters/notesMaster1.xml" Id="R06027e2fe9b944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>- Evidence reference: Source page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TWE60.Spare.Parts.Lists.v.1.0.5.pdf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f8aa0c56949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d43c5028db4c3f" /><Relationship Type="http://schemas.openxmlformats.org/officeDocument/2006/relationships/slideLayout" Target="/ppt/slideLayouts/slideLayout1.xml" Id="R407dd639f97e43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dd639f97e43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ff3f07a764baf" /><Relationship Type="http://schemas.openxmlformats.org/officeDocument/2006/relationships/image" Target="/ppt/media/image.jpeg" Id="R729d7fb728ab4559" /><Relationship Type="http://schemas.openxmlformats.org/officeDocument/2006/relationships/notesSlide" Target="/ppt/notesSlides/notesSlide1.xml" Id="R9170580db51c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f0b91b2f14a55" /><Relationship Type="http://schemas.openxmlformats.org/officeDocument/2006/relationships/notesSlide" Target="/ppt/notesSlides/notesSlide2.xml" Id="R7e4d5c71b9704c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748b4fae146be" /><Relationship Type="http://schemas.openxmlformats.org/officeDocument/2006/relationships/notesSlide" Target="/ppt/notesSlides/notesSlide3.xml" Id="R72bc44e90879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9eae11ef74812" /><Relationship Type="http://schemas.openxmlformats.org/officeDocument/2006/relationships/notesSlide" Target="/ppt/notesSlides/notesSlide4.xml" Id="R3063be177e8747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e223dc5634206" /><Relationship Type="http://schemas.openxmlformats.org/officeDocument/2006/relationships/notesSlide" Target="/ppt/notesSlides/notesSlide5.xml" Id="R3ecfd14a85894a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308272a0417f" /><Relationship Type="http://schemas.openxmlformats.org/officeDocument/2006/relationships/notesSlide" Target="/ppt/notesSlides/notesSlide6.xml" Id="Racdee2fae32941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c43a40a1b4eb1" /><Relationship Type="http://schemas.openxmlformats.org/officeDocument/2006/relationships/image" Target="/ppt/media/image2.jpeg" Id="Rfe74023c888c4bfc" /><Relationship Type="http://schemas.openxmlformats.org/officeDocument/2006/relationships/notesSlide" Target="/ppt/notesSlides/notesSlide7.xml" Id="R5a8e65019b5449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e4f4671ea41fa" /><Relationship Type="http://schemas.openxmlformats.org/officeDocument/2006/relationships/image" Target="/ppt/media/image3.jpeg" Id="Ree6472e17ba34268" /><Relationship Type="http://schemas.openxmlformats.org/officeDocument/2006/relationships/notesSlide" Target="/ppt/notesSlides/notesSlide8.xml" Id="Rc82057144ec444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213d59824168" /><Relationship Type="http://schemas.openxmlformats.org/officeDocument/2006/relationships/image" Target="/ppt/media/image4.jpeg" Id="R96493d2f7a4d4649" /><Relationship Type="http://schemas.openxmlformats.org/officeDocument/2006/relationships/notesSlide" Target="/ppt/notesSlides/notesSlide9.xml" Id="R1ae6af978f2845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21f3e8eed4a7a" /><Relationship Type="http://schemas.openxmlformats.org/officeDocument/2006/relationships/image" Target="/ppt/media/image5.jpeg" Id="R5e519553a56e44b4" /><Relationship Type="http://schemas.openxmlformats.org/officeDocument/2006/relationships/notesSlide" Target="/ppt/notesSlides/notesSlide10.xml" Id="R23bd6ca97fff4d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76b7ebeb44abf" /><Relationship Type="http://schemas.openxmlformats.org/officeDocument/2006/relationships/image" Target="/ppt/media/image6.jpeg" Id="R49166f3b87df4992" /><Relationship Type="http://schemas.openxmlformats.org/officeDocument/2006/relationships/notesSlide" Target="/ppt/notesSlides/notesSlide11.xml" Id="R418e41d720324d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74f484f14702" /><Relationship Type="http://schemas.openxmlformats.org/officeDocument/2006/relationships/image" Target="/ppt/media/image7.jpeg" Id="R91332eaffe0245eb" /><Relationship Type="http://schemas.openxmlformats.org/officeDocument/2006/relationships/notesSlide" Target="/ppt/notesSlides/notesSlide12.xml" Id="R9c91b3fce64b4b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1ad8310094aeb" /><Relationship Type="http://schemas.openxmlformats.org/officeDocument/2006/relationships/image" Target="/ppt/media/image8.jpeg" Id="Rc0f7ec9fa4a64647" /><Relationship Type="http://schemas.openxmlformats.org/officeDocument/2006/relationships/notesSlide" Target="/ppt/notesSlides/notesSlide13.xml" Id="R8ae9c5bd066e41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16b9bf3db429c" /><Relationship Type="http://schemas.openxmlformats.org/officeDocument/2006/relationships/notesSlide" Target="/ppt/notesSlides/notesSlide14.xml" Id="Ra0f2e42cd28a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D6C2-C3B7-48E0-931D-23DC22BA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67DEC-2080-4507-B53F-146FC99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TWE60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E1C4C-006A-4A80-A10B-CCB47878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Washer-extractor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A6086-8072-49C3-8606-75A87097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d7fb728ab4559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4496B-8FD3-43C7-9F4E-EB76C978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706570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F4C6F-554F-4FC3-955C-9762CA4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5FB8-783F-4DB6-89C2-9A5BE001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C4648-97DB-485E-ADC5-083ECEF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DE086-A317-4129-8B31-894064F6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6389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EE8A5-524B-4D46-A32E-331EB706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2AF2A-DEFF-4627-93CF-44731F1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A5E15-3EDD-44B8-AF79-E4F4FBD0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969E5-5C11-4E98-BEA6-0DBF6D0A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TWE60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220DE-65A9-4F4B-9190-02401F2C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C25BB-5725-4720-952C-0A15F298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C6D8C-F6C2-426E-911E-261CAD84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v1.0.x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15B54-A448-4E01-8FC6-B1156AE9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58D5F-46EC-4A08-85A4-BD0CF731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77094-E66C-46C5-86C5-CB8986B7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7C4FE-0549-442D-B5AA-8AA9513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A054B-25C2-433A-88CD-B1941EC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2D3C-6D65-4FA5-BCC6-D599C9EE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45443-97DA-405C-8D0F-EC7B68C5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281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E2220-B8E0-4891-9794-AFD442F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FD44B-53D1-46C9-8A1E-54AAAAC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9BBE8-68DC-47A5-ACE9-F6677E1A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panels and assemblies from the illustrations.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full machine serial for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CFF1E-00C0-4330-A5BD-F93DCCD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112F4-CC34-4067-B5BB-2598A0B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electrical ratings and mechanical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local stock records after issue.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DCB9A-4ABC-452E-A9FB-4D1909A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9BC70-BB4E-4210-9AE1-23ADF3B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E6300-37DB-4C8E-8A73-C8C8253B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7058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04C5B-9F00-4BAD-BB36-BE369975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55103-51D5-4367-8C39-9235687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22014-D504-494C-BA13-568E9A3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50C94-8C04-4E06-90FB-7877B7D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B5BE-D288-403A-895A-F56B4CB8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E7CED-9ACF-4F10-BFEC-ADE9472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0765-DDB0-4888-8E45-8AC4D512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A9555-839F-43F0-8D8B-F7F4C43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4269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EAA38-9CEC-4F23-9897-C7D6F99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F1D16-ABA3-47D6-A578-6D28D7F0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22C0B-3416-47F1-87ED-6388FD9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7A429-76EF-4839-ABF0-2A9A85B0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A8C61-AB9A-4140-ACEC-555AF789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A169C-D478-475C-AC3C-CCCBD790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48740-1E5B-4275-8961-D35AAD86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E8012-D5D1-4DA2-9432-911A061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1251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42303-167A-4006-A0FB-8F2895A7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CD0E3-E881-492D-A227-C49914C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52FE9-1C62-4B15-9C79-BC3FC2A2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4023c888c4bf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3BE1-8F08-48AA-AC24-63D487C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6A02F-8928-436E-A762-0FFBE901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52853-CFA4-4DF7-972B-DC74ED5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F9D1-7E28-4C09-B397-C2CD601B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4C877-E2DF-4A0E-A8C3-C39A90C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3704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CA14C-7A74-4FB4-B3E0-9B89BF96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EB9AF-B3D1-43C2-8FC5-F9D67B73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C6AD8-A414-499B-90AD-313052DA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472e17ba3426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2927F-B792-4D48-A114-1BD94F8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C7070-3553-4884-8599-D4231A6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15563-07F7-41C4-94AF-0545822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20802-BE5D-41AB-A1B3-68A93A4F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72255-D4D2-4A88-B480-2E0FA92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7375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427A6-3AA7-4E53-BEEE-39368650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D8DF0-53B2-40A9-B353-D5D135E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A795-C629-4326-9E90-5E8FF47E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3d2f7a4d464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5B9D-D65E-4716-ACA0-80BF297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10F4D-C7BE-4535-8E4A-731B462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F0C2E-39E5-4BB0-974F-B3ED9744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3ADA4-7B8B-436F-9FE5-192AAD05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0A051-8EC8-46E3-9103-551B830A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921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06A53-C470-4972-A69B-4A6C95E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20749-BE9E-4B5F-B836-31BED82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20AE4-E40F-41EF-9A49-C056C1A1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19553a56e44b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D90F5-F971-43D4-86B7-8A02CE06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0FC9F-23A0-4E40-99B3-5708B673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822A4-8A10-4179-9EEE-183F8D48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AF7BE-B63C-4EBA-B371-ED603A1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3FC9-B109-4A6E-8A44-5E71B97B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5643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7ADDE-F485-4E52-92C6-C4FC094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4A9E4-DBA6-4E59-922C-FB676AA0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4B058-C052-4483-B7A4-ABC601A0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66f3b87df499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68488-58EC-411C-ABEB-A83772B0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FB31E-E571-4024-9A0A-E2B4DBDC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17E82-7C54-464F-98F1-D3152908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2646-DD0C-4B1A-BE0B-E89F046E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ECEE1-FD20-419B-8576-41D931E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2494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7334F-DFE4-4070-A8D0-A149412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DA9EC-D39E-42AF-9CEF-548BD5B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98301-C005-4B0E-A2E8-52F46C0E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32eaffe0245e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F1315-8AE5-400A-84CD-2C6DB80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FA035-4941-467A-BF0B-4331157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0E4BC-C2BE-4070-84C1-A42343D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777B4-DF2F-4887-845D-BB7ED6F0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00C02-9C80-40EA-B6DB-587CBC5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02559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113AA-2975-4BF7-B9D1-C982170D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A352-B146-4CCA-B80F-5EDDAB4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80BE7-8665-45F7-981B-D8822EA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7ec9fa4a64647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FC918-54C0-4566-BBFA-A9CE0B0C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5FA4B-0DC4-45D4-95EB-6F26BCC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CEC9B-99DD-4F4C-8DCE-8404798C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4BF9E-252C-49F6-93C2-CD340AC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6D548-7D85-4D67-B2D6-BDE71D0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54690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1A33-F280-4AB4-918E-4F43FB8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634D0-867D-412C-8DD1-CA36DD27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37EED-FE56-4A7D-9C3C-497B6430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1B706-1A1E-4AD1-9F52-ED9071B7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9FB25-4470-45FF-8E19-1C2856DE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907A3-DD75-4495-BD80-B31FD9B9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EC970-CBF4-4717-AB31-160DE44D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A5B84-C2E3-452F-B2DA-11DE9C31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35518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2026-08-15T02:16:01.5860000Z</dcterms:created>
  <dcterms:modified xsi:type="dcterms:W3CDTF">2026-08-15T02:16:01.5860000Z</dcterms:modified>
</coreProperties>
</file>