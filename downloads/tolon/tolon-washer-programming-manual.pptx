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695ef4c6a64556" /><Relationship Type="http://schemas.openxmlformats.org/officeDocument/2006/relationships/extended-properties" Target="/docProps/app.xml" Id="Rf949f76af5e6478d" /><Relationship Type="http://schemas.openxmlformats.org/officeDocument/2006/relationships/officeDocument" Target="/ppt/presentation.xml" Id="R5fdcac826ac447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ccd70e672d4d1c"/>
  </p:sldMasterIdLst>
  <p:notesMasterIdLst>
    <p:notesMasterId xmlns:r="http://schemas.openxmlformats.org/officeDocument/2006/relationships" r:id="Rd1b43f3082d048a7"/>
  </p:notesMasterIdLst>
  <p:sldIdLst>
    <p:sldId xmlns:r="http://schemas.openxmlformats.org/officeDocument/2006/relationships" id="256" r:id="R8b63968a88224f29"/>
    <p:sldId xmlns:r="http://schemas.openxmlformats.org/officeDocument/2006/relationships" id="257" r:id="R91fe9bc9cdf84699"/>
    <p:sldId xmlns:r="http://schemas.openxmlformats.org/officeDocument/2006/relationships" id="258" r:id="R0f9299de886c40b7"/>
    <p:sldId xmlns:r="http://schemas.openxmlformats.org/officeDocument/2006/relationships" id="259" r:id="Rea0480317aae40f6"/>
    <p:sldId xmlns:r="http://schemas.openxmlformats.org/officeDocument/2006/relationships" id="260" r:id="R143012d4485f448a"/>
    <p:sldId xmlns:r="http://schemas.openxmlformats.org/officeDocument/2006/relationships" id="261" r:id="Rc7c0680e107d45b2"/>
    <p:sldId xmlns:r="http://schemas.openxmlformats.org/officeDocument/2006/relationships" id="262" r:id="R65c11809d0c54208"/>
    <p:sldId xmlns:r="http://schemas.openxmlformats.org/officeDocument/2006/relationships" id="263" r:id="Rfc19ce36278b47ba"/>
    <p:sldId xmlns:r="http://schemas.openxmlformats.org/officeDocument/2006/relationships" id="264" r:id="R4ab84dce74424aea"/>
    <p:sldId xmlns:r="http://schemas.openxmlformats.org/officeDocument/2006/relationships" id="265" r:id="R8a80b665b8ad4cb5"/>
    <p:sldId xmlns:r="http://schemas.openxmlformats.org/officeDocument/2006/relationships" id="266" r:id="R5d5a102d21964035"/>
    <p:sldId xmlns:r="http://schemas.openxmlformats.org/officeDocument/2006/relationships" id="267" r:id="Rda1441774c924dc5"/>
    <p:sldId xmlns:r="http://schemas.openxmlformats.org/officeDocument/2006/relationships" id="268" r:id="Racd94500b8784f15"/>
    <p:sldId xmlns:r="http://schemas.openxmlformats.org/officeDocument/2006/relationships" id="269" r:id="R0ec3ad79b7de442d"/>
    <p:sldId xmlns:r="http://schemas.openxmlformats.org/officeDocument/2006/relationships" id="270" r:id="Rb4d69666072c4ac7"/>
    <p:sldId xmlns:r="http://schemas.openxmlformats.org/officeDocument/2006/relationships" id="271" r:id="Rca6e81cf21ab4c21"/>
    <p:sldId xmlns:r="http://schemas.openxmlformats.org/officeDocument/2006/relationships" id="272" r:id="R17bb5d36376a40d0"/>
    <p:sldId xmlns:r="http://schemas.openxmlformats.org/officeDocument/2006/relationships" id="273" r:id="R8a931e704ef843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4fb62bf80040b9" /><Relationship Type="http://schemas.openxmlformats.org/officeDocument/2006/relationships/slideMaster" Target="/ppt/slideMasters/slideMaster1.xml" Id="Re4ccd70e672d4d1c" /><Relationship Type="http://schemas.openxmlformats.org/officeDocument/2006/relationships/notesMaster" Target="/ppt/notesMasters/notesMaster1.xml" Id="Rd1b43f3082d048a7" /><Relationship Type="http://schemas.openxmlformats.org/officeDocument/2006/relationships/presProps" Target="/ppt/presProps.xml" Id="Ra4d64d5cdd614054" /><Relationship Type="http://schemas.openxmlformats.org/officeDocument/2006/relationships/tableStyles" Target="/ppt/tableStyles.xml" Id="R7585066acdc04503" /><Relationship Type="http://schemas.openxmlformats.org/officeDocument/2006/relationships/slide" Target="/ppt/slides/slide1.xml" Id="R8b63968a88224f29" /><Relationship Type="http://schemas.openxmlformats.org/officeDocument/2006/relationships/slide" Target="/ppt/slides/slide2.xml" Id="R91fe9bc9cdf84699" /><Relationship Type="http://schemas.openxmlformats.org/officeDocument/2006/relationships/slide" Target="/ppt/slides/slide3.xml" Id="R0f9299de886c40b7" /><Relationship Type="http://schemas.openxmlformats.org/officeDocument/2006/relationships/slide" Target="/ppt/slides/slide4.xml" Id="Rea0480317aae40f6" /><Relationship Type="http://schemas.openxmlformats.org/officeDocument/2006/relationships/slide" Target="/ppt/slides/slide5.xml" Id="R143012d4485f448a" /><Relationship Type="http://schemas.openxmlformats.org/officeDocument/2006/relationships/slide" Target="/ppt/slides/slide6.xml" Id="Rc7c0680e107d45b2" /><Relationship Type="http://schemas.openxmlformats.org/officeDocument/2006/relationships/slide" Target="/ppt/slides/slide7.xml" Id="R65c11809d0c54208" /><Relationship Type="http://schemas.openxmlformats.org/officeDocument/2006/relationships/slide" Target="/ppt/slides/slide8.xml" Id="Rfc19ce36278b47ba" /><Relationship Type="http://schemas.openxmlformats.org/officeDocument/2006/relationships/slide" Target="/ppt/slides/slide9.xml" Id="R4ab84dce74424aea" /><Relationship Type="http://schemas.openxmlformats.org/officeDocument/2006/relationships/slide" Target="/ppt/slides/slide10.xml" Id="R8a80b665b8ad4cb5" /><Relationship Type="http://schemas.openxmlformats.org/officeDocument/2006/relationships/slide" Target="/ppt/slides/slide11.xml" Id="R5d5a102d21964035" /><Relationship Type="http://schemas.openxmlformats.org/officeDocument/2006/relationships/slide" Target="/ppt/slides/slide12.xml" Id="Rda1441774c924dc5" /><Relationship Type="http://schemas.openxmlformats.org/officeDocument/2006/relationships/slide" Target="/ppt/slides/slide13.xml" Id="Racd94500b8784f15" /><Relationship Type="http://schemas.openxmlformats.org/officeDocument/2006/relationships/slide" Target="/ppt/slides/slide14.xml" Id="R0ec3ad79b7de442d" /><Relationship Type="http://schemas.openxmlformats.org/officeDocument/2006/relationships/slide" Target="/ppt/slides/slide15.xml" Id="Rb4d69666072c4ac7" /><Relationship Type="http://schemas.openxmlformats.org/officeDocument/2006/relationships/slide" Target="/ppt/slides/slide16.xml" Id="Rca6e81cf21ab4c21" /><Relationship Type="http://schemas.openxmlformats.org/officeDocument/2006/relationships/slide" Target="/ppt/slides/slide17.xml" Id="R17bb5d36376a40d0" /><Relationship Type="http://schemas.openxmlformats.org/officeDocument/2006/relationships/slide" Target="/ppt/slides/slide18.xml" Id="R8a931e704ef843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f444b8c43e4f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e47d40288f45eb" /><Relationship Type="http://schemas.openxmlformats.org/officeDocument/2006/relationships/notesMaster" Target="/ppt/notesMasters/notesMaster1.xml" Id="R20d67946ea4d48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516b07ea064bea" /><Relationship Type="http://schemas.openxmlformats.org/officeDocument/2006/relationships/notesMaster" Target="/ppt/notesMasters/notesMaster1.xml" Id="R781363ff27c14f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61c392f77844ac" /><Relationship Type="http://schemas.openxmlformats.org/officeDocument/2006/relationships/notesMaster" Target="/ppt/notesMasters/notesMaster1.xml" Id="R57f7747f784f40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4951e0b2884562" /><Relationship Type="http://schemas.openxmlformats.org/officeDocument/2006/relationships/notesMaster" Target="/ppt/notesMasters/notesMaster1.xml" Id="Rc0ca51bf5b4146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47ea5fde71473a" /><Relationship Type="http://schemas.openxmlformats.org/officeDocument/2006/relationships/notesMaster" Target="/ppt/notesMasters/notesMaster1.xml" Id="R234e887724c149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dc9ab2e78f4cef" /><Relationship Type="http://schemas.openxmlformats.org/officeDocument/2006/relationships/notesMaster" Target="/ppt/notesMasters/notesMaster1.xml" Id="R0948317193e547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0d711a27b84007" /><Relationship Type="http://schemas.openxmlformats.org/officeDocument/2006/relationships/notesMaster" Target="/ppt/notesMasters/notesMaster1.xml" Id="R6c93b22ed21f4c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08b33cc7e1428f" /><Relationship Type="http://schemas.openxmlformats.org/officeDocument/2006/relationships/notesMaster" Target="/ppt/notesMasters/notesMaster1.xml" Id="Rbb1b2266b53249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68eb5bcc604f42" /><Relationship Type="http://schemas.openxmlformats.org/officeDocument/2006/relationships/notesMaster" Target="/ppt/notesMasters/notesMaster1.xml" Id="Rea3c34a1fac14c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758279dd5c405f" /><Relationship Type="http://schemas.openxmlformats.org/officeDocument/2006/relationships/notesMaster" Target="/ppt/notesMasters/notesMaster1.xml" Id="Rf957437898d74b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32611747a543c6" /><Relationship Type="http://schemas.openxmlformats.org/officeDocument/2006/relationships/notesMaster" Target="/ppt/notesMasters/notesMaster1.xml" Id="R9f2fa9ad9ecb4e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9ac0ebe39143c2" /><Relationship Type="http://schemas.openxmlformats.org/officeDocument/2006/relationships/notesMaster" Target="/ppt/notesMasters/notesMaster1.xml" Id="R76d6f3eb904740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65185326424e8a" /><Relationship Type="http://schemas.openxmlformats.org/officeDocument/2006/relationships/notesMaster" Target="/ppt/notesMasters/notesMaster1.xml" Id="R8338b990e58045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30cd71d3a4483e" /><Relationship Type="http://schemas.openxmlformats.org/officeDocument/2006/relationships/notesMaster" Target="/ppt/notesMasters/notesMaster1.xml" Id="R6d8e2766961146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efa37ebc56472b" /><Relationship Type="http://schemas.openxmlformats.org/officeDocument/2006/relationships/notesMaster" Target="/ppt/notesMasters/notesMaster1.xml" Id="R49c39c14b9474a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6e71d9eb1d45ad" /><Relationship Type="http://schemas.openxmlformats.org/officeDocument/2006/relationships/notesMaster" Target="/ppt/notesMasters/notesMaster1.xml" Id="Ra001aef6b0bb4f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d6081ae49a4888" /><Relationship Type="http://schemas.openxmlformats.org/officeDocument/2006/relationships/notesMaster" Target="/ppt/notesMasters/notesMaster1.xml" Id="R03ff5b3e18174d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d9552c9d1f4b84" /><Relationship Type="http://schemas.openxmlformats.org/officeDocument/2006/relationships/notesMaster" Target="/ppt/notesMasters/notesMaster1.xml" Id="R33331d8089d7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7fd73571c42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db03d395f24318" /><Relationship Type="http://schemas.openxmlformats.org/officeDocument/2006/relationships/slideLayout" Target="/ppt/slideLayouts/slideLayout1.xml" Id="R0ef0c12a8e2241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0c12a8e2241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b72f70a5142a6" /><Relationship Type="http://schemas.openxmlformats.org/officeDocument/2006/relationships/image" Target="/ppt/media/image.jpeg" Id="Ra65705fbefa74551" /><Relationship Type="http://schemas.openxmlformats.org/officeDocument/2006/relationships/notesSlide" Target="/ppt/notesSlides/notesSlide1.xml" Id="Rc8cbc7a3249546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af1b56d8c414d" /><Relationship Type="http://schemas.openxmlformats.org/officeDocument/2006/relationships/notesSlide" Target="/ppt/notesSlides/notesSlide2.xml" Id="R7d0e076687b946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719fed1664f2e" /><Relationship Type="http://schemas.openxmlformats.org/officeDocument/2006/relationships/notesSlide" Target="/ppt/notesSlides/notesSlide3.xml" Id="Rfe9e46b4cb1a45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a3bd0e6604feb" /><Relationship Type="http://schemas.openxmlformats.org/officeDocument/2006/relationships/notesSlide" Target="/ppt/notesSlides/notesSlide4.xml" Id="Rf9577ed2c6564c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a51ff128647ac" /><Relationship Type="http://schemas.openxmlformats.org/officeDocument/2006/relationships/notesSlide" Target="/ppt/notesSlides/notesSlide5.xml" Id="R38363b3b34ad4d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dc3ebb9d84faf" /><Relationship Type="http://schemas.openxmlformats.org/officeDocument/2006/relationships/notesSlide" Target="/ppt/notesSlides/notesSlide6.xml" Id="R52d24607888444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63060356947f7" /><Relationship Type="http://schemas.openxmlformats.org/officeDocument/2006/relationships/image" Target="/ppt/media/image2.jpeg" Id="R0cb48312280e404f" /><Relationship Type="http://schemas.openxmlformats.org/officeDocument/2006/relationships/notesSlide" Target="/ppt/notesSlides/notesSlide7.xml" Id="R4e8081866ffc49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851ad8a2f4e2a" /><Relationship Type="http://schemas.openxmlformats.org/officeDocument/2006/relationships/image" Target="/ppt/media/image3.jpeg" Id="R84f4c4a6d7ed4037" /><Relationship Type="http://schemas.openxmlformats.org/officeDocument/2006/relationships/notesSlide" Target="/ppt/notesSlides/notesSlide8.xml" Id="Reba15757d3b544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ccec0801547b3" /><Relationship Type="http://schemas.openxmlformats.org/officeDocument/2006/relationships/image" Target="/ppt/media/image4.jpeg" Id="R583552fe8ca549c2" /><Relationship Type="http://schemas.openxmlformats.org/officeDocument/2006/relationships/notesSlide" Target="/ppt/notesSlides/notesSlide9.xml" Id="R9b194224d5f849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4c3eb02de4181" /><Relationship Type="http://schemas.openxmlformats.org/officeDocument/2006/relationships/image" Target="/ppt/media/image5.jpeg" Id="R24b6e6e7a35947d2" /><Relationship Type="http://schemas.openxmlformats.org/officeDocument/2006/relationships/notesSlide" Target="/ppt/notesSlides/notesSlide10.xml" Id="R0ade745526324a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f2de72eef4f87" /><Relationship Type="http://schemas.openxmlformats.org/officeDocument/2006/relationships/image" Target="/ppt/media/image6.jpeg" Id="Rf3c7a729ffc84fc9" /><Relationship Type="http://schemas.openxmlformats.org/officeDocument/2006/relationships/notesSlide" Target="/ppt/notesSlides/notesSlide11.xml" Id="Rde27561119d942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58eb2f9144b08" /><Relationship Type="http://schemas.openxmlformats.org/officeDocument/2006/relationships/image" Target="/ppt/media/image7.jpeg" Id="Rf144699d7ca94326" /><Relationship Type="http://schemas.openxmlformats.org/officeDocument/2006/relationships/notesSlide" Target="/ppt/notesSlides/notesSlide12.xml" Id="R8db31badeb4d45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21f514d7f4c95" /><Relationship Type="http://schemas.openxmlformats.org/officeDocument/2006/relationships/image" Target="/ppt/media/image8.jpeg" Id="R0f7385e566f84376" /><Relationship Type="http://schemas.openxmlformats.org/officeDocument/2006/relationships/notesSlide" Target="/ppt/notesSlides/notesSlide13.xml" Id="R7dd76fbe533741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efc05f3df4084" /><Relationship Type="http://schemas.openxmlformats.org/officeDocument/2006/relationships/image" Target="/ppt/media/image9.jpeg" Id="Rd47b4233cd694414" /><Relationship Type="http://schemas.openxmlformats.org/officeDocument/2006/relationships/notesSlide" Target="/ppt/notesSlides/notesSlide14.xml" Id="Ra5a8d9b7d64e4f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9af1276df4114" /><Relationship Type="http://schemas.openxmlformats.org/officeDocument/2006/relationships/image" Target="/ppt/media/image10.jpeg" Id="Rb52ac2c7f54c417a" /><Relationship Type="http://schemas.openxmlformats.org/officeDocument/2006/relationships/notesSlide" Target="/ppt/notesSlides/notesSlide15.xml" Id="Rc050a2e8486a4d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6a3e8bab54c97" /><Relationship Type="http://schemas.openxmlformats.org/officeDocument/2006/relationships/image" Target="/ppt/media/image11.jpeg" Id="R4971187810374eec" /><Relationship Type="http://schemas.openxmlformats.org/officeDocument/2006/relationships/notesSlide" Target="/ppt/notesSlides/notesSlide16.xml" Id="Rfaac7681277244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c95ac16484c8e" /><Relationship Type="http://schemas.openxmlformats.org/officeDocument/2006/relationships/image" Target="/ppt/media/image12.jpeg" Id="R86de1ae4d4c94e95" /><Relationship Type="http://schemas.openxmlformats.org/officeDocument/2006/relationships/notesSlide" Target="/ppt/notesSlides/notesSlide17.xml" Id="Rc175e2b0d54449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9a337651e4f51" /><Relationship Type="http://schemas.openxmlformats.org/officeDocument/2006/relationships/notesSlide" Target="/ppt/notesSlides/notesSlide18.xml" Id="R7b465f209f404a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19C93-0844-4385-8F0D-845C44E5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TOLON •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46A98-6049-43B8-8721-2988F446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Washer Programming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63777-4E22-4B0A-A228-4AD592D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Programs, phases, interface and alarm handling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76E9D-962F-4148-B656-27C4AEA4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705fbefa74551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2CBD0-6435-498F-AFE0-4F8A03B5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274502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884E4-56B7-4F7C-AE70-0AF07CE2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7501B-43B5-441B-832C-98DB9056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1FDBB-91D9-42F1-82AF-7729F457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E5DA9-166C-4BDC-8492-787FF109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6740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2C2A6-6A3E-4A82-BDA9-6604C6E1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D6750-8071-49B1-83D9-8CC57DD6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18E51-3040-46E2-AEB7-9E3FE6C7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3164D-D000-4CFA-8E86-4FCCCCE8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156AE-BC8C-4C10-9253-99A2D510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8A499-62C4-470D-AC6F-2D792A3E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748C3-F7F1-4FA7-9048-44A21341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Programs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0DB87-B3E4-4065-8875-ED49CDE9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and subphase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5C4F5-1227-4988-870D-0E2D8633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2376E-C5D6-4D55-9C12-8C3D23F0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Alarms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B85A2-7170-4BA0-A53B-04884763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Interface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5E88B-1005-4AAA-909D-65C1635C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12A09-8961-414E-B66D-269DF8BA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D51DC-3B74-4AB1-AFEC-337766FC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4114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47AA6-212F-4DAE-97D1-AECCEDCE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A20AD-0829-4DED-9830-E48FEDED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EA429-6C2F-4A1C-8E43-784A6F02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Understand control-panel differences by model. • Back up parameters before editing programs.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C30AB-0EC8-45EF-9315-4FF5DEBC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C60FE-4DA6-4A4D-989E-085F734D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Validate temperature, level, time and dosing changes. • Document alarm response and restore approved settings.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820F3-5AC7-4CAA-AFF3-EDA1A9FB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78C49-7AC5-49BD-8433-60FD1279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A8B2C-79B6-47A4-B386-21E47D2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3792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FD0AE-573C-4BF8-BF3A-8A046359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07EFE-BB56-43D2-B503-FF2D82F9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A07A7-9782-4AB2-B14F-674545BE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F2E9F-AA96-4ED5-BBD4-29F53354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D70D4-E8EB-4069-AA6F-B9E5476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84C9F-B4E8-4EEF-A296-C7DAD2AB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807B3-AF99-4417-9E0B-DB8DA0A6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352F4-6D9D-43FE-83BA-619134ED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5267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1D258-ED95-4416-8C1A-AB147808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07AA7-4EDA-4929-AC66-C21C753A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45FAF-91A4-4CA9-BD88-A6F9C055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55A5B-1634-4970-B8CF-DF8C2543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0B6FA-2A51-48FB-A9FE-FF143EAF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40283-E8CE-4FC2-B995-5610D9DD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86F8C-8805-4395-AE12-4E397175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AA9C6-42A0-4EB2-931A-29AF5CF9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2317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43EB4-78DB-4EC6-8561-CC7DFDC0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8173A-BF57-41E6-8AB8-CC43B8CA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547EA-63D5-4B79-9B75-F06167F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48312280e404f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DFB8B-BE84-4066-AAE7-82184C08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9CC12-2306-4B7E-B93D-CB669B9D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8EB74-FD8D-4178-90EE-44E2C43C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ACC20-F8BD-46CE-B3A3-552948F3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FCB85-5DFD-4380-8D7C-1E2B4857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8204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1620E-90C4-47E9-B5D4-58E7DEAA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82B5A-0FA4-4B97-A2EF-34BE979B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411AC-BBB6-4C84-AB51-D0F4082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4c4a6d7ed4037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F823B-96DD-4FF6-B316-FBD8BA05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06F9D-E615-4E33-8D3D-95B3B69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6446A-DBAE-4A39-881E-0740FE60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16851-F9B4-4130-A4BE-668A5595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B7D1C-F5F7-46FD-B985-2DACD23F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26684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03058-6764-4263-A9BB-DF841C19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39239-DB5E-4548-BACD-994566C2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A9BDB-4350-463F-94C5-B1F7F746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552fe8ca549c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C1E6A-F2B2-4337-851A-622245E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6C3BE-508D-4814-9BE2-8316CC2E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0A0FF-017B-4524-8E3F-67A75EB0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E2021-9A29-4D5F-96CA-72A4F23A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A071D-4BCA-4D9C-8C40-62D6D0C5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1020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F2F31-B282-441F-8D9B-094B8C60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7EF4A-C120-4AC7-B811-1D6591AA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4E7D4-BCEF-4519-AF9C-B871824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6e6e7a35947d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66CD5-CF4A-4A65-B681-B6CCFF76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B9A6F-0AEE-449A-AEEE-16FD67C2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F4A8F-AB4F-4B24-BA2C-B618721A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05B49-68FB-4215-9395-FA3F225B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05773-C84B-4651-B92E-28209622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29805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B50D3-F019-4419-80B5-92E96AFD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7770F-17DD-4A82-B3DC-F4AE404A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607B1-4E61-4B74-A97B-5026B0E6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7a729ffc84fc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046FF-EED8-4583-BCF5-CD7E53E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203B5-CBFB-4B04-8538-0A22BD0F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01B2D-A8EB-4003-BBB5-490EFB9E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E8A5C-7306-48AC-9EEC-FA9C95FB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8DCBC-4E84-4E6C-A4E4-0F265706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28528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7EA8A-7CFE-4F6A-A437-60B3975A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D9649-7258-4CAB-8769-6B32E3F2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94D4C-508D-44DC-80A7-F5C610D6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4699d7ca94326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2E418-7DC2-49FD-98CD-2933C0C5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573A8-8CC4-4AAC-8331-91E56B44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435D7-CEBC-448E-8357-B88485D6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3BA1D-8106-436F-A4CA-CD2DC281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B1C87-CB04-4FD3-AB67-0DC89F82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49192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541B7-20AC-432B-B771-2382A008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367B1-4C4E-4FA6-907D-B1E3603E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D7309-611B-47AA-A258-32FF65A2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385e566f84376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F1807-4D7E-4A87-91A2-6712F04B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EC6BF-7040-45E1-9DD3-7F52047F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00648-249E-488F-9418-4993AA6D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7DF2E-4D4A-4471-8377-D4BB6039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D6091-C661-4D78-9D3F-EB5CE7D4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643998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50635-D480-4DA0-ACE5-304C14B7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346CA-12CC-4545-A067-521F27EB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BF359-AC66-4116-B0CA-403C5A34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b4233cd694414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81463-DDE0-48DB-A75F-F1AD3C6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70034-D698-4F3E-B486-3CC7F9B3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AAE0F-83D2-422C-857C-61D205C5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73F73-312F-42AE-8FD8-3BC62CC4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8357D-EF2C-4723-8B1D-847D2D05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742536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F16A2-BD05-47AB-8891-84BA5EA5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4D212-A30A-4BE2-BE35-722C03A3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F2070-AE15-48CC-83D9-C72ED2D0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ac2c7f54c417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A86BE-DBA6-4A7F-B095-6A5F234D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60680-4318-4C40-B1A6-8B982B18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A2EA7-14B7-47F5-9EF0-7BE0E44A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F0E6D-AE75-4539-BF27-F96D1FD9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A6361-D38D-4BDA-9A93-AE742BDF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39766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69FD7-2E6B-4D23-83C3-916A7622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57E83-BA1E-45ED-9549-F3F31086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29689-9247-4D69-BD01-DE824A5A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1187810374eec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96EB9-BEE3-4A37-ACFA-D8D6074B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9C227-3B7E-48DB-9349-680F265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B06D3-1737-4541-B1D4-893321AE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CC8EC-6477-4EA4-B3DC-F10C808A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E3D0F-C4F7-4BB7-BB2F-FF5096D0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73656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D7B48-3991-4039-86FB-E3C9EF32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B203D-7EA7-41CC-808E-DCD251F8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8A5FF-033F-4731-8B52-D007F734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e1ae4d4c94e9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6C2AE-B2F6-4B95-BB1D-1E2FCCDF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2802C-037D-4032-A6CE-218FC314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DA9A2-91DB-48C9-8458-7FB7695F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89BA0-1AA3-4C6C-9B24-EC317AA9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0F9EE-B0F2-400F-AD07-1431533F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652081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3E091-2D2E-426A-A9AF-3CCEE25E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C219F-215E-4E1E-8AF1-E1A7686A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8F127-C806-4F06-A85B-0B0CC91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E62E4-FA3E-4ECB-8D2D-42651535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A65C7-768C-4BD0-B6C2-64841D36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FEDDB-88DD-420A-A553-F72D724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B4479-8760-4C58-A2BF-2A5BFA3A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6AB98-2A32-44B8-A9E4-A3BB356C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7182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2026-08-15T02:49:59.1100000Z</dcterms:created>
  <dcterms:modified xsi:type="dcterms:W3CDTF">2026-08-15T02:49:59.1100000Z</dcterms:modified>
</coreProperties>
</file>