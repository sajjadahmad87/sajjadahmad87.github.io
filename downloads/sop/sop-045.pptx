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eddcfdbf09432c" /><Relationship Type="http://schemas.openxmlformats.org/officeDocument/2006/relationships/extended-properties" Target="/docProps/app.xml" Id="R6e5b9c1541844a43" /><Relationship Type="http://schemas.openxmlformats.org/officeDocument/2006/relationships/officeDocument" Target="/ppt/presentation.xml" Id="Rf2a43b53a4be46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8ca7b2d0a349f4"/>
  </p:sldMasterIdLst>
  <p:notesMasterIdLst>
    <p:notesMasterId xmlns:r="http://schemas.openxmlformats.org/officeDocument/2006/relationships" r:id="R03547f7423104388"/>
  </p:notesMasterIdLst>
  <p:sldIdLst>
    <p:sldId xmlns:r="http://schemas.openxmlformats.org/officeDocument/2006/relationships" id="256" r:id="Rd651b0e0d81e409f"/>
    <p:sldId xmlns:r="http://schemas.openxmlformats.org/officeDocument/2006/relationships" id="257" r:id="Rfb523d3f49304883"/>
    <p:sldId xmlns:r="http://schemas.openxmlformats.org/officeDocument/2006/relationships" id="258" r:id="Ra14048ecd2274684"/>
    <p:sldId xmlns:r="http://schemas.openxmlformats.org/officeDocument/2006/relationships" id="259" r:id="Rafbdbe4340d84d0b"/>
    <p:sldId xmlns:r="http://schemas.openxmlformats.org/officeDocument/2006/relationships" id="260" r:id="Rc74369e120af4373"/>
    <p:sldId xmlns:r="http://schemas.openxmlformats.org/officeDocument/2006/relationships" id="261" r:id="Rada64516e8504f53"/>
    <p:sldId xmlns:r="http://schemas.openxmlformats.org/officeDocument/2006/relationships" id="262" r:id="R401fe8d7b05a48c8"/>
    <p:sldId xmlns:r="http://schemas.openxmlformats.org/officeDocument/2006/relationships" id="263" r:id="Ra6a2427bd513422e"/>
    <p:sldId xmlns:r="http://schemas.openxmlformats.org/officeDocument/2006/relationships" id="264" r:id="Rd99fc0be38354e93"/>
    <p:sldId xmlns:r="http://schemas.openxmlformats.org/officeDocument/2006/relationships" id="265" r:id="Rf8b4e293d9a04240"/>
    <p:sldId xmlns:r="http://schemas.openxmlformats.org/officeDocument/2006/relationships" id="266" r:id="R998787165bc645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93d6d2147b4205" /><Relationship Type="http://schemas.openxmlformats.org/officeDocument/2006/relationships/slideMaster" Target="/ppt/slideMasters/slideMaster1.xml" Id="R288ca7b2d0a349f4" /><Relationship Type="http://schemas.openxmlformats.org/officeDocument/2006/relationships/notesMaster" Target="/ppt/notesMasters/notesMaster1.xml" Id="R03547f7423104388" /><Relationship Type="http://schemas.openxmlformats.org/officeDocument/2006/relationships/presProps" Target="/ppt/presProps.xml" Id="R18865e11e2cc43d2" /><Relationship Type="http://schemas.openxmlformats.org/officeDocument/2006/relationships/tableStyles" Target="/ppt/tableStyles.xml" Id="R2f6bbd805d1a4ba2" /><Relationship Type="http://schemas.openxmlformats.org/officeDocument/2006/relationships/slide" Target="/ppt/slides/slide1.xml" Id="Rd651b0e0d81e409f" /><Relationship Type="http://schemas.openxmlformats.org/officeDocument/2006/relationships/slide" Target="/ppt/slides/slide2.xml" Id="Rfb523d3f49304883" /><Relationship Type="http://schemas.openxmlformats.org/officeDocument/2006/relationships/slide" Target="/ppt/slides/slide3.xml" Id="Ra14048ecd2274684" /><Relationship Type="http://schemas.openxmlformats.org/officeDocument/2006/relationships/slide" Target="/ppt/slides/slide4.xml" Id="Rafbdbe4340d84d0b" /><Relationship Type="http://schemas.openxmlformats.org/officeDocument/2006/relationships/slide" Target="/ppt/slides/slide5.xml" Id="Rc74369e120af4373" /><Relationship Type="http://schemas.openxmlformats.org/officeDocument/2006/relationships/slide" Target="/ppt/slides/slide6.xml" Id="Rada64516e8504f53" /><Relationship Type="http://schemas.openxmlformats.org/officeDocument/2006/relationships/slide" Target="/ppt/slides/slide7.xml" Id="R401fe8d7b05a48c8" /><Relationship Type="http://schemas.openxmlformats.org/officeDocument/2006/relationships/slide" Target="/ppt/slides/slide8.xml" Id="Ra6a2427bd513422e" /><Relationship Type="http://schemas.openxmlformats.org/officeDocument/2006/relationships/slide" Target="/ppt/slides/slide9.xml" Id="Rd99fc0be38354e93" /><Relationship Type="http://schemas.openxmlformats.org/officeDocument/2006/relationships/slide" Target="/ppt/slides/slide10.xml" Id="Rf8b4e293d9a04240" /><Relationship Type="http://schemas.openxmlformats.org/officeDocument/2006/relationships/slide" Target="/ppt/slides/slide11.xml" Id="R998787165bc645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295661e91c4c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8fe609d3154a38" /><Relationship Type="http://schemas.openxmlformats.org/officeDocument/2006/relationships/notesMaster" Target="/ppt/notesMasters/notesMaster1.xml" Id="R8cc45f16a20547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109aa885f747b3" /><Relationship Type="http://schemas.openxmlformats.org/officeDocument/2006/relationships/notesMaster" Target="/ppt/notesMasters/notesMaster1.xml" Id="Rc17d7ec0ecc34c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8ada9be4a24920" /><Relationship Type="http://schemas.openxmlformats.org/officeDocument/2006/relationships/notesMaster" Target="/ppt/notesMasters/notesMaster1.xml" Id="Rb96886678fcd49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34c5946bfe47f5" /><Relationship Type="http://schemas.openxmlformats.org/officeDocument/2006/relationships/notesMaster" Target="/ppt/notesMasters/notesMaster1.xml" Id="R4dd1bd01160641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39103a3aa94958" /><Relationship Type="http://schemas.openxmlformats.org/officeDocument/2006/relationships/notesMaster" Target="/ppt/notesMasters/notesMaster1.xml" Id="Rd6e68e9b08cc4d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a193db83dc4263" /><Relationship Type="http://schemas.openxmlformats.org/officeDocument/2006/relationships/notesMaster" Target="/ppt/notesMasters/notesMaster1.xml" Id="Rc3ce652dcadf42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a892ec8b794e46" /><Relationship Type="http://schemas.openxmlformats.org/officeDocument/2006/relationships/notesMaster" Target="/ppt/notesMasters/notesMaster1.xml" Id="Rb9efa64774ca41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9737894bd14e0e" /><Relationship Type="http://schemas.openxmlformats.org/officeDocument/2006/relationships/notesMaster" Target="/ppt/notesMasters/notesMaster1.xml" Id="R98afdea5981643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4144786b884f1c" /><Relationship Type="http://schemas.openxmlformats.org/officeDocument/2006/relationships/notesMaster" Target="/ppt/notesMasters/notesMaster1.xml" Id="Re8e89d9b3e5d41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3262555bce4287" /><Relationship Type="http://schemas.openxmlformats.org/officeDocument/2006/relationships/notesMaster" Target="/ppt/notesMasters/notesMaster1.xml" Id="R56c60ef900394b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23d6eeddfb49c9" /><Relationship Type="http://schemas.openxmlformats.org/officeDocument/2006/relationships/notesMaster" Target="/ppt/notesMasters/notesMaster1.xml" Id="R90b09edf959146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65b1acfab4a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e51f66dd474235" /><Relationship Type="http://schemas.openxmlformats.org/officeDocument/2006/relationships/slideLayout" Target="/ppt/slideLayouts/slideLayout1.xml" Id="R0b2e737b67f644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e737b67f644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72dd594224f39" /><Relationship Type="http://schemas.openxmlformats.org/officeDocument/2006/relationships/notesSlide" Target="/ppt/notesSlides/notesSlide1.xml" Id="R0b1042645e2047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4d2135ccc4496" /><Relationship Type="http://schemas.openxmlformats.org/officeDocument/2006/relationships/notesSlide" Target="/ppt/notesSlides/notesSlide2.xml" Id="R1862c4da312944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c413a17c245ed" /><Relationship Type="http://schemas.openxmlformats.org/officeDocument/2006/relationships/notesSlide" Target="/ppt/notesSlides/notesSlide3.xml" Id="R803ec84e178e4e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99732a7034fea" /><Relationship Type="http://schemas.openxmlformats.org/officeDocument/2006/relationships/notesSlide" Target="/ppt/notesSlides/notesSlide4.xml" Id="R66115fd0c27a4c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af17170e141cf" /><Relationship Type="http://schemas.openxmlformats.org/officeDocument/2006/relationships/notesSlide" Target="/ppt/notesSlides/notesSlide5.xml" Id="R57aefbaf54fb4a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ceb095bbf4bb9" /><Relationship Type="http://schemas.openxmlformats.org/officeDocument/2006/relationships/notesSlide" Target="/ppt/notesSlides/notesSlide6.xml" Id="R7e37b18808a145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5efd6eff84c30" /><Relationship Type="http://schemas.openxmlformats.org/officeDocument/2006/relationships/notesSlide" Target="/ppt/notesSlides/notesSlide7.xml" Id="R760c0e1e7c244f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067e469564ea8" /><Relationship Type="http://schemas.openxmlformats.org/officeDocument/2006/relationships/notesSlide" Target="/ppt/notesSlides/notesSlide8.xml" Id="Rb3ad4e137ded46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b6ee86b294879" /><Relationship Type="http://schemas.openxmlformats.org/officeDocument/2006/relationships/notesSlide" Target="/ppt/notesSlides/notesSlide9.xml" Id="Rb61297bb8d7941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e8551741e4eb4" /><Relationship Type="http://schemas.openxmlformats.org/officeDocument/2006/relationships/notesSlide" Target="/ppt/notesSlides/notesSlide10.xml" Id="Rc57a93ad138649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bd52b8d97400e" /><Relationship Type="http://schemas.openxmlformats.org/officeDocument/2006/relationships/notesSlide" Target="/ppt/notesSlides/notesSlide11.xml" Id="Rd8768fc458734b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682AF-160E-4FF1-AD6F-C7C919DD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CONVEYOR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3B652-DF51-4E87-BAFB-1466215C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045 — Lift Conveyor Safe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1567-E55D-46F1-8DD7-9DE0C9A6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04516-5D6B-4876-99F9-A794873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D2DA2-AA9D-434A-8CB0-51761325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79F3D-246B-4090-9F51-351BADAA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6303061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89227-2620-4D31-B5A8-4EE6B839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CONVEYOR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22A1E-BCFD-40D7-80C7-3234A9AA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6AA82-6868-4CF3-B667-BD94118C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E0D59-7F0F-48C8-AE46-5CB497FC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66713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C06C9A-5170-4957-9D85-D67D4772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EBC70-A090-4B89-9555-D76891AD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A1720-A9DB-4593-9D0A-0CA995F0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5A9BA-453C-42EB-B0C6-FDB6AE07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F6722D-6118-4B8F-8C17-431AF954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7FC43-F29A-4FC1-831C-5BFB557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1941E-FFC3-4079-8EF0-16E8A7C4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3E76A-7C35-46DA-B1F8-D16F4A18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222C7-0E45-4D9F-AFFE-689AA915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25678-17B3-428C-B297-053CF98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F3A0A-0521-4779-B37B-E29DCA64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6BACD-7202-44EF-8883-B07DCAB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B35C97-AD59-4141-9E5F-34599B58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8D0C66-F7D4-41CD-B200-D457D7C5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6974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63A436-6CF7-4D40-BABB-F4E77C70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3286D-4E9C-4CFC-A0F3-08E8CC4E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F3F22-2780-43A3-AC4D-0C8A033E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lifting, electrical and gravitational energy. • Secure raised components against movement.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E9D8B-BC90-4332-B05B-D96315EA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2FC6D-35E7-46A7-A12A-88F5B68F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Control access and complete a verified hand-back.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69C19-2757-4E2D-BF4B-03F441D7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9997F-8A13-4141-BF8C-F00C878D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07E39-A3AD-4500-AFD6-BD4530C2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7341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57303-6468-4801-A190-5EA86088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E8623-A7FD-4085-9387-2C79E2F1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36545-28F3-4003-9D17-B0E4FF16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5C0EB-896F-4861-A716-14D0B695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2EA1AA-3B7A-46F6-B240-F5B6AF28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99A8F-CDFD-4C69-B078-CF831ACD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911042-06AC-46C8-92A2-D9AF4B59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68B76-A332-40CA-A683-35003D1B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9677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F5B3D-EBE4-4007-9D5D-D045436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E7977-EE2C-4110-8252-FF7F51C0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35833-663B-4E66-A9CA-AFCF1F91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B3FF3-DEC6-4485-84E0-142A3475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33E31-253F-4EA0-921F-3F2AC74D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CEEF5-D15D-4AF0-80A4-EC63781A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C1DF9-1E88-490E-A70B-3841CE48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9AF8B-34C0-4FF9-AC9C-87B74AFA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150457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85632C-26AB-4E62-9515-9D992088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469C1-8B33-4126-A157-CE01E265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21D14-C37B-4870-BAED-ABFCEEC0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D4FFF-4934-4334-A91C-1A615878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253A3-6672-47EA-A4C7-B7236E4D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F507F-96D4-4752-89A2-F39C6E5C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BF199-903D-477A-9C2A-9C81ACF3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0CF14-18B2-4B5F-AC00-CFCDDF00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19438-BC43-4A88-B6C6-4E788D54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180821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E848B-4B07-4C55-A179-DD83D4CD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80B0C-1B17-475D-8206-19B3B87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68B3E-AA89-4A36-B6CE-F1D79FC0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592EA8-EB84-45FD-81EA-337F2160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C840C-7FB4-4F7A-993A-476A26F7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BE98B-FDED-4124-97E3-46D9D6A7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CCEAB-75D0-40D9-B22D-4BBE9A6E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A45B0-9496-4770-BCF6-AC1768A3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C3AE2-68A8-4CAE-B67D-F98711A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085776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7C670-76BD-4ABB-A136-5B792A8F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A78A5-88B1-4D82-BBB6-1BBFB6F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5F66B-8280-4A65-B7C6-8AF1E3CA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B1882C-F17A-4E8B-95F8-DAE902A5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A15B5-FB44-4E39-B878-F59CE0D2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8ED38-3649-4A5F-B4EB-F6D60B3F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BAEE5-B6B6-4214-A435-05905A65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08FF8-1F9C-4F77-A849-6F6A133A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823D3-02ED-4802-9745-6FB7DC3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3924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31A0F-6FF5-489F-A43D-48A175D4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4BBF2-4D70-446D-9540-42349FA1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9729F-33B1-429B-998F-F6AF3D6F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448A3-473E-4EC9-AD49-5DD6AA46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7F598-7EE4-4E41-89DC-24EE8C51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1241C-E5F7-4F98-AE55-79C12989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288AF-B584-4D99-B773-8A8B1DE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B6D65-E19A-45FF-B230-F7C9CF5B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D9FF6-0242-4C8F-8FC9-49D721E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43370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C0889-69FF-4927-8E8A-F5F690DA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A90F4-090A-4CDB-B924-374180A2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975CB-0476-4DC8-9D68-E2CE375A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C6C2C-3495-4A56-9FBD-C48282B8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0D8F62-8032-4011-B1F5-15EEF92D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7BC29-BC6D-4B73-BE86-6C018F43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70690-6767-461E-BA93-F948EC1A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Conveyor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ECA68-593B-4CFA-B80B-636A23BF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7369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2026-08-15T02:50:15.2950000Z</dcterms:created>
  <dcterms:modified xsi:type="dcterms:W3CDTF">2026-08-15T02:50:15.2950000Z</dcterms:modified>
</coreProperties>
</file>