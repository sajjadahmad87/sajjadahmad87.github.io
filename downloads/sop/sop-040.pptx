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b3161437e54e7f" /><Relationship Type="http://schemas.openxmlformats.org/officeDocument/2006/relationships/extended-properties" Target="/docProps/app.xml" Id="R6064ce1244e6427f" /><Relationship Type="http://schemas.openxmlformats.org/officeDocument/2006/relationships/officeDocument" Target="/ppt/presentation.xml" Id="R8e0a22314acf43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8f45a0aaf046da"/>
  </p:sldMasterIdLst>
  <p:notesMasterIdLst>
    <p:notesMasterId xmlns:r="http://schemas.openxmlformats.org/officeDocument/2006/relationships" r:id="R0109fa21fa4c4463"/>
  </p:notesMasterIdLst>
  <p:sldIdLst>
    <p:sldId xmlns:r="http://schemas.openxmlformats.org/officeDocument/2006/relationships" id="256" r:id="R48b078387d9a475f"/>
    <p:sldId xmlns:r="http://schemas.openxmlformats.org/officeDocument/2006/relationships" id="257" r:id="Rfbc3ce771d804c2f"/>
    <p:sldId xmlns:r="http://schemas.openxmlformats.org/officeDocument/2006/relationships" id="258" r:id="R5d5d43b8f44e49dd"/>
    <p:sldId xmlns:r="http://schemas.openxmlformats.org/officeDocument/2006/relationships" id="259" r:id="R6964647a1d664d58"/>
    <p:sldId xmlns:r="http://schemas.openxmlformats.org/officeDocument/2006/relationships" id="260" r:id="R8df85b0527614416"/>
    <p:sldId xmlns:r="http://schemas.openxmlformats.org/officeDocument/2006/relationships" id="261" r:id="Rf93089043e1c46e5"/>
    <p:sldId xmlns:r="http://schemas.openxmlformats.org/officeDocument/2006/relationships" id="262" r:id="Reb582601679a43e2"/>
    <p:sldId xmlns:r="http://schemas.openxmlformats.org/officeDocument/2006/relationships" id="263" r:id="Re19a960fbf4e4f11"/>
    <p:sldId xmlns:r="http://schemas.openxmlformats.org/officeDocument/2006/relationships" id="264" r:id="R9c154bc0619b41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de22d7688e455c" /><Relationship Type="http://schemas.openxmlformats.org/officeDocument/2006/relationships/slideMaster" Target="/ppt/slideMasters/slideMaster1.xml" Id="R4e8f45a0aaf046da" /><Relationship Type="http://schemas.openxmlformats.org/officeDocument/2006/relationships/notesMaster" Target="/ppt/notesMasters/notesMaster1.xml" Id="R0109fa21fa4c4463" /><Relationship Type="http://schemas.openxmlformats.org/officeDocument/2006/relationships/presProps" Target="/ppt/presProps.xml" Id="R951149cb28c34013" /><Relationship Type="http://schemas.openxmlformats.org/officeDocument/2006/relationships/tableStyles" Target="/ppt/tableStyles.xml" Id="R6a25554644a7454d" /><Relationship Type="http://schemas.openxmlformats.org/officeDocument/2006/relationships/slide" Target="/ppt/slides/slide1.xml" Id="R48b078387d9a475f" /><Relationship Type="http://schemas.openxmlformats.org/officeDocument/2006/relationships/slide" Target="/ppt/slides/slide2.xml" Id="Rfbc3ce771d804c2f" /><Relationship Type="http://schemas.openxmlformats.org/officeDocument/2006/relationships/slide" Target="/ppt/slides/slide3.xml" Id="R5d5d43b8f44e49dd" /><Relationship Type="http://schemas.openxmlformats.org/officeDocument/2006/relationships/slide" Target="/ppt/slides/slide4.xml" Id="R6964647a1d664d58" /><Relationship Type="http://schemas.openxmlformats.org/officeDocument/2006/relationships/slide" Target="/ppt/slides/slide5.xml" Id="R8df85b0527614416" /><Relationship Type="http://schemas.openxmlformats.org/officeDocument/2006/relationships/slide" Target="/ppt/slides/slide6.xml" Id="Rf93089043e1c46e5" /><Relationship Type="http://schemas.openxmlformats.org/officeDocument/2006/relationships/slide" Target="/ppt/slides/slide7.xml" Id="Reb582601679a43e2" /><Relationship Type="http://schemas.openxmlformats.org/officeDocument/2006/relationships/slide" Target="/ppt/slides/slide8.xml" Id="Re19a960fbf4e4f11" /><Relationship Type="http://schemas.openxmlformats.org/officeDocument/2006/relationships/slide" Target="/ppt/slides/slide9.xml" Id="R9c154bc0619b41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e0498840a449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852dda259a47bd" /><Relationship Type="http://schemas.openxmlformats.org/officeDocument/2006/relationships/notesMaster" Target="/ppt/notesMasters/notesMaster1.xml" Id="R9eec6bf5eb2242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1961c234f3497f" /><Relationship Type="http://schemas.openxmlformats.org/officeDocument/2006/relationships/notesMaster" Target="/ppt/notesMasters/notesMaster1.xml" Id="Rd71c5f2f266a44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833d219f474236" /><Relationship Type="http://schemas.openxmlformats.org/officeDocument/2006/relationships/notesMaster" Target="/ppt/notesMasters/notesMaster1.xml" Id="R0e6804178fdb4d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5b5217b799476b" /><Relationship Type="http://schemas.openxmlformats.org/officeDocument/2006/relationships/notesMaster" Target="/ppt/notesMasters/notesMaster1.xml" Id="Rdf8ed2f6fc104a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432ac2dd034762" /><Relationship Type="http://schemas.openxmlformats.org/officeDocument/2006/relationships/notesMaster" Target="/ppt/notesMasters/notesMaster1.xml" Id="Rcd2e70c3d27045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b3ffa1c3244d31" /><Relationship Type="http://schemas.openxmlformats.org/officeDocument/2006/relationships/notesMaster" Target="/ppt/notesMasters/notesMaster1.xml" Id="R334e6eb402354e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cc3558f00a45da" /><Relationship Type="http://schemas.openxmlformats.org/officeDocument/2006/relationships/notesMaster" Target="/ppt/notesMasters/notesMaster1.xml" Id="Rc548118b82f447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e42f39d33d4613" /><Relationship Type="http://schemas.openxmlformats.org/officeDocument/2006/relationships/notesMaster" Target="/ppt/notesMasters/notesMaster1.xml" Id="Rc81b1e85ace140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fe007a496f4bd7" /><Relationship Type="http://schemas.openxmlformats.org/officeDocument/2006/relationships/notesMaster" Target="/ppt/notesMasters/notesMaster1.xml" Id="R218a762b6cda41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62ade4da242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b9ecdecf4741c1" /><Relationship Type="http://schemas.openxmlformats.org/officeDocument/2006/relationships/slideLayout" Target="/ppt/slideLayouts/slideLayout1.xml" Id="Rf5a046992a824c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a046992a824c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f54328be5474a" /><Relationship Type="http://schemas.openxmlformats.org/officeDocument/2006/relationships/notesSlide" Target="/ppt/notesSlides/notesSlide1.xml" Id="Rb757d8a45a1f46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e4b41ecbb4058" /><Relationship Type="http://schemas.openxmlformats.org/officeDocument/2006/relationships/notesSlide" Target="/ppt/notesSlides/notesSlide2.xml" Id="Rb85c46da062e42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1d2f1ee99496e" /><Relationship Type="http://schemas.openxmlformats.org/officeDocument/2006/relationships/notesSlide" Target="/ppt/notesSlides/notesSlide3.xml" Id="R1500c9ebb06248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4937de6864481" /><Relationship Type="http://schemas.openxmlformats.org/officeDocument/2006/relationships/notesSlide" Target="/ppt/notesSlides/notesSlide4.xml" Id="R0d6b8b6040cf4b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f9083284f4e1a" /><Relationship Type="http://schemas.openxmlformats.org/officeDocument/2006/relationships/notesSlide" Target="/ppt/notesSlides/notesSlide5.xml" Id="R735d9b3cf70143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354af2e8e484e" /><Relationship Type="http://schemas.openxmlformats.org/officeDocument/2006/relationships/notesSlide" Target="/ppt/notesSlides/notesSlide6.xml" Id="R9c7dd8a4c60946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2159172c5456d" /><Relationship Type="http://schemas.openxmlformats.org/officeDocument/2006/relationships/notesSlide" Target="/ppt/notesSlides/notesSlide7.xml" Id="Reb02b8e28a8743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e4029d1604525" /><Relationship Type="http://schemas.openxmlformats.org/officeDocument/2006/relationships/notesSlide" Target="/ppt/notesSlides/notesSlide8.xml" Id="R231a9c1c58e44f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dba18324b4132" /><Relationship Type="http://schemas.openxmlformats.org/officeDocument/2006/relationships/notesSlide" Target="/ppt/notesSlides/notesSlide9.xml" Id="R33354d3cb60d4d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449BC-6926-4FF7-9039-CF5ED1E9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LAUNDRY EQUIPMENT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DD601-6349-4DB2-8762-6D910AF5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040 — Vacuum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48694-8B5C-4059-B74E-47A6D010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2F689-3D05-409C-8CB1-9C0C1ECF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E2260-3C0F-40A7-ABAA-0E3EB590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0A12E-46FD-44AA-9F92-A724CD71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20644597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9C195-6DBA-4ED8-AFC8-911701A0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LAUNDRY EQUIPMENT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64432-3531-4332-9B3D-9A319D8B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ADE44-18F8-4FA9-A207-C76B49DD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8275C-A089-405B-9779-F6620637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20414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E00A1-25C0-4CEE-96A5-6B0A76AC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88D40-8891-4F90-A176-A616211C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7A939-F20C-4F95-80AE-6A417433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39198-4BC6-4184-90DB-132FF2EA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B3907-0F3F-430C-B805-A9CCDAD6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070E3-DCB3-4D50-976B-27AB56D1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85A57-6A7B-4F91-AF8E-167E9F9A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60F35-D066-4952-860C-EB1029A8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B366C-C466-43AA-939B-3E378552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B63D2-6AB9-4598-810D-4D0A3D46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10B96-3CA1-46ED-8B77-EFE316A9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9A3AD-B00F-4EDD-B82B-411C150E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B7953-E0BB-4D92-AFB0-7ED3FC2D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40441-8D60-44FD-A23B-95684C43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89312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E4B9A-D9BB-4CCC-9D3A-6B08EAD0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0D005-D1DB-4F81-8B07-2DB46689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56CD2-23CA-4D8C-B6D3-2C1BC3B6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cable, hose, filter and collection container. • Use the correct machine for the material and environment.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30C44-748D-45BE-BE02-E685FE11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68C96-68C5-406E-BCC9-72471737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Isolate, clean and store safely after use.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4743D-4D86-4A1E-AA57-7B7AE699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48766-E2D0-4C3B-AC85-9D60974C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BDC90-3ADC-46CF-9B18-1A4283C7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692114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912DF-6C9D-42C8-B5B8-BD308CDF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B6E5E-6159-457D-80C5-7B61C026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2B10D-AC20-4988-B807-3E1CC668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AB42F-276E-4334-AB36-6B4E538A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28C64-763E-4AE7-ADE6-C4FC771E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383AD-A94F-444F-8E6A-5E979CCE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2F1E0-16C3-40CC-B56D-395FE50C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2BDBC-C87E-4F7E-8D92-D5FFD0CC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65880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C0297-406E-4AFD-89A1-2083479D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44337-D282-42AE-B383-2C2986FA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EFBA8-7CE8-4F66-9C2D-166D3604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E98C4-0464-4430-8D44-AF782A05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2F06D-3A18-41C7-BD54-D36491A8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F2E9A-28D9-490D-BC48-5856237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F2ADA-F41F-406E-AECF-8E41CF54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C4EDC-EF74-4115-8C3E-CAC7F3B0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28081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646C1-A13B-419A-B3BB-71A44547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782AD-973C-44E7-A867-2E11C71B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FC2AE-AD21-4137-9FC3-3BD6B203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B8CAF-0CE1-43D1-BD0B-41EA5AD5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1271D-EAE3-49B3-BB80-C12863CA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C49EE-F192-476A-ACF0-F6D00B1C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DDAB5-9968-4CBB-B9A7-81BEE8B1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6375C-9182-45A6-B012-6FC3A3C0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5BDA7-3BF6-48BA-91F6-1F3AAC93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7811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9472A-B496-48C8-8B71-2E01D39D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7D9D2-7AF6-4EB4-A079-CD54B896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B904D-3ADB-42A9-978C-82C7B574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FE94B-FB83-499F-A647-05967BBD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0E925-A898-4E28-91F4-F7C51DC7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F8A34-D610-47CF-BDD0-3F71AB80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15C6B-F84F-459A-BF3C-C1562DE7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51FBB-6288-4AD0-BFE9-4DAB12ED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B28CD-A2B2-42E1-8F3B-62C0FC24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41068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37366-ADAC-4E3E-99B6-6ED73B9A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25AB8-1B5D-4D64-AF63-AD18ED6A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3F2A7-C312-476F-86DA-12C68AEA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CE96D-5CA1-40A7-9F6E-492F6703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E3204-B42B-4D9C-95BB-2EE8BC33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4D011-B11B-4281-9E21-0E2C327D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F1315-A4E1-4A2E-A64F-D723C09A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A2141-E9C1-4E54-B3A8-0001988D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7025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2026-08-15T02:50:13.8960000Z</dcterms:created>
  <dcterms:modified xsi:type="dcterms:W3CDTF">2026-08-15T02:50:13.8960000Z</dcterms:modified>
</coreProperties>
</file>