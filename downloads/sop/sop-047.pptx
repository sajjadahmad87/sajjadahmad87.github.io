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4be3e89be394417" /><Relationship Type="http://schemas.openxmlformats.org/officeDocument/2006/relationships/extended-properties" Target="/docProps/app.xml" Id="R769c9e6bb7c2446c" /><Relationship Type="http://schemas.openxmlformats.org/officeDocument/2006/relationships/officeDocument" Target="/ppt/presentation.xml" Id="R86fc93de803242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fa017a8f5c4d9b"/>
  </p:sldMasterIdLst>
  <p:notesMasterIdLst>
    <p:notesMasterId xmlns:r="http://schemas.openxmlformats.org/officeDocument/2006/relationships" r:id="R26cf6db603a74dc0"/>
  </p:notesMasterIdLst>
  <p:sldIdLst>
    <p:sldId xmlns:r="http://schemas.openxmlformats.org/officeDocument/2006/relationships" id="256" r:id="R5ce5f0f7971644bb"/>
    <p:sldId xmlns:r="http://schemas.openxmlformats.org/officeDocument/2006/relationships" id="257" r:id="R199f5bef9eda446e"/>
    <p:sldId xmlns:r="http://schemas.openxmlformats.org/officeDocument/2006/relationships" id="258" r:id="Rfd3d32aa64134c9a"/>
    <p:sldId xmlns:r="http://schemas.openxmlformats.org/officeDocument/2006/relationships" id="259" r:id="R8fcb6a9fb14a4399"/>
    <p:sldId xmlns:r="http://schemas.openxmlformats.org/officeDocument/2006/relationships" id="260" r:id="R1d385a4f6e83420b"/>
    <p:sldId xmlns:r="http://schemas.openxmlformats.org/officeDocument/2006/relationships" id="261" r:id="R91734c4554474d3c"/>
    <p:sldId xmlns:r="http://schemas.openxmlformats.org/officeDocument/2006/relationships" id="262" r:id="Rcce607917e89454d"/>
    <p:sldId xmlns:r="http://schemas.openxmlformats.org/officeDocument/2006/relationships" id="263" r:id="Reddeed7431df4fee"/>
    <p:sldId xmlns:r="http://schemas.openxmlformats.org/officeDocument/2006/relationships" id="264" r:id="Rc3b3760ecb7048c1"/>
    <p:sldId xmlns:r="http://schemas.openxmlformats.org/officeDocument/2006/relationships" id="265" r:id="R33fe53098fec4805"/>
    <p:sldId xmlns:r="http://schemas.openxmlformats.org/officeDocument/2006/relationships" id="266" r:id="R64d2d50790a249fb"/>
    <p:sldId xmlns:r="http://schemas.openxmlformats.org/officeDocument/2006/relationships" id="267" r:id="R1b794b9b0ff04392"/>
    <p:sldId xmlns:r="http://schemas.openxmlformats.org/officeDocument/2006/relationships" id="268" r:id="Rab83a651c5b840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1e6c615fa64041" /><Relationship Type="http://schemas.openxmlformats.org/officeDocument/2006/relationships/slideMaster" Target="/ppt/slideMasters/slideMaster1.xml" Id="R6afa017a8f5c4d9b" /><Relationship Type="http://schemas.openxmlformats.org/officeDocument/2006/relationships/notesMaster" Target="/ppt/notesMasters/notesMaster1.xml" Id="R26cf6db603a74dc0" /><Relationship Type="http://schemas.openxmlformats.org/officeDocument/2006/relationships/presProps" Target="/ppt/presProps.xml" Id="R5bfac32862d64f0b" /><Relationship Type="http://schemas.openxmlformats.org/officeDocument/2006/relationships/tableStyles" Target="/ppt/tableStyles.xml" Id="Rbbfdf5fb079e4b51" /><Relationship Type="http://schemas.openxmlformats.org/officeDocument/2006/relationships/slide" Target="/ppt/slides/slide1.xml" Id="R5ce5f0f7971644bb" /><Relationship Type="http://schemas.openxmlformats.org/officeDocument/2006/relationships/slide" Target="/ppt/slides/slide2.xml" Id="R199f5bef9eda446e" /><Relationship Type="http://schemas.openxmlformats.org/officeDocument/2006/relationships/slide" Target="/ppt/slides/slide3.xml" Id="Rfd3d32aa64134c9a" /><Relationship Type="http://schemas.openxmlformats.org/officeDocument/2006/relationships/slide" Target="/ppt/slides/slide4.xml" Id="R8fcb6a9fb14a4399" /><Relationship Type="http://schemas.openxmlformats.org/officeDocument/2006/relationships/slide" Target="/ppt/slides/slide5.xml" Id="R1d385a4f6e83420b" /><Relationship Type="http://schemas.openxmlformats.org/officeDocument/2006/relationships/slide" Target="/ppt/slides/slide6.xml" Id="R91734c4554474d3c" /><Relationship Type="http://schemas.openxmlformats.org/officeDocument/2006/relationships/slide" Target="/ppt/slides/slide7.xml" Id="Rcce607917e89454d" /><Relationship Type="http://schemas.openxmlformats.org/officeDocument/2006/relationships/slide" Target="/ppt/slides/slide8.xml" Id="Reddeed7431df4fee" /><Relationship Type="http://schemas.openxmlformats.org/officeDocument/2006/relationships/slide" Target="/ppt/slides/slide9.xml" Id="Rc3b3760ecb7048c1" /><Relationship Type="http://schemas.openxmlformats.org/officeDocument/2006/relationships/slide" Target="/ppt/slides/slide10.xml" Id="R33fe53098fec4805" /><Relationship Type="http://schemas.openxmlformats.org/officeDocument/2006/relationships/slide" Target="/ppt/slides/slide11.xml" Id="R64d2d50790a249fb" /><Relationship Type="http://schemas.openxmlformats.org/officeDocument/2006/relationships/slide" Target="/ppt/slides/slide12.xml" Id="R1b794b9b0ff04392" /><Relationship Type="http://schemas.openxmlformats.org/officeDocument/2006/relationships/slide" Target="/ppt/slides/slide13.xml" Id="Rab83a651c5b840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6a61036e3e48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91c40b2db764c80" /><Relationship Type="http://schemas.openxmlformats.org/officeDocument/2006/relationships/notesMaster" Target="/ppt/notesMasters/notesMaster1.xml" Id="R0a1938961ecf41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995a84849444cea" /><Relationship Type="http://schemas.openxmlformats.org/officeDocument/2006/relationships/notesMaster" Target="/ppt/notesMasters/notesMaster1.xml" Id="R5e40e553f8ea46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642744f31f4147" /><Relationship Type="http://schemas.openxmlformats.org/officeDocument/2006/relationships/notesMaster" Target="/ppt/notesMasters/notesMaster1.xml" Id="R46c5e75511f94dc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b160f4272a4e92" /><Relationship Type="http://schemas.openxmlformats.org/officeDocument/2006/relationships/notesMaster" Target="/ppt/notesMasters/notesMaster1.xml" Id="R9418c0747e06420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29550734d746a6" /><Relationship Type="http://schemas.openxmlformats.org/officeDocument/2006/relationships/notesMaster" Target="/ppt/notesMasters/notesMaster1.xml" Id="Rff59156cada2449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7eab031f904b31" /><Relationship Type="http://schemas.openxmlformats.org/officeDocument/2006/relationships/notesMaster" Target="/ppt/notesMasters/notesMaster1.xml" Id="Rbc811978943f4c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0eec4e08d547c3" /><Relationship Type="http://schemas.openxmlformats.org/officeDocument/2006/relationships/notesMaster" Target="/ppt/notesMasters/notesMaster1.xml" Id="R5a8c5d2a4dfe40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40e89aad774c22" /><Relationship Type="http://schemas.openxmlformats.org/officeDocument/2006/relationships/notesMaster" Target="/ppt/notesMasters/notesMaster1.xml" Id="R625e3bcff0c04d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bb7cebb57744f7" /><Relationship Type="http://schemas.openxmlformats.org/officeDocument/2006/relationships/notesMaster" Target="/ppt/notesMasters/notesMaster1.xml" Id="R6236e654bff24a0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062d7400934601" /><Relationship Type="http://schemas.openxmlformats.org/officeDocument/2006/relationships/notesMaster" Target="/ppt/notesMasters/notesMaster1.xml" Id="R72b4020526ed422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e771d4d4d54cd4" /><Relationship Type="http://schemas.openxmlformats.org/officeDocument/2006/relationships/notesMaster" Target="/ppt/notesMasters/notesMaster1.xml" Id="Rc1cbe0468c5a41d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b1c1e0815444cbd" /><Relationship Type="http://schemas.openxmlformats.org/officeDocument/2006/relationships/notesMaster" Target="/ppt/notesMasters/notesMaster1.xml" Id="Rca88b834c91e4ca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8daf733a094f72" /><Relationship Type="http://schemas.openxmlformats.org/officeDocument/2006/relationships/notesMaster" Target="/ppt/notesMasters/notesMaster1.xml" Id="R3170bca98b064d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7a0871691e4b8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b5824f4630d485f" /><Relationship Type="http://schemas.openxmlformats.org/officeDocument/2006/relationships/slideLayout" Target="/ppt/slideLayouts/slideLayout1.xml" Id="Rdbd3b141d60947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d3b141d60947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35a56b0264f1e" /><Relationship Type="http://schemas.openxmlformats.org/officeDocument/2006/relationships/notesSlide" Target="/ppt/notesSlides/notesSlide1.xml" Id="R2c3fecd07a9d44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82cb3513e48cf" /><Relationship Type="http://schemas.openxmlformats.org/officeDocument/2006/relationships/notesSlide" Target="/ppt/notesSlides/notesSlide2.xml" Id="R002d5fdd335c424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08bf52067463c" /><Relationship Type="http://schemas.openxmlformats.org/officeDocument/2006/relationships/notesSlide" Target="/ppt/notesSlides/notesSlide3.xml" Id="R65d2c2bb7b1046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1d9902e0c4075" /><Relationship Type="http://schemas.openxmlformats.org/officeDocument/2006/relationships/notesSlide" Target="/ppt/notesSlides/notesSlide4.xml" Id="R1999b5eb3a0841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450d60c2264684" /><Relationship Type="http://schemas.openxmlformats.org/officeDocument/2006/relationships/notesSlide" Target="/ppt/notesSlides/notesSlide5.xml" Id="Ref28162ec82e4d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cc648d5fb4827" /><Relationship Type="http://schemas.openxmlformats.org/officeDocument/2006/relationships/notesSlide" Target="/ppt/notesSlides/notesSlide6.xml" Id="R8890d38d496c498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7bb99f6fe44fc" /><Relationship Type="http://schemas.openxmlformats.org/officeDocument/2006/relationships/notesSlide" Target="/ppt/notesSlides/notesSlide7.xml" Id="R31bf5367e1534c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3d8d804c334f14" /><Relationship Type="http://schemas.openxmlformats.org/officeDocument/2006/relationships/notesSlide" Target="/ppt/notesSlides/notesSlide8.xml" Id="Rd15fa00812814c7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ff8ca44b548da" /><Relationship Type="http://schemas.openxmlformats.org/officeDocument/2006/relationships/notesSlide" Target="/ppt/notesSlides/notesSlide9.xml" Id="Ra4e7d31ae2f742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a94fcabde4da8" /><Relationship Type="http://schemas.openxmlformats.org/officeDocument/2006/relationships/notesSlide" Target="/ppt/notesSlides/notesSlide10.xml" Id="Rccb13b8cd1d149a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85d16f67345cc" /><Relationship Type="http://schemas.openxmlformats.org/officeDocument/2006/relationships/notesSlide" Target="/ppt/notesSlides/notesSlide11.xml" Id="R21b6c4672f0541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4d65541ee4da0" /><Relationship Type="http://schemas.openxmlformats.org/officeDocument/2006/relationships/notesSlide" Target="/ppt/notesSlides/notesSlide12.xml" Id="Rfcebe0528f4f43c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fa75a174144997" /><Relationship Type="http://schemas.openxmlformats.org/officeDocument/2006/relationships/notesSlide" Target="/ppt/notesSlides/notesSlide13.xml" Id="Rf5a2d0376c7a4e9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56B84-58B7-4FFB-A608-D1596450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LAUNDRY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28F80-141D-46F7-BFAB-5F7DB978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047 — Monthly Dryer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AC4E5F-07F2-4F31-A2EE-65CBB7A6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8AA05-A8A6-4CAE-A0F9-5CBCD2A6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04F14-C2E2-435D-8841-C9AD5B1B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B74BD-3A77-42AF-90A3-CC51C8F7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20307796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B6D25-BA62-4830-9639-521BBBAF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LAUNDRY MAINTENANCE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CC26C-9CA3-444E-A912-6C7113BF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1BD0E-D5F9-425F-B43E-894EFCBF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BF30A-5837-435E-96F5-FBBDAA1C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143663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36805B-3066-48B7-A5BE-D1B7347C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9F3813-0A56-4114-8D6C-20C33A3F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CA376A-7483-40E6-84A6-8F2BF594D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167643-F930-44FC-9936-8B343E648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CD486-D093-469B-BCFF-29A55032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CF887-03F4-4D77-878D-EB166824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48065E-1884-4488-81E0-4C9DCC5E4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071FEA-4145-4305-B9AA-E45325E6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DE4C9A-7EF4-48C9-B642-2C9C2E23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3863DD-D9C0-4018-B68C-7F634D4D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4C2D19-42EE-44E1-8347-36E200B2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C70BC3-EB8A-46C7-A1A9-8BABC976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5615D-53E8-4123-9AE8-B59640E6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Maintenance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428DB-8789-42AD-8549-4EB98E66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47133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B4737-6F38-4312-87A7-A4710CB8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8E54E-16E6-4B11-8F7B-7CBC999F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8D322-0200-44A7-BACD-D051F680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 heat, steam, electrical and rotational hazards. • Clean lint paths and inspect drive, airflow and sensing components.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0E167-3C34-4AFB-A109-6D5F09E6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3CE4D9-7092-4C20-BDCB-443285FA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Function-test interlocks and temperature control after maintenance.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D2E88-78C8-4F9E-8D58-8C93BE9D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45A65-4C38-4982-9797-F286ECA5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Maintenance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96DCDF-7E14-4C16-B17A-D451CC76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767517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811C6-7729-44F6-9E65-CC76CB33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AE4158-E2D1-4598-BD3B-1C10975A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1F59F-952F-442A-B7BC-788715DE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35259-31E8-424D-A681-1539C56E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A856BD-0C8A-4D1E-974B-34D0F7214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01DA0-2711-4FD1-B07B-C5FDF681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6F6D74-06D7-4690-8533-EBC2C53B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Maintenance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D334F8-C1C1-4E62-BEBC-7B64B8B5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458849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245380-D34C-4E03-AA61-3F2A2DFC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AA8BB-16D2-438A-89FB-2D948F240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E1A43-6CB2-49A0-95C3-47F73197F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598E21-5FCA-473B-8A04-B7CD35BC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BF36A4-C217-4431-8622-394314B8D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CFE835-96EC-4053-91F0-13661599D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A72A63-7C27-4CA6-B104-D12BA0113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Maintenance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2C3C1-D271-40E9-91A3-66D289FE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501270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031327-B573-46A4-8ECB-3449B33B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ED17B8-91EB-4520-A67C-E566E47F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1B73E-602A-4BB8-B77C-C02CE2C0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624D90-08F2-4FCD-8B21-BD01884F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512DB-8B1A-48C1-AF5C-BB97C707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FC2476-98D7-4865-BAD8-25B017C3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5FCE68-25A2-486F-9E37-709F8146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4ECCF-DF1B-4335-BAF7-DCB52E5E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1BF67E-528B-4817-B8B7-83EE85A5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260681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7C8ED-3C8F-42E4-8594-080FA085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FE79F-8809-4D09-AFB7-A4A5400A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5ACB1E-E136-467C-8526-2CFD0F66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5B78A-D140-43E8-8561-ED4C3F71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FD79D-9D26-4254-A002-BD075161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E4857-773C-4AED-AAA2-071A91AA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ABF4C-6A05-4C5D-80A0-51EFB003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ED754-82BF-46D1-9BA8-7F55639E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5CF07B-4742-4E0E-9EE5-0033A5F4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248907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C85CF-EA07-44A8-A4C2-83C83E22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DC7BB-9DAE-4062-B732-6B7E2FDC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F32B4C-F98C-454D-9D17-1B487C587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2783C2-CA85-48A6-BD9F-C40B2338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7D704-AF0A-40FA-BFBC-F26DB63F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A0415-7EBB-471F-A625-C5CF6BC4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86BC28-7A05-4E6E-BBC4-72A6AC71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033EB-0A88-4C42-B38C-3158FB3F2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13155-4108-4378-A3EF-4C1279D9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5283098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2DA57-C6E7-4792-AE3E-FBF0E622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79076-F18A-4863-95B6-0805E473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47CC9A-12E1-41DB-A524-7DBF1ACC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D1D3CC-4DDD-4324-8B99-A4A7E5183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673A4-6B30-4D4C-B387-7D5F16DF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AA6224-92DE-4847-985B-67E8F794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60C829-3C0B-4556-9EF4-7083F12A3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5AE43D-E803-4BC1-B25D-D349628C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386132-B2FE-4FEB-A878-934C62A1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23660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BB977C-6C4D-4DE7-A890-F5DF3ECE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39179-CF79-43AA-863C-E102235F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4F64A-2F78-419E-9005-A222179B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905D7B-CA2D-4512-8D1A-AD77360DD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2523D7-ED66-4135-9F2F-4A69CCC8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4A5DC4-AEF7-4705-B67B-D8C051D2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4080A9-32EA-40D9-AB1B-A56D13171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1E384-B29D-424B-99B2-2E5FFF22B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AEE018-2FAF-4696-9A1A-EC53A284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130718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058D99-CAA8-4F40-8FF3-0AE02633F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239BF-1301-4CEB-8ED4-66E2C424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9C6912-4FA4-472A-8B27-A120C9BF9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F8F344-AF0C-4552-8F45-667F5382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161F4-B4CF-4A14-9820-08046C53F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A7EC1-0E8D-4017-A181-2801852D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08C2D-F60A-44FF-A501-7B6C6F59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6FD45-BB15-4B81-903A-FA02E323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Maintenance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F2EE6-A81D-4CA6-8A48-A4F7469E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907811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B125D-02B8-48FC-88CD-EFCD832D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7AACC-C244-41DB-AF63-1FD98E4D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9DB07-BE3D-4F56-8660-4E1CF989B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89E856-0491-440C-AB55-1A495B32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069145-07E0-4AAF-AC45-8692C94B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25454-1BD5-4965-9E1C-071476C03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AF663-46C8-401E-B91C-D095C396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Maintenance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5DE19-7F59-4644-9F1A-017E0977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863812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2026-08-15T02:50:15.9470000Z</dcterms:created>
  <dcterms:modified xsi:type="dcterms:W3CDTF">2026-08-15T02:50:15.9470000Z</dcterms:modified>
</coreProperties>
</file>