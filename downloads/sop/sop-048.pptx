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699135385540ef" /><Relationship Type="http://schemas.openxmlformats.org/officeDocument/2006/relationships/extended-properties" Target="/docProps/app.xml" Id="R58803f47ebfd4bc8" /><Relationship Type="http://schemas.openxmlformats.org/officeDocument/2006/relationships/officeDocument" Target="/ppt/presentation.xml" Id="R2189bc2cafe34c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1372b0dd044757"/>
  </p:sldMasterIdLst>
  <p:notesMasterIdLst>
    <p:notesMasterId xmlns:r="http://schemas.openxmlformats.org/officeDocument/2006/relationships" r:id="Rce41679890ea42ac"/>
  </p:notesMasterIdLst>
  <p:sldIdLst>
    <p:sldId xmlns:r="http://schemas.openxmlformats.org/officeDocument/2006/relationships" id="256" r:id="Rb241a59e2d6840b0"/>
    <p:sldId xmlns:r="http://schemas.openxmlformats.org/officeDocument/2006/relationships" id="257" r:id="R20e938b60efc460e"/>
    <p:sldId xmlns:r="http://schemas.openxmlformats.org/officeDocument/2006/relationships" id="258" r:id="R68a60ddd28ac4800"/>
    <p:sldId xmlns:r="http://schemas.openxmlformats.org/officeDocument/2006/relationships" id="259" r:id="R7d655856d52c449f"/>
    <p:sldId xmlns:r="http://schemas.openxmlformats.org/officeDocument/2006/relationships" id="260" r:id="R770e3d1d1c0c4074"/>
    <p:sldId xmlns:r="http://schemas.openxmlformats.org/officeDocument/2006/relationships" id="261" r:id="R22bc242059ea427a"/>
    <p:sldId xmlns:r="http://schemas.openxmlformats.org/officeDocument/2006/relationships" id="262" r:id="Rb3ac4fe8d7c6475d"/>
    <p:sldId xmlns:r="http://schemas.openxmlformats.org/officeDocument/2006/relationships" id="263" r:id="R126b80cf70a54877"/>
    <p:sldId xmlns:r="http://schemas.openxmlformats.org/officeDocument/2006/relationships" id="264" r:id="R366bf03746074ccb"/>
    <p:sldId xmlns:r="http://schemas.openxmlformats.org/officeDocument/2006/relationships" id="265" r:id="Rdfa6d8040bf647d6"/>
    <p:sldId xmlns:r="http://schemas.openxmlformats.org/officeDocument/2006/relationships" id="266" r:id="R86f57412ffb1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f85e31022469e" /><Relationship Type="http://schemas.openxmlformats.org/officeDocument/2006/relationships/slideMaster" Target="/ppt/slideMasters/slideMaster1.xml" Id="R141372b0dd044757" /><Relationship Type="http://schemas.openxmlformats.org/officeDocument/2006/relationships/notesMaster" Target="/ppt/notesMasters/notesMaster1.xml" Id="Rce41679890ea42ac" /><Relationship Type="http://schemas.openxmlformats.org/officeDocument/2006/relationships/presProps" Target="/ppt/presProps.xml" Id="Rb11c3589e4a54832" /><Relationship Type="http://schemas.openxmlformats.org/officeDocument/2006/relationships/tableStyles" Target="/ppt/tableStyles.xml" Id="R99abef812c5148a0" /><Relationship Type="http://schemas.openxmlformats.org/officeDocument/2006/relationships/slide" Target="/ppt/slides/slide1.xml" Id="Rb241a59e2d6840b0" /><Relationship Type="http://schemas.openxmlformats.org/officeDocument/2006/relationships/slide" Target="/ppt/slides/slide2.xml" Id="R20e938b60efc460e" /><Relationship Type="http://schemas.openxmlformats.org/officeDocument/2006/relationships/slide" Target="/ppt/slides/slide3.xml" Id="R68a60ddd28ac4800" /><Relationship Type="http://schemas.openxmlformats.org/officeDocument/2006/relationships/slide" Target="/ppt/slides/slide4.xml" Id="R7d655856d52c449f" /><Relationship Type="http://schemas.openxmlformats.org/officeDocument/2006/relationships/slide" Target="/ppt/slides/slide5.xml" Id="R770e3d1d1c0c4074" /><Relationship Type="http://schemas.openxmlformats.org/officeDocument/2006/relationships/slide" Target="/ppt/slides/slide6.xml" Id="R22bc242059ea427a" /><Relationship Type="http://schemas.openxmlformats.org/officeDocument/2006/relationships/slide" Target="/ppt/slides/slide7.xml" Id="Rb3ac4fe8d7c6475d" /><Relationship Type="http://schemas.openxmlformats.org/officeDocument/2006/relationships/slide" Target="/ppt/slides/slide8.xml" Id="R126b80cf70a54877" /><Relationship Type="http://schemas.openxmlformats.org/officeDocument/2006/relationships/slide" Target="/ppt/slides/slide9.xml" Id="R366bf03746074ccb" /><Relationship Type="http://schemas.openxmlformats.org/officeDocument/2006/relationships/slide" Target="/ppt/slides/slide10.xml" Id="Rdfa6d8040bf647d6" /><Relationship Type="http://schemas.openxmlformats.org/officeDocument/2006/relationships/slide" Target="/ppt/slides/slide11.xml" Id="R86f57412ffb1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d88200bf7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672ddbb731443a" /><Relationship Type="http://schemas.openxmlformats.org/officeDocument/2006/relationships/notesMaster" Target="/ppt/notesMasters/notesMaster1.xml" Id="R69337cbaa7d1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33085c84e45ff" /><Relationship Type="http://schemas.openxmlformats.org/officeDocument/2006/relationships/notesMaster" Target="/ppt/notesMasters/notesMaster1.xml" Id="Rb22b5dc6e8e546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894dd38554486" /><Relationship Type="http://schemas.openxmlformats.org/officeDocument/2006/relationships/notesMaster" Target="/ppt/notesMasters/notesMaster1.xml" Id="R0c1efaeebf5c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40982923b64b60" /><Relationship Type="http://schemas.openxmlformats.org/officeDocument/2006/relationships/notesMaster" Target="/ppt/notesMasters/notesMaster1.xml" Id="R712f562e240d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ab8f06ab94058" /><Relationship Type="http://schemas.openxmlformats.org/officeDocument/2006/relationships/notesMaster" Target="/ppt/notesMasters/notesMaster1.xml" Id="R501ca96249c0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ffe1226bc4851" /><Relationship Type="http://schemas.openxmlformats.org/officeDocument/2006/relationships/notesMaster" Target="/ppt/notesMasters/notesMaster1.xml" Id="Re02f8415dc1c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080b7e082a4f70" /><Relationship Type="http://schemas.openxmlformats.org/officeDocument/2006/relationships/notesMaster" Target="/ppt/notesMasters/notesMaster1.xml" Id="R8946e8dbdb15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44a4422d914760" /><Relationship Type="http://schemas.openxmlformats.org/officeDocument/2006/relationships/notesMaster" Target="/ppt/notesMasters/notesMaster1.xml" Id="R3a11195102dc4d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826869d704988" /><Relationship Type="http://schemas.openxmlformats.org/officeDocument/2006/relationships/notesMaster" Target="/ppt/notesMasters/notesMaster1.xml" Id="R1c214dc7626a47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faa84e625244a9" /><Relationship Type="http://schemas.openxmlformats.org/officeDocument/2006/relationships/notesMaster" Target="/ppt/notesMasters/notesMaster1.xml" Id="R910a498553a243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7fa79b22a4ff1" /><Relationship Type="http://schemas.openxmlformats.org/officeDocument/2006/relationships/notesMaster" Target="/ppt/notesMasters/notesMaster1.xml" Id="R7678ca14f8a0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761de7f91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e518cf9c440e8" /><Relationship Type="http://schemas.openxmlformats.org/officeDocument/2006/relationships/slideLayout" Target="/ppt/slideLayouts/slideLayout1.xml" Id="R962f89cf4c92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f89cf4c92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36e3b63d14a72" /><Relationship Type="http://schemas.openxmlformats.org/officeDocument/2006/relationships/notesSlide" Target="/ppt/notesSlides/notesSlide1.xml" Id="Rd5e0baea844e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9932a3e2a4ff8" /><Relationship Type="http://schemas.openxmlformats.org/officeDocument/2006/relationships/notesSlide" Target="/ppt/notesSlides/notesSlide2.xml" Id="Ref0ae8a0d3d9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602f031a54da7" /><Relationship Type="http://schemas.openxmlformats.org/officeDocument/2006/relationships/notesSlide" Target="/ppt/notesSlides/notesSlide3.xml" Id="R713fee2fd36b4b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2cdbbd2464a00" /><Relationship Type="http://schemas.openxmlformats.org/officeDocument/2006/relationships/notesSlide" Target="/ppt/notesSlides/notesSlide4.xml" Id="Re64ee0e2fb5e49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1ed12c824f9f" /><Relationship Type="http://schemas.openxmlformats.org/officeDocument/2006/relationships/notesSlide" Target="/ppt/notesSlides/notesSlide5.xml" Id="Raacc1f8cc4214f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fbf47e64b48f1" /><Relationship Type="http://schemas.openxmlformats.org/officeDocument/2006/relationships/notesSlide" Target="/ppt/notesSlides/notesSlide6.xml" Id="R2036f1f5084642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60aa8733c43de" /><Relationship Type="http://schemas.openxmlformats.org/officeDocument/2006/relationships/notesSlide" Target="/ppt/notesSlides/notesSlide7.xml" Id="Rae64228b18724b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70f091e924ff0" /><Relationship Type="http://schemas.openxmlformats.org/officeDocument/2006/relationships/notesSlide" Target="/ppt/notesSlides/notesSlide8.xml" Id="Rbdb012dbc583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991a1a59d417c" /><Relationship Type="http://schemas.openxmlformats.org/officeDocument/2006/relationships/notesSlide" Target="/ppt/notesSlides/notesSlide9.xml" Id="R3886db45ee6343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7ab14d71435c" /><Relationship Type="http://schemas.openxmlformats.org/officeDocument/2006/relationships/notesSlide" Target="/ppt/notesSlides/notesSlide10.xml" Id="R6b510d1c7d584a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d5d0ea31945ef" /><Relationship Type="http://schemas.openxmlformats.org/officeDocument/2006/relationships/notesSlide" Target="/ppt/notesSlides/notesSlide11.xml" Id="R42f1cb2dda764d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95B30-8E5D-46D6-A9D1-BB9F1AB1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LAUNDRY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1490-538A-440E-8E68-893A3A9B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048 — CBW &amp; Power Press Service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4C514-1055-4335-BCBB-F774E07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79FF-8056-4306-9394-4A2930B8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290D1-42FA-4B7F-9B8B-4E1815C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6A753-A219-4B4D-9916-D362B385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648033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E8CC5-2256-4055-862E-3A6AD3C3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LAUNDRY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82B1E-F32C-4F4B-A4F5-04FDE94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7B291-E53F-44A6-8646-CED2CA10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2EDC-84CB-4297-97FF-D79CA338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37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0BD5E-8907-4313-A935-8F17EA8E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6873-8B53-4CAA-8748-5C6AF5BC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96D2-3FD3-4F2C-9749-54EDA5F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C0785-9FBD-478E-85D1-E4B4E11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A4C2-E16B-4773-A653-4A06F692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0B171-59BF-4DEC-8B6C-F9591DD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3BB0F-8E50-49E4-97CA-99A899C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6BB13-CC04-4BD5-9455-17D3375C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5B9E7-26EC-4DAC-BFA5-59538B4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57160-6C2C-4606-9787-8E52378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29047-EF6D-4E59-8DE3-3031AD8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1867-693D-491A-9AAD-A35815B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F52FE-0E41-4841-81ED-8768EA3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75F46-9CEA-4D3D-BDFD-4CB7720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106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24506-9E4C-4DF3-9297-E2ECC85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90F6-5085-4FD3-B67E-D25C933F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82E05-B37F-4EB7-937F-5F2E9CD8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Restrict service mode to authorized competent personnel. • Control automatic movement and maintain an exclusion zone.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9269B-B49E-4C6F-ABC6-984CE51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0BCFB-7B25-40B3-8426-91E8A3E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Exit service mode and confirm normal safeguards before release.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CB90A-E4AF-4334-A0BC-4AA759AB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B4595-6B3D-473A-8CE3-ACD1B8F1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45EF5-0AF3-4A1B-A31C-DFD86C6B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8607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EEE6F-B23B-4D17-9498-23DEE689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700A5-13F0-477A-BA84-7BC0089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5D3FC-4189-4A69-A39B-16C9D5C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7B2B3-A4F9-41F4-8722-363C92D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3730F-869F-40A7-ADD5-E954620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1E10-0892-4E7C-97E5-A163350C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3AC16-B0DC-4DC0-B112-50114205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6CF2-5BCA-4DA1-A985-0E117CD5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341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00896-3511-44C4-965A-EF140AB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843EB-AE43-48FD-A72A-CA789981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F196-38AE-4AEA-8633-BD05A34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E3889-3926-46ED-9799-09ADEE8D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0B173-60B7-4AA8-BF27-15EFD2F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3BA3D-9C33-4F19-A52D-91700F7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53389-3F07-43EF-8646-D19793DF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5913F-0C0E-4C78-B09E-561D958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3623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175B9-F579-4D88-81DD-CBBA118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9A7D9-797F-4A79-9E28-E6CB06FB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1E0F-145F-4FAF-8DD5-36DA00A6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6075-C598-4437-80B2-E7571D8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88E4-E403-45A2-84F0-5987E58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E8D0F-DCEA-4B57-9D5D-FFDCED90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3438-B328-43B3-8806-23A6CD3D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37E18-FEBC-4A2D-BFB3-76CF148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16DA-4A07-4F56-B0B4-E1F8E0B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9070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C0D48-0526-4C05-9439-15C242D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D10E-4560-4E28-8508-C3EA887B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529AA-657A-4627-9BF6-EC34B61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EF91E-70E4-4C59-988E-07131020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993E-0379-4A61-8BEA-08498310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6B77D-5302-4EE7-9952-F1B3934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EB7B-F79B-4D39-B9BA-A86866F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BE5F6-50C5-40E6-8EDD-8591D94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4C372-F192-4756-BAB4-C5697A61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0708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72A1-213F-4B67-8C86-B56C515C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74EA5-E1AB-4DE0-B65C-7B62F88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047B1-7B51-4E68-BFAD-5C1FD3E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AA841-FF46-428B-9D2B-6F5F532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EB2EC-EA93-43B3-A7B4-89BC4FC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892CB-C2EF-4DEB-8229-043713C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98B3F-20F5-40C5-A706-421EA46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D21E5-AC0C-4032-8AB4-1727FE6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C3869-7259-459B-9331-93E1EFBE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1942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F2582-88CE-4A25-B4A6-6A4F0A4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D5720-72BE-42BD-90B2-4EE37A0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53E39-F6FE-46F0-A67F-1062EBC7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C731-805E-406B-9076-4F1B399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CC48-A3A2-43AD-B87A-DBE50915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4DE4-88AF-45B5-AE52-1B166557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B6A88-E5AC-4C11-83A2-9184F9D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F0000-F6BB-4FAD-8B1A-9A46EBE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ED7B0-3D15-4B02-AAE7-EC085188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0067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27E46-7530-4C30-8963-B9C5BB8F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72786-A9A2-412A-9766-F08085BB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64C15-FF20-415B-A577-BA577FA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AA924-EA91-44B8-8975-AA77D7F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78A48-BB00-4C51-B1DD-C068FED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7BF77-EDE5-4B91-B26A-4A9E69D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767BC-739C-4172-A8AA-E0F52BD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849D-5847-49E4-AE53-57DEAD63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207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2026-08-15T02:50:16.2490000Z</dcterms:created>
  <dcterms:modified xsi:type="dcterms:W3CDTF">2026-08-15T02:50:16.2490000Z</dcterms:modified>
</coreProperties>
</file>