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c88d5e5f9e14501" /><Relationship Type="http://schemas.openxmlformats.org/officeDocument/2006/relationships/extended-properties" Target="/docProps/app.xml" Id="R43442a2f57fd4dba" /><Relationship Type="http://schemas.openxmlformats.org/officeDocument/2006/relationships/officeDocument" Target="/ppt/presentation.xml" Id="R7d70fc1b03ad4fd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6aa9a97a96a4669"/>
  </p:sldMasterIdLst>
  <p:notesMasterIdLst>
    <p:notesMasterId xmlns:r="http://schemas.openxmlformats.org/officeDocument/2006/relationships" r:id="R69254a97dd2b45e9"/>
  </p:notesMasterIdLst>
  <p:sldIdLst>
    <p:sldId xmlns:r="http://schemas.openxmlformats.org/officeDocument/2006/relationships" id="256" r:id="R6f5ba56f313e49c4"/>
    <p:sldId xmlns:r="http://schemas.openxmlformats.org/officeDocument/2006/relationships" id="257" r:id="R6fa88664e5b34acf"/>
    <p:sldId xmlns:r="http://schemas.openxmlformats.org/officeDocument/2006/relationships" id="258" r:id="R641b1aa2133f4ee2"/>
    <p:sldId xmlns:r="http://schemas.openxmlformats.org/officeDocument/2006/relationships" id="259" r:id="R769ceb052a6e44cb"/>
    <p:sldId xmlns:r="http://schemas.openxmlformats.org/officeDocument/2006/relationships" id="260" r:id="Rca8118a55c2343c5"/>
    <p:sldId xmlns:r="http://schemas.openxmlformats.org/officeDocument/2006/relationships" id="261" r:id="R2e934b18a65e4e37"/>
    <p:sldId xmlns:r="http://schemas.openxmlformats.org/officeDocument/2006/relationships" id="262" r:id="R69e90c77ea4a4934"/>
    <p:sldId xmlns:r="http://schemas.openxmlformats.org/officeDocument/2006/relationships" id="263" r:id="Rc633fcb067144cba"/>
    <p:sldId xmlns:r="http://schemas.openxmlformats.org/officeDocument/2006/relationships" id="264" r:id="Re79ac8a368864b0c"/>
    <p:sldId xmlns:r="http://schemas.openxmlformats.org/officeDocument/2006/relationships" id="265" r:id="R8bc170372bd84379"/>
    <p:sldId xmlns:r="http://schemas.openxmlformats.org/officeDocument/2006/relationships" id="266" r:id="Rc3a4879f78754988"/>
    <p:sldId xmlns:r="http://schemas.openxmlformats.org/officeDocument/2006/relationships" id="267" r:id="Rbfc179d0d2ae411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7b53e39ac3f4b6e" /><Relationship Type="http://schemas.openxmlformats.org/officeDocument/2006/relationships/slideMaster" Target="/ppt/slideMasters/slideMaster1.xml" Id="Ra6aa9a97a96a4669" /><Relationship Type="http://schemas.openxmlformats.org/officeDocument/2006/relationships/notesMaster" Target="/ppt/notesMasters/notesMaster1.xml" Id="R69254a97dd2b45e9" /><Relationship Type="http://schemas.openxmlformats.org/officeDocument/2006/relationships/presProps" Target="/ppt/presProps.xml" Id="R27b7a422d17d4cd5" /><Relationship Type="http://schemas.openxmlformats.org/officeDocument/2006/relationships/tableStyles" Target="/ppt/tableStyles.xml" Id="R71db926a4bfd4520" /><Relationship Type="http://schemas.openxmlformats.org/officeDocument/2006/relationships/slide" Target="/ppt/slides/slide1.xml" Id="R6f5ba56f313e49c4" /><Relationship Type="http://schemas.openxmlformats.org/officeDocument/2006/relationships/slide" Target="/ppt/slides/slide2.xml" Id="R6fa88664e5b34acf" /><Relationship Type="http://schemas.openxmlformats.org/officeDocument/2006/relationships/slide" Target="/ppt/slides/slide3.xml" Id="R641b1aa2133f4ee2" /><Relationship Type="http://schemas.openxmlformats.org/officeDocument/2006/relationships/slide" Target="/ppt/slides/slide4.xml" Id="R769ceb052a6e44cb" /><Relationship Type="http://schemas.openxmlformats.org/officeDocument/2006/relationships/slide" Target="/ppt/slides/slide5.xml" Id="Rca8118a55c2343c5" /><Relationship Type="http://schemas.openxmlformats.org/officeDocument/2006/relationships/slide" Target="/ppt/slides/slide6.xml" Id="R2e934b18a65e4e37" /><Relationship Type="http://schemas.openxmlformats.org/officeDocument/2006/relationships/slide" Target="/ppt/slides/slide7.xml" Id="R69e90c77ea4a4934" /><Relationship Type="http://schemas.openxmlformats.org/officeDocument/2006/relationships/slide" Target="/ppt/slides/slide8.xml" Id="Rc633fcb067144cba" /><Relationship Type="http://schemas.openxmlformats.org/officeDocument/2006/relationships/slide" Target="/ppt/slides/slide9.xml" Id="Re79ac8a368864b0c" /><Relationship Type="http://schemas.openxmlformats.org/officeDocument/2006/relationships/slide" Target="/ppt/slides/slide10.xml" Id="R8bc170372bd84379" /><Relationship Type="http://schemas.openxmlformats.org/officeDocument/2006/relationships/slide" Target="/ppt/slides/slide11.xml" Id="Rc3a4879f78754988" /><Relationship Type="http://schemas.openxmlformats.org/officeDocument/2006/relationships/slide" Target="/ppt/slides/slide12.xml" Id="Rbfc179d0d2ae411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ced4a9c818146f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fefb216595d4982" /><Relationship Type="http://schemas.openxmlformats.org/officeDocument/2006/relationships/notesMaster" Target="/ppt/notesMasters/notesMaster1.xml" Id="Re123ca24a2c7488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4b5aa7c73184bd8" /><Relationship Type="http://schemas.openxmlformats.org/officeDocument/2006/relationships/notesMaster" Target="/ppt/notesMasters/notesMaster1.xml" Id="R2f2e2291f7aa4c7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cf8f95c9f6543fb" /><Relationship Type="http://schemas.openxmlformats.org/officeDocument/2006/relationships/notesMaster" Target="/ppt/notesMasters/notesMaster1.xml" Id="R88cfb0e811ab4e9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475d340e01943e2" /><Relationship Type="http://schemas.openxmlformats.org/officeDocument/2006/relationships/notesMaster" Target="/ppt/notesMasters/notesMaster1.xml" Id="Re08b37b93ea74f3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82cfdc5cebf4045" /><Relationship Type="http://schemas.openxmlformats.org/officeDocument/2006/relationships/notesMaster" Target="/ppt/notesMasters/notesMaster1.xml" Id="Ra172c61f3a4d428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d6980cf4284414d" /><Relationship Type="http://schemas.openxmlformats.org/officeDocument/2006/relationships/notesMaster" Target="/ppt/notesMasters/notesMaster1.xml" Id="Rbe1a492a793a455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e8578059dba430a" /><Relationship Type="http://schemas.openxmlformats.org/officeDocument/2006/relationships/notesMaster" Target="/ppt/notesMasters/notesMaster1.xml" Id="R10cffcb41da34c0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1482683842e4988" /><Relationship Type="http://schemas.openxmlformats.org/officeDocument/2006/relationships/notesMaster" Target="/ppt/notesMasters/notesMaster1.xml" Id="R607b7c714303436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45726dae048440a" /><Relationship Type="http://schemas.openxmlformats.org/officeDocument/2006/relationships/notesMaster" Target="/ppt/notesMasters/notesMaster1.xml" Id="Rfb4bf1f68eff48c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b863c13d1a94327" /><Relationship Type="http://schemas.openxmlformats.org/officeDocument/2006/relationships/notesMaster" Target="/ppt/notesMasters/notesMaster1.xml" Id="R381b2315e3df42e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48ea0cc8638471d" /><Relationship Type="http://schemas.openxmlformats.org/officeDocument/2006/relationships/notesMaster" Target="/ppt/notesMasters/notesMaster1.xml" Id="Rf5bd18ff7ed341c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8c71332646a4222" /><Relationship Type="http://schemas.openxmlformats.org/officeDocument/2006/relationships/notesMaster" Target="/ppt/notesMasters/notesMaster1.xml" Id="R359e26b905da482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d50f31ec894c6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34d778486df44b8" /><Relationship Type="http://schemas.openxmlformats.org/officeDocument/2006/relationships/slideLayout" Target="/ppt/slideLayouts/slideLayout1.xml" Id="Rd3e4dabea4a44d2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3e4dabea4a44d2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1264116c2b45ea" /><Relationship Type="http://schemas.openxmlformats.org/officeDocument/2006/relationships/notesSlide" Target="/ppt/notesSlides/notesSlide1.xml" Id="R04fda46d1f1e4a6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dfe19641ea4177" /><Relationship Type="http://schemas.openxmlformats.org/officeDocument/2006/relationships/notesSlide" Target="/ppt/notesSlides/notesSlide2.xml" Id="Ree994d5f264a44a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f12a3f473f4bf4" /><Relationship Type="http://schemas.openxmlformats.org/officeDocument/2006/relationships/notesSlide" Target="/ppt/notesSlides/notesSlide3.xml" Id="Raa7bb04ad7b2474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94d12138944fe0" /><Relationship Type="http://schemas.openxmlformats.org/officeDocument/2006/relationships/notesSlide" Target="/ppt/notesSlides/notesSlide4.xml" Id="R627e63c21f0d45a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9d5516610a44f0" /><Relationship Type="http://schemas.openxmlformats.org/officeDocument/2006/relationships/notesSlide" Target="/ppt/notesSlides/notesSlide5.xml" Id="Rd11dec49483247e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d48a00e059464b" /><Relationship Type="http://schemas.openxmlformats.org/officeDocument/2006/relationships/notesSlide" Target="/ppt/notesSlides/notesSlide6.xml" Id="Ra8312550938848f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7b22c583bc4dcd" /><Relationship Type="http://schemas.openxmlformats.org/officeDocument/2006/relationships/notesSlide" Target="/ppt/notesSlides/notesSlide7.xml" Id="R7f9787e6f099410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e124fc55a846b4" /><Relationship Type="http://schemas.openxmlformats.org/officeDocument/2006/relationships/notesSlide" Target="/ppt/notesSlides/notesSlide8.xml" Id="R3339e9b6d0854bf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eea33b97054fa3" /><Relationship Type="http://schemas.openxmlformats.org/officeDocument/2006/relationships/notesSlide" Target="/ppt/notesSlides/notesSlide9.xml" Id="R6f737aaa97a8447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dc6a03adbd433a" /><Relationship Type="http://schemas.openxmlformats.org/officeDocument/2006/relationships/notesSlide" Target="/ppt/notesSlides/notesSlide10.xml" Id="R657349d1792e4bc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1f83f42587414c" /><Relationship Type="http://schemas.openxmlformats.org/officeDocument/2006/relationships/notesSlide" Target="/ppt/notesSlides/notesSlide11.xml" Id="Rfaaeece4c2a8478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53f0044a9c404e" /><Relationship Type="http://schemas.openxmlformats.org/officeDocument/2006/relationships/notesSlide" Target="/ppt/notesSlides/notesSlide12.xml" Id="Rcdc9b8e58b914c8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5BCF88-49CA-4D21-BB1A-A34F1806F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SOP • POWER TOOLS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1BA810-B38F-4FC7-ADCB-C81DDEBD5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55245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SOP 019 — Jigsaw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44AD3F-A7B6-489B-AC40-BDEA59E15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524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Safe operating procedure and technician briefing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77BFE2-BBF7-47E3-95EA-E99E6D3BF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"/>
            <a:ext cx="5524500" cy="560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50ABF0-BF09-4D27-9A63-475047E54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81250"/>
            <a:ext cx="4343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1CCE4E-921A-43EA-A6CF-6CBD1447E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TECHNICAL TRAINING RESOURCE</a:t>
            </a:r>
          </a:p>
        </p:txBody>
      </p:sp>
    </p:spTree>
    <p:extLst>
      <p:ext uri="{BB962C8B-B14F-4D97-AF65-F5344CB8AC3E}">
        <p14:creationId xmlns:p14="http://schemas.microsoft.com/office/powerpoint/2010/main" val="3635828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1265DE-C3FA-4E43-BCE3-4F14D48CD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SOP • POWER TOOLS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833260-5638-49EB-8D89-2F28AA99D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028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 to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045F5B-3098-4837-8483-3B7E0802C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9E2EC"/>
                </a:solidFill>
                <a:latin typeface="Arial"/>
                <a:ea typeface="Arial"/>
                <a:cs typeface="Arial"/>
              </a:rPr>
              <a:t>Evidence, interpretation and technician application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5C624D-6ECF-45A0-A887-97B0EB40B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52450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2775360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C22A8C-1044-4F3C-A6AC-83D29D0B7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KEY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4E4580-06EB-41FA-9F12-08D14F97C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 controlled technical reference for safe maintenance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03F972-2515-41CE-9694-BEC147270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689183-9A85-40A9-8AFB-5A0590252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SOP 019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643944-EF23-41B3-A796-6E2CBCBE7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Procedure identifier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A6D367-9992-4E63-888F-96635BEEC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BF5759-982E-4703-95B1-1BE4A44AC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BA2F6B-8060-4E19-AFB6-689E70B7E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Controlled source pages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30047A-F8C5-47F3-A8DD-20B0B512D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A1D0B2-9228-4A85-ACE9-2C3CA64C8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Safe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95CAB9-094C-43B4-9195-EE10122D3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Task execution objective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AE27FA-0399-4C93-BDF7-34FA17EDD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55E6DF-0460-410E-98F2-8E15A1ABB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Power Tools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40A0CC-DF5D-439F-9153-161565AFE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26462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61D366-6358-411C-A96D-92B01C109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36A721-A4BF-44E9-ABD2-DA416BCD7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Use the manual as a machine-specific working reference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485FA9-0406-46A9-8B92-4F4AABCC3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Inspect blade, shoe, guard, cable and switch. • Secure the work and select the correct blade and speed.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0DB8E5-8D25-4888-83F1-633B892D7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D00DF5-51E5-4162-8AE0-4C8E34EF7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Keep the cutting path clear and isolate before blade changes. • Complete the checklist, report defects and retain the signed record.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1C812A-014A-4C02-8643-4F3D45361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64AD6D-C3E2-4786-9862-A7F9CA7FB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Power Tools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36C5B9-A061-42AB-8B21-27D526341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343335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296A03-08E5-414E-8992-89EBF56C5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5B6C1E-A640-472F-9BEE-8C7F08654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Apply a consistent safe-work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8D266E-7A72-41DF-B611-541828ED5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Confirm machine identity, model and document revision. • Isolate all energy sources and prove a safe state before access.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06E262-2ED4-4364-A326-D61E84D11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8DFB85-29A0-46DA-9D71-51945A34B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Inspect, measure and diagnose before replacing components. • Function-test safeguards and record the completed work.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A8D06B-24D9-4CC0-9A04-903CDF59A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110A29-98A3-48FC-B2CA-B5F52D868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Power Tools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A430D5-799F-4787-8024-85286005C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47443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E27077-2826-4561-9068-445E0DF0D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B5D1F4-84EB-4BD7-BFF4-27D9034F0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Parts and settings require configuration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4B3906-181B-4D4F-B62F-EC6698EEC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Record original settings and connections before adjustment. • Use exact part numbers or approved supersessions.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1CE4BB-5F27-434E-9F3B-DEEAB4ED0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12A674-0643-41AA-86B1-F80327F22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firmware, program and parameter backups where applicable. • Update the maintenance history after each intervention.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492E94-946C-4D79-A619-D99D77D54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5BF13B-CA63-4ACD-9E98-7233713D8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Power Tools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0D91B4-3E3D-4FAC-BCA3-FAB9822F0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177767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0D6F48-B6FE-41EB-8376-EDB5A9B5F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BC2790-8792-4BB1-B277-C503B1A7A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137FA2-A79F-429C-A4F3-731967618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A9D5A4-F8ED-4583-AF0A-C1B50EB3E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A0089A-5869-493E-9058-4446D9168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B61094-BFC4-4D07-AAE3-ABA6EB4A3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EF1661-8365-4A5B-9B4C-7E41119C9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0F3F95-D81F-41B8-A935-019061776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Power Tools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D550A9-6E91-4E88-8308-A43C74CC5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85932377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20FB4D-534E-462A-B436-428452678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B7FFC1-9018-4A61-9A6B-71487F00A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909D74-404B-4F9F-96B5-FDF23F4A7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EFA037-27CD-4820-B294-8C4287DBD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8562A2-CD25-4066-B586-B021895DD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BB2D21-7086-4282-9E8D-DC569516D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4ECACB-4975-4DF1-B2B4-DD0565991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5D29E2-E4E4-425B-885E-A75C75A0E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Power Tools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140ED9-5352-4F50-B335-BC054AC5D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8607615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2FB17C-5B4C-433C-A708-F7B03EC1F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AD3303-5197-4970-87FC-CA0D66D8C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2031A1-C5CF-44B4-B995-1A4B3C0AB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330B5B-8EC5-4935-9D75-2218FD977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9939B8-2460-4BA6-9B4F-EC5C847B0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9E3B9C-E74F-435F-9867-0CD701C7C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03CD94-1BC4-4DB9-B160-AF4445F6E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6010D5-3D64-4168-AC6E-44E34450E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Power Tools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80E179-1B98-466A-B899-10C82B78F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22727205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39F9AD-5906-4FE3-A7A1-F45DDAAC2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719D4D-1DC3-4F4D-ADD9-D8C918E74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6153DF-CB98-42F0-B13F-7C3AC8427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DED8B6-C2F6-42E4-9FC3-9FC6C6E9A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CC783A-A704-4729-995F-10824B2CF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B5875E-A299-4957-A10B-5C0ACFB4D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95585A-6EC4-4DC8-8A34-9AAA879CC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3EFE65-272E-4398-894D-E5C8AE252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Power Tools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9F25E8-F48F-416F-9357-52DCA9B96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9668136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FDD395-D347-4F61-AC43-492FD1301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6F54B7-A22E-4E4A-AD7A-A7A1D6C4F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EDD743-9724-4DFA-BB1D-2D806A976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794026-3675-4427-806E-D2E3B9033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4F459C-C698-42EF-8B8D-FB8BDE2D8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E04C9C-CDBA-4E3D-8612-60C2380F2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68A6DE-DA4A-46D6-B2D0-B1BB276F6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268DDB-DEAA-4E6F-B014-B4B63D234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Power Tools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299531-9D13-41EA-B535-9AB5270D5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66829410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247097-180D-4831-93D3-B77D04ABE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COMPETENCY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4F0002-B71F-4218-9E7C-336ABD8D2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technicians must retain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ACE970-3D4F-420C-8163-64345F3DE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Identify the correct controlled source before work. • Verify readings, configuration and acceptance criteria.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96706F-5A69-4B60-8C81-D5F2D76FB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B05434-5D4B-4D0F-8E73-033F86475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evidence and escalate unresolved deviations. • Complete safe isolation, functional testing and handover records.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8A4827-E971-465E-93DF-A65009C4C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9BBDCF-0EC3-4EBC-813E-56DB0EEA8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Power Tools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A01A13-8853-43F9-AD92-974C59B6E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6967422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2026-08-15T02:50:10.0440000Z</dcterms:created>
  <dcterms:modified xsi:type="dcterms:W3CDTF">2026-08-15T02:50:10.0440000Z</dcterms:modified>
</coreProperties>
</file>