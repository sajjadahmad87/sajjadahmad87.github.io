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6dfe593fb43b2" /><Relationship Type="http://schemas.openxmlformats.org/officeDocument/2006/relationships/extended-properties" Target="/docProps/app.xml" Id="R69bf0f4b657743da" /><Relationship Type="http://schemas.openxmlformats.org/officeDocument/2006/relationships/officeDocument" Target="/ppt/presentation.xml" Id="Rb234ca7d2d70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1b0e5178244403"/>
  </p:sldMasterIdLst>
  <p:notesMasterIdLst>
    <p:notesMasterId xmlns:r="http://schemas.openxmlformats.org/officeDocument/2006/relationships" r:id="Rf9679ab2b8a74068"/>
  </p:notesMasterIdLst>
  <p:sldIdLst>
    <p:sldId xmlns:r="http://schemas.openxmlformats.org/officeDocument/2006/relationships" id="256" r:id="R6a1a4e6541dd49e1"/>
    <p:sldId xmlns:r="http://schemas.openxmlformats.org/officeDocument/2006/relationships" id="257" r:id="R74f766555d234ed0"/>
    <p:sldId xmlns:r="http://schemas.openxmlformats.org/officeDocument/2006/relationships" id="258" r:id="R580246cd75c446f3"/>
    <p:sldId xmlns:r="http://schemas.openxmlformats.org/officeDocument/2006/relationships" id="259" r:id="R84b31341df294f31"/>
    <p:sldId xmlns:r="http://schemas.openxmlformats.org/officeDocument/2006/relationships" id="260" r:id="Rd917a60a9f3c499c"/>
    <p:sldId xmlns:r="http://schemas.openxmlformats.org/officeDocument/2006/relationships" id="261" r:id="R9d4281623eba428e"/>
    <p:sldId xmlns:r="http://schemas.openxmlformats.org/officeDocument/2006/relationships" id="262" r:id="R84bdd529fefd42d4"/>
    <p:sldId xmlns:r="http://schemas.openxmlformats.org/officeDocument/2006/relationships" id="263" r:id="R73de31d84ff04e3f"/>
    <p:sldId xmlns:r="http://schemas.openxmlformats.org/officeDocument/2006/relationships" id="264" r:id="Raef7cffb34f04c06"/>
    <p:sldId xmlns:r="http://schemas.openxmlformats.org/officeDocument/2006/relationships" id="265" r:id="R1c15597462a543a8"/>
    <p:sldId xmlns:r="http://schemas.openxmlformats.org/officeDocument/2006/relationships" id="266" r:id="Rd89afda6857b46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315851617943ab" /><Relationship Type="http://schemas.openxmlformats.org/officeDocument/2006/relationships/slideMaster" Target="/ppt/slideMasters/slideMaster1.xml" Id="R441b0e5178244403" /><Relationship Type="http://schemas.openxmlformats.org/officeDocument/2006/relationships/notesMaster" Target="/ppt/notesMasters/notesMaster1.xml" Id="Rf9679ab2b8a74068" /><Relationship Type="http://schemas.openxmlformats.org/officeDocument/2006/relationships/presProps" Target="/ppt/presProps.xml" Id="R384b5dcb09fe48ee" /><Relationship Type="http://schemas.openxmlformats.org/officeDocument/2006/relationships/tableStyles" Target="/ppt/tableStyles.xml" Id="R73512583395d4d63" /><Relationship Type="http://schemas.openxmlformats.org/officeDocument/2006/relationships/slide" Target="/ppt/slides/slide1.xml" Id="R6a1a4e6541dd49e1" /><Relationship Type="http://schemas.openxmlformats.org/officeDocument/2006/relationships/slide" Target="/ppt/slides/slide2.xml" Id="R74f766555d234ed0" /><Relationship Type="http://schemas.openxmlformats.org/officeDocument/2006/relationships/slide" Target="/ppt/slides/slide3.xml" Id="R580246cd75c446f3" /><Relationship Type="http://schemas.openxmlformats.org/officeDocument/2006/relationships/slide" Target="/ppt/slides/slide4.xml" Id="R84b31341df294f31" /><Relationship Type="http://schemas.openxmlformats.org/officeDocument/2006/relationships/slide" Target="/ppt/slides/slide5.xml" Id="Rd917a60a9f3c499c" /><Relationship Type="http://schemas.openxmlformats.org/officeDocument/2006/relationships/slide" Target="/ppt/slides/slide6.xml" Id="R9d4281623eba428e" /><Relationship Type="http://schemas.openxmlformats.org/officeDocument/2006/relationships/slide" Target="/ppt/slides/slide7.xml" Id="R84bdd529fefd42d4" /><Relationship Type="http://schemas.openxmlformats.org/officeDocument/2006/relationships/slide" Target="/ppt/slides/slide8.xml" Id="R73de31d84ff04e3f" /><Relationship Type="http://schemas.openxmlformats.org/officeDocument/2006/relationships/slide" Target="/ppt/slides/slide9.xml" Id="Raef7cffb34f04c06" /><Relationship Type="http://schemas.openxmlformats.org/officeDocument/2006/relationships/slide" Target="/ppt/slides/slide10.xml" Id="R1c15597462a543a8" /><Relationship Type="http://schemas.openxmlformats.org/officeDocument/2006/relationships/slide" Target="/ppt/slides/slide11.xml" Id="Rd89afda6857b46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5e10ec8fe2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dd483a37e540d5" /><Relationship Type="http://schemas.openxmlformats.org/officeDocument/2006/relationships/notesMaster" Target="/ppt/notesMasters/notesMaster1.xml" Id="R205e88dc41c1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594f02f2a14b23" /><Relationship Type="http://schemas.openxmlformats.org/officeDocument/2006/relationships/notesMaster" Target="/ppt/notesMasters/notesMaster1.xml" Id="R12752fdb29144f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19e3c51af4f3a" /><Relationship Type="http://schemas.openxmlformats.org/officeDocument/2006/relationships/notesMaster" Target="/ppt/notesMasters/notesMaster1.xml" Id="R950f9a78c9a849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061a52bf141bf" /><Relationship Type="http://schemas.openxmlformats.org/officeDocument/2006/relationships/notesMaster" Target="/ppt/notesMasters/notesMaster1.xml" Id="Re29cef7c7dd8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6edb69dfb4b0d" /><Relationship Type="http://schemas.openxmlformats.org/officeDocument/2006/relationships/notesMaster" Target="/ppt/notesMasters/notesMaster1.xml" Id="Rb1d0ca3beaa04a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e31631810444b" /><Relationship Type="http://schemas.openxmlformats.org/officeDocument/2006/relationships/notesMaster" Target="/ppt/notesMasters/notesMaster1.xml" Id="R403e7e82feb44d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bc4010b284420d" /><Relationship Type="http://schemas.openxmlformats.org/officeDocument/2006/relationships/notesMaster" Target="/ppt/notesMasters/notesMaster1.xml" Id="R39c32c5d229e4c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6a59496384d73" /><Relationship Type="http://schemas.openxmlformats.org/officeDocument/2006/relationships/notesMaster" Target="/ppt/notesMasters/notesMaster1.xml" Id="R2b9c6a95c7ca42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1f8eb76b4e4176" /><Relationship Type="http://schemas.openxmlformats.org/officeDocument/2006/relationships/notesMaster" Target="/ppt/notesMasters/notesMaster1.xml" Id="R0efa693bcc7e49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9cd5521da4c13" /><Relationship Type="http://schemas.openxmlformats.org/officeDocument/2006/relationships/notesMaster" Target="/ppt/notesMasters/notesMaster1.xml" Id="R32dc66e57d134d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c9c96fac82432e" /><Relationship Type="http://schemas.openxmlformats.org/officeDocument/2006/relationships/notesMaster" Target="/ppt/notesMasters/notesMaster1.xml" Id="R042e07b5957847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8f3282c0a4d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1f051ecb94418" /><Relationship Type="http://schemas.openxmlformats.org/officeDocument/2006/relationships/slideLayout" Target="/ppt/slideLayouts/slideLayout1.xml" Id="Raebb17ea62c340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b17ea62c340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e6e53f5484bb3" /><Relationship Type="http://schemas.openxmlformats.org/officeDocument/2006/relationships/notesSlide" Target="/ppt/notesSlides/notesSlide1.xml" Id="R23ebc32aaeea4b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9e4f86964bd9" /><Relationship Type="http://schemas.openxmlformats.org/officeDocument/2006/relationships/notesSlide" Target="/ppt/notesSlides/notesSlide2.xml" Id="R8ef9fbeafa6345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06ee5b809405a" /><Relationship Type="http://schemas.openxmlformats.org/officeDocument/2006/relationships/notesSlide" Target="/ppt/notesSlides/notesSlide3.xml" Id="Rca2b2f47fa9e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89f28cfca44b9" /><Relationship Type="http://schemas.openxmlformats.org/officeDocument/2006/relationships/notesSlide" Target="/ppt/notesSlides/notesSlide4.xml" Id="R7b8e4bd90a4d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dd4d60694f94" /><Relationship Type="http://schemas.openxmlformats.org/officeDocument/2006/relationships/notesSlide" Target="/ppt/notesSlides/notesSlide5.xml" Id="Rdecd4eeb9213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18402821d4c1a" /><Relationship Type="http://schemas.openxmlformats.org/officeDocument/2006/relationships/notesSlide" Target="/ppt/notesSlides/notesSlide6.xml" Id="Rfacef20621be4e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cb929d2ed4d11" /><Relationship Type="http://schemas.openxmlformats.org/officeDocument/2006/relationships/notesSlide" Target="/ppt/notesSlides/notesSlide7.xml" Id="Ra446244449594b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ae9c494c64d38" /><Relationship Type="http://schemas.openxmlformats.org/officeDocument/2006/relationships/notesSlide" Target="/ppt/notesSlides/notesSlide8.xml" Id="Re1edd56d9d8a4c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f0a878a914974" /><Relationship Type="http://schemas.openxmlformats.org/officeDocument/2006/relationships/notesSlide" Target="/ppt/notesSlides/notesSlide9.xml" Id="Rfe60d7619f42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42562998463c" /><Relationship Type="http://schemas.openxmlformats.org/officeDocument/2006/relationships/notesSlide" Target="/ppt/notesSlides/notesSlide10.xml" Id="R4df0dc0351974e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c7d9ce6714490" /><Relationship Type="http://schemas.openxmlformats.org/officeDocument/2006/relationships/notesSlide" Target="/ppt/notesSlides/notesSlide11.xml" Id="Rec6ecb4a01d34c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FF38C-5088-475C-9497-955BF27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WORK AT HEIGHT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A3104-2427-4307-AA5D-6892A3C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020 — Ladder Operation &amp;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01E7-7D93-4909-AE33-4021BB7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05EE9-19B3-4207-8BE2-B919FA6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AD2A5-A886-40C2-B7FE-0B3AA5D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DC3CE-186D-4EAA-AAC6-D414CB0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866219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16598-57A0-4E53-B5CB-D3950E22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WORK AT HEIGHT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D94A4-78E5-44E8-B0DD-CD03349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62B35-1743-4D1A-AC6A-0454D7D3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88D2F-EB94-4A20-B261-F35B6B41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1726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404C3-F245-49C0-8EDB-4717138E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13933-5FDE-4FE0-B3C1-296E0BC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2E4C1-61A8-4D6B-97E1-72BD53E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90D75-CFA0-49E1-AF2A-B0D7DA75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F157-6DFC-4E27-838B-F25EA29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839A9-6EE7-4052-9443-70834426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8B32E-8912-4E49-83C5-2FB58C3E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69F71-0DC5-4F59-8019-40D48640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27B32-E2FF-4848-8186-73779AC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DD631-59B4-4CB8-A0B4-597F4197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34A33-A4F0-4806-80DE-8C215653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79161-69B4-402B-AEAB-CFD8C0F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1AADE-ADF5-40E8-ADBE-EA85BF27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E0992-2D8B-40F7-BF60-4DECE0F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5748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C3621-F2B5-46E9-B861-9430893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17D1-434E-4370-9761-2E09236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F41B5-6B44-41CA-9F3C-D0257EF8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stiles, rungs, feet, locks and labels before use. • Select the correct ladder and maintain stable positioning.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2250D-20CB-4AD0-B6E5-75EADC5C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57C25-42FF-4851-ADE2-1878DBD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Control access, three-point contact and work-at-height exposure.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B711B-EB63-48CA-B70C-DFB7A89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47500-0869-4611-B8A6-57587B6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FE7DD-9F16-40A8-AF79-3F1CE330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6252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CA1FD-C5D1-47D3-822E-E69ECD3E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E5FB-E425-4891-BFD1-A4CB342A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FF983-CEDD-4FEB-AF74-3C0706F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41EB8-9478-4A31-BA03-D945D4F0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8E531-4D64-480E-A9C1-8295C607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36C7A-83A8-4EA2-8222-16BBDE76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8E59A-325F-43A1-BBE0-FC91E68C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D6918-B1DA-468E-BE27-298E0E75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629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A0FE7-72D2-4AA1-B824-2EA17CD9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8D29D-C3BE-4D77-99D4-972415A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10B0A-8B2D-4FDD-9199-112191F9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5E350-12FC-475B-B90C-6F94986D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64142-3722-4014-B542-75410E4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B0B20-7D9E-4620-98D3-340663A8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12DE3-DB6A-4DC7-A03E-2387BE2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CFD54-6C7C-4A9C-AFB3-455969D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6808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82261-B700-4C8D-919A-3E980E0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532B1-6038-43D5-B315-C9EDE17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D4BA-DC74-4C95-9482-FE381D0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6E09-B9D4-4B18-BEC7-990D23A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D1EC0-36DA-48C0-85EC-2832CBA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D9FA5-1C64-4141-AD8E-1AD230E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3089E-D425-4EF2-909E-BBDE387A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291D3-A3AF-4798-9787-B21C06E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95958-77BE-4926-98BD-8AD4C0E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4933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EEDF4-E5FC-4CDB-B8A0-6289F05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1A7CB-F40B-4064-9C7B-D8EC6B4A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E4E04-EE03-4289-8583-D38D45DC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3540-AED2-458C-AB8F-D0AA7D93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99B2B-3E46-48A9-B5B5-838BCBDC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C24B0-DC74-432D-9C7C-9F99525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01E0B-EA72-46DB-B1A0-811E1EE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5947D-6137-43F5-A173-914CE5B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AE81A-D678-447A-9654-5581B43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6446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1DB2-9C8F-405E-B78A-103F728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C03A4-A2EC-494C-809D-FB00C3CF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DAB57-A672-45C3-A72C-754AAFC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DB11-E913-438E-B525-FB4839B1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D15A4-263A-43CD-A7DB-114A3BB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6EC2D-560D-451D-9417-08B505C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35A77-E155-4173-94AB-5C561AB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A783-AA13-4B1C-8020-FF53C63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8A613-6FC8-41AD-90B5-4BE3204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0901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EF396-A649-4D20-85A2-2A783AA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E77F5-CD25-4BDF-9263-2A79C8FA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15CC3-F11F-445E-BA05-E00F064A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9450E-FCCE-4E6E-8AF3-E57A8B5E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99DD-0C36-4124-B29C-46692E94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FE28-3AC5-48EA-81A4-ED57D58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374FE-4548-4936-8D30-BF7ABA1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3FE72-8366-40ED-A372-B4E9E52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EEAEA-B10A-404B-BD13-2215AF76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603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6F759-3BDB-4E32-A763-F888508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3D4F0-AC1F-4869-88CF-68ABFA07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66602-BB68-4A07-825D-D9FE3EBC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7350C-4386-47BD-8C6C-57B5BCF7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0F0E-584D-4A3D-9DF0-8F9D614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4536A-9A04-46B2-8F5D-4ABBE1B6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6F7C1-69F9-4624-8077-8000BA96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10223-ED7C-4F47-9743-E91E1B6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6803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2026-08-15T02:50:10.3790000Z</dcterms:created>
  <dcterms:modified xsi:type="dcterms:W3CDTF">2026-08-15T02:50:10.3790000Z</dcterms:modified>
</coreProperties>
</file>