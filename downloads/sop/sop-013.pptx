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19098a2c74416" /><Relationship Type="http://schemas.openxmlformats.org/officeDocument/2006/relationships/extended-properties" Target="/docProps/app.xml" Id="Rcdb792b1bab64863" /><Relationship Type="http://schemas.openxmlformats.org/officeDocument/2006/relationships/officeDocument" Target="/ppt/presentation.xml" Id="R2e2584ad820a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75281cac149f5"/>
  </p:sldMasterIdLst>
  <p:notesMasterIdLst>
    <p:notesMasterId xmlns:r="http://schemas.openxmlformats.org/officeDocument/2006/relationships" r:id="R1264149454b14616"/>
  </p:notesMasterIdLst>
  <p:sldIdLst>
    <p:sldId xmlns:r="http://schemas.openxmlformats.org/officeDocument/2006/relationships" id="256" r:id="Ra276f93cd9d04b06"/>
    <p:sldId xmlns:r="http://schemas.openxmlformats.org/officeDocument/2006/relationships" id="257" r:id="Rfa7ef7c448df467e"/>
    <p:sldId xmlns:r="http://schemas.openxmlformats.org/officeDocument/2006/relationships" id="258" r:id="R48ddb11435e84afc"/>
    <p:sldId xmlns:r="http://schemas.openxmlformats.org/officeDocument/2006/relationships" id="259" r:id="R41d58865c0b7443f"/>
    <p:sldId xmlns:r="http://schemas.openxmlformats.org/officeDocument/2006/relationships" id="260" r:id="R0678afbc62e34fce"/>
    <p:sldId xmlns:r="http://schemas.openxmlformats.org/officeDocument/2006/relationships" id="261" r:id="Rce8944e6c70e492d"/>
    <p:sldId xmlns:r="http://schemas.openxmlformats.org/officeDocument/2006/relationships" id="262" r:id="R189d03e557bd41fc"/>
    <p:sldId xmlns:r="http://schemas.openxmlformats.org/officeDocument/2006/relationships" id="263" r:id="Rca2c1f054a584376"/>
    <p:sldId xmlns:r="http://schemas.openxmlformats.org/officeDocument/2006/relationships" id="264" r:id="R004d9ce98e6c47d2"/>
    <p:sldId xmlns:r="http://schemas.openxmlformats.org/officeDocument/2006/relationships" id="265" r:id="R3fad2174c30e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e70bac91c4326" /><Relationship Type="http://schemas.openxmlformats.org/officeDocument/2006/relationships/slideMaster" Target="/ppt/slideMasters/slideMaster1.xml" Id="R57375281cac149f5" /><Relationship Type="http://schemas.openxmlformats.org/officeDocument/2006/relationships/notesMaster" Target="/ppt/notesMasters/notesMaster1.xml" Id="R1264149454b14616" /><Relationship Type="http://schemas.openxmlformats.org/officeDocument/2006/relationships/presProps" Target="/ppt/presProps.xml" Id="R1771c87e1b7e4bc7" /><Relationship Type="http://schemas.openxmlformats.org/officeDocument/2006/relationships/tableStyles" Target="/ppt/tableStyles.xml" Id="R8b528a23e4784ebf" /><Relationship Type="http://schemas.openxmlformats.org/officeDocument/2006/relationships/slide" Target="/ppt/slides/slide1.xml" Id="Ra276f93cd9d04b06" /><Relationship Type="http://schemas.openxmlformats.org/officeDocument/2006/relationships/slide" Target="/ppt/slides/slide2.xml" Id="Rfa7ef7c448df467e" /><Relationship Type="http://schemas.openxmlformats.org/officeDocument/2006/relationships/slide" Target="/ppt/slides/slide3.xml" Id="R48ddb11435e84afc" /><Relationship Type="http://schemas.openxmlformats.org/officeDocument/2006/relationships/slide" Target="/ppt/slides/slide4.xml" Id="R41d58865c0b7443f" /><Relationship Type="http://schemas.openxmlformats.org/officeDocument/2006/relationships/slide" Target="/ppt/slides/slide5.xml" Id="R0678afbc62e34fce" /><Relationship Type="http://schemas.openxmlformats.org/officeDocument/2006/relationships/slide" Target="/ppt/slides/slide6.xml" Id="Rce8944e6c70e492d" /><Relationship Type="http://schemas.openxmlformats.org/officeDocument/2006/relationships/slide" Target="/ppt/slides/slide7.xml" Id="R189d03e557bd41fc" /><Relationship Type="http://schemas.openxmlformats.org/officeDocument/2006/relationships/slide" Target="/ppt/slides/slide8.xml" Id="Rca2c1f054a584376" /><Relationship Type="http://schemas.openxmlformats.org/officeDocument/2006/relationships/slide" Target="/ppt/slides/slide9.xml" Id="R004d9ce98e6c47d2" /><Relationship Type="http://schemas.openxmlformats.org/officeDocument/2006/relationships/slide" Target="/ppt/slides/slide10.xml" Id="R3fad2174c30e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2ab2915a4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52e2c01a7468b" /><Relationship Type="http://schemas.openxmlformats.org/officeDocument/2006/relationships/notesMaster" Target="/ppt/notesMasters/notesMaster1.xml" Id="R739e7e3f944443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6bf6ba19b4d5b" /><Relationship Type="http://schemas.openxmlformats.org/officeDocument/2006/relationships/notesMaster" Target="/ppt/notesMasters/notesMaster1.xml" Id="R06a05e5a90fa4f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b3042ea984831" /><Relationship Type="http://schemas.openxmlformats.org/officeDocument/2006/relationships/notesMaster" Target="/ppt/notesMasters/notesMaster1.xml" Id="R8637442abcb4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ec283c60be4271" /><Relationship Type="http://schemas.openxmlformats.org/officeDocument/2006/relationships/notesMaster" Target="/ppt/notesMasters/notesMaster1.xml" Id="Rae3a8e5f0fae46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ee4b5f7ff409d" /><Relationship Type="http://schemas.openxmlformats.org/officeDocument/2006/relationships/notesMaster" Target="/ppt/notesMasters/notesMaster1.xml" Id="Rbd7c7265a764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9613d90ba1479c" /><Relationship Type="http://schemas.openxmlformats.org/officeDocument/2006/relationships/notesMaster" Target="/ppt/notesMasters/notesMaster1.xml" Id="R6b301091f44040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9d783fa3e40f9" /><Relationship Type="http://schemas.openxmlformats.org/officeDocument/2006/relationships/notesMaster" Target="/ppt/notesMasters/notesMaster1.xml" Id="R2803285accaa42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18da2b5964c6e" /><Relationship Type="http://schemas.openxmlformats.org/officeDocument/2006/relationships/notesMaster" Target="/ppt/notesMasters/notesMaster1.xml" Id="R0dea273c91614d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0d12a46da94632" /><Relationship Type="http://schemas.openxmlformats.org/officeDocument/2006/relationships/notesMaster" Target="/ppt/notesMasters/notesMaster1.xml" Id="R56d9094e753644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7e980c901b4dc6" /><Relationship Type="http://schemas.openxmlformats.org/officeDocument/2006/relationships/notesMaster" Target="/ppt/notesMasters/notesMaster1.xml" Id="R5a28b1e67fa6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149bc894d4b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0e4603541d446e" /><Relationship Type="http://schemas.openxmlformats.org/officeDocument/2006/relationships/slideLayout" Target="/ppt/slideLayouts/slideLayout1.xml" Id="R0c48b8ff2922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48b8ff2922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4f11d58844253" /><Relationship Type="http://schemas.openxmlformats.org/officeDocument/2006/relationships/notesSlide" Target="/ppt/notesSlides/notesSlide1.xml" Id="Rc5ea334dd4b94f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02fe7bd69449f" /><Relationship Type="http://schemas.openxmlformats.org/officeDocument/2006/relationships/notesSlide" Target="/ppt/notesSlides/notesSlide2.xml" Id="Rcdce1b64775e4a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7c1ad0c74e10" /><Relationship Type="http://schemas.openxmlformats.org/officeDocument/2006/relationships/notesSlide" Target="/ppt/notesSlides/notesSlide3.xml" Id="R91082ace871e4f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129c78f54560" /><Relationship Type="http://schemas.openxmlformats.org/officeDocument/2006/relationships/notesSlide" Target="/ppt/notesSlides/notesSlide4.xml" Id="R217b305991fb4a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bd11ae8e04767" /><Relationship Type="http://schemas.openxmlformats.org/officeDocument/2006/relationships/notesSlide" Target="/ppt/notesSlides/notesSlide5.xml" Id="R1d09bd7505c8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90b28ae04465e" /><Relationship Type="http://schemas.openxmlformats.org/officeDocument/2006/relationships/notesSlide" Target="/ppt/notesSlides/notesSlide6.xml" Id="Rdaf99b0b590f4d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a1d29f9f3466f" /><Relationship Type="http://schemas.openxmlformats.org/officeDocument/2006/relationships/notesSlide" Target="/ppt/notesSlides/notesSlide7.xml" Id="R9058e3820b304c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f95508e704bc3" /><Relationship Type="http://schemas.openxmlformats.org/officeDocument/2006/relationships/notesSlide" Target="/ppt/notesSlides/notesSlide8.xml" Id="Rc2064a4f89414f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468810ea04597" /><Relationship Type="http://schemas.openxmlformats.org/officeDocument/2006/relationships/notesSlide" Target="/ppt/notesSlides/notesSlide9.xml" Id="Ra53bb00e393342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f8834ed1745eb" /><Relationship Type="http://schemas.openxmlformats.org/officeDocument/2006/relationships/notesSlide" Target="/ppt/notesSlides/notesSlide10.xml" Id="Rc0d0b6068f03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C7BBA-63AF-40AE-8DD0-D0D27F43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47D0B-A85E-4A1F-8B1F-7674C0BA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013 — Fire-Alarm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90D1-DC57-4C5D-83F8-EF969D5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2AF7C-8AD6-4F8B-8777-C02EA472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B42CD-DDCD-42DE-B864-BFFE30D2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48702-3042-497E-BB7F-F83013F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71506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8412-E291-464C-99F3-5659253E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DDFA-80A1-4EA7-843A-B387B7CE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6EC41-06DE-41D4-8BB2-E3DD4EC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CFE29-D957-4252-8CA7-D26F7F9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7943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B1AA2-BCA6-4286-8EC8-3A5CE29D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78728-4E29-46F7-A3BF-C9DDF6AB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BA455-AF61-4B44-AE31-78644CA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FFA0D-78D2-448A-BA87-66C0BE63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0583E-69FE-4D00-962E-1F6FE17F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64E1A-649C-4733-BB27-6FF71D9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D772C-513E-48FF-8971-DBF8DAC8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611DB-33D8-4D34-A881-5B096BC8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43B0E-3CBD-4E4B-A929-051FE18F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C5BF8-19A1-4AB4-91F5-5E147B0F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3BEB3-E57C-4148-BB74-2B879D39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80631-548A-4616-80A2-92C2B34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C6F09-4D7D-4865-B0BB-06ADAD1D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0DA6F-5D6D-4558-9038-7B75B61C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2776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C046E-56C3-48B6-8779-996BF0F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D4845-F45C-4706-BC37-FAF19536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F544-ABCD-4F4B-9EA4-A84B68C2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Treat every alarm as real until verified by the authorized response team. • Communicate location, panel indication and observed condition clearly.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BC1FD-DBA1-41A5-B4F0-F8D40F4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2063B-E8A5-4B6C-9C55-CEB3457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the event log and reset only when authorized.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A9E77-CA20-4999-913C-893DC8B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17628-D060-4483-8FBF-A2A1D2A1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F172A-E808-4A12-8539-9BB8D80F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6528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D3D09-B9CC-4C0B-A436-7E0AE8B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66DE-96B0-4F61-A793-54C1CEF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1B331-89BE-40A8-A5F3-A4C668A6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1575D-9649-43EF-B943-8C0A2E69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1716-DABE-4B46-94AB-0E64C7D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C158A-EA72-4E31-9C91-6378CD2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0E99A-4401-4FB7-A342-5FF14EDF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A07E4-8ABB-4BA2-B323-A524F6A4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5061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3CCFE-2EF8-43A9-AE7D-A879D2E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84913-442A-4D78-ADB1-06A0CB5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1AEAB-4E5A-4CA0-AD35-2B19D71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976A4-8213-49C2-B238-92A01E76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63B48-3FA5-41AB-AE0E-2D8B2AB7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31AA8-DEA4-470A-9BB0-57E82F4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C0EC8-2D37-4116-86EE-BD770563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38A13-024D-4C94-AA8B-B929261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7517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628C2-76EF-4D09-A94D-6D557EC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A090-8640-480F-9471-AD8B909E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6839E-7323-4692-BDEC-18557306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B5F6E-820F-406F-9D5F-BE9AD90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41542-11E0-4F6C-92DF-390DF017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59C84-7438-4E56-836C-95A5BCF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9E43A-3254-4192-9F42-FE07D43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E593C-3D8B-448C-B1B4-6B02363E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B7709-3A13-4D1C-BB37-1BC1DEF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8375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851A9-8121-487D-A8EC-A452EC7B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E512E-51F1-4D1B-8ECA-E888323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1E79-4850-4791-B455-8470777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EF348-57A1-4AC6-BC6A-80DFFED1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FC2CD-9493-428A-A2F8-DD5BF0B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F25D0-098B-43F8-8166-EC98ABA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E0593-DE64-47ED-B14D-9F084553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FC338-5629-466A-BBB5-3288FECA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2414B-FA9B-4E58-8829-90B8A96D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003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03845-23E1-49B8-A676-F535502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9334B-E493-457C-9481-E0C7F811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3DF78-FE92-4EA7-9217-078AD25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6AB48-09AD-43FD-856D-1EDDAAA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381CE-9920-42A1-85F2-796643D9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FC9C1-2F29-40D6-A356-BE06827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5343-659E-4CA5-887B-B9AED691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819C7-CDD3-4539-BB70-A4D125F8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C5215-A3D9-4A79-82CB-FC0EEED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453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6553E-B135-4610-AF1B-DC95A61B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DD535-F23E-4787-A6B8-61D856C9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6A021-0875-4831-A831-ACF183F2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C1C4D-E0F3-4D06-A780-61C454CE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C819B-A0E9-488B-8D7E-5673E825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7853-663E-442A-B8F8-6D897145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306F9-74B1-4EC8-B531-B85BE75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CEB4A-DF07-495B-A68D-3653FEBA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83790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2026-08-15T02:50:08.1950000Z</dcterms:created>
  <dcterms:modified xsi:type="dcterms:W3CDTF">2026-08-15T02:50:08.1950000Z</dcterms:modified>
</coreProperties>
</file>