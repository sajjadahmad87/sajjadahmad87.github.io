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57d1e495074303" /><Relationship Type="http://schemas.openxmlformats.org/officeDocument/2006/relationships/extended-properties" Target="/docProps/app.xml" Id="R6a47aab5bf334092" /><Relationship Type="http://schemas.openxmlformats.org/officeDocument/2006/relationships/officeDocument" Target="/ppt/presentation.xml" Id="Re03ff6c523574f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2df813b73742c8"/>
  </p:sldMasterIdLst>
  <p:notesMasterIdLst>
    <p:notesMasterId xmlns:r="http://schemas.openxmlformats.org/officeDocument/2006/relationships" r:id="Ra1df2f54c33c4dfa"/>
  </p:notesMasterIdLst>
  <p:sldIdLst>
    <p:sldId xmlns:r="http://schemas.openxmlformats.org/officeDocument/2006/relationships" id="256" r:id="Rd58131a2a7374b85"/>
    <p:sldId xmlns:r="http://schemas.openxmlformats.org/officeDocument/2006/relationships" id="257" r:id="Rfdaca8ee02e149a9"/>
    <p:sldId xmlns:r="http://schemas.openxmlformats.org/officeDocument/2006/relationships" id="258" r:id="R406cf95a58b94cda"/>
    <p:sldId xmlns:r="http://schemas.openxmlformats.org/officeDocument/2006/relationships" id="259" r:id="R6d25b8ad7cbd4a13"/>
    <p:sldId xmlns:r="http://schemas.openxmlformats.org/officeDocument/2006/relationships" id="260" r:id="R3b603e6bda264385"/>
    <p:sldId xmlns:r="http://schemas.openxmlformats.org/officeDocument/2006/relationships" id="261" r:id="Rf27adb05c0674632"/>
    <p:sldId xmlns:r="http://schemas.openxmlformats.org/officeDocument/2006/relationships" id="262" r:id="R5bbd4ea004344b87"/>
    <p:sldId xmlns:r="http://schemas.openxmlformats.org/officeDocument/2006/relationships" id="263" r:id="R17c8e9e7b61f4119"/>
    <p:sldId xmlns:r="http://schemas.openxmlformats.org/officeDocument/2006/relationships" id="264" r:id="Ra490b672174d43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d9ef0b7fbf471a" /><Relationship Type="http://schemas.openxmlformats.org/officeDocument/2006/relationships/slideMaster" Target="/ppt/slideMasters/slideMaster1.xml" Id="R882df813b73742c8" /><Relationship Type="http://schemas.openxmlformats.org/officeDocument/2006/relationships/notesMaster" Target="/ppt/notesMasters/notesMaster1.xml" Id="Ra1df2f54c33c4dfa" /><Relationship Type="http://schemas.openxmlformats.org/officeDocument/2006/relationships/presProps" Target="/ppt/presProps.xml" Id="Re293813b96504ee7" /><Relationship Type="http://schemas.openxmlformats.org/officeDocument/2006/relationships/tableStyles" Target="/ppt/tableStyles.xml" Id="Re4c577daf9f048eb" /><Relationship Type="http://schemas.openxmlformats.org/officeDocument/2006/relationships/slide" Target="/ppt/slides/slide1.xml" Id="Rd58131a2a7374b85" /><Relationship Type="http://schemas.openxmlformats.org/officeDocument/2006/relationships/slide" Target="/ppt/slides/slide2.xml" Id="Rfdaca8ee02e149a9" /><Relationship Type="http://schemas.openxmlformats.org/officeDocument/2006/relationships/slide" Target="/ppt/slides/slide3.xml" Id="R406cf95a58b94cda" /><Relationship Type="http://schemas.openxmlformats.org/officeDocument/2006/relationships/slide" Target="/ppt/slides/slide4.xml" Id="R6d25b8ad7cbd4a13" /><Relationship Type="http://schemas.openxmlformats.org/officeDocument/2006/relationships/slide" Target="/ppt/slides/slide5.xml" Id="R3b603e6bda264385" /><Relationship Type="http://schemas.openxmlformats.org/officeDocument/2006/relationships/slide" Target="/ppt/slides/slide6.xml" Id="Rf27adb05c0674632" /><Relationship Type="http://schemas.openxmlformats.org/officeDocument/2006/relationships/slide" Target="/ppt/slides/slide7.xml" Id="R5bbd4ea004344b87" /><Relationship Type="http://schemas.openxmlformats.org/officeDocument/2006/relationships/slide" Target="/ppt/slides/slide8.xml" Id="R17c8e9e7b61f4119" /><Relationship Type="http://schemas.openxmlformats.org/officeDocument/2006/relationships/slide" Target="/ppt/slides/slide9.xml" Id="Ra490b672174d43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a0bfdb329bc4e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ec0af1ec8348c2" /><Relationship Type="http://schemas.openxmlformats.org/officeDocument/2006/relationships/notesMaster" Target="/ppt/notesMasters/notesMaster1.xml" Id="Ra8b0e5448e6043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93c33e1728f4abe" /><Relationship Type="http://schemas.openxmlformats.org/officeDocument/2006/relationships/notesMaster" Target="/ppt/notesMasters/notesMaster1.xml" Id="R3566eff7af7d4f3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8523468124d4871" /><Relationship Type="http://schemas.openxmlformats.org/officeDocument/2006/relationships/notesMaster" Target="/ppt/notesMasters/notesMaster1.xml" Id="R311b5e731aea44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b5e6b022b32417e" /><Relationship Type="http://schemas.openxmlformats.org/officeDocument/2006/relationships/notesMaster" Target="/ppt/notesMasters/notesMaster1.xml" Id="Rfa55b6f9ab0243d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885d2100aa5457d" /><Relationship Type="http://schemas.openxmlformats.org/officeDocument/2006/relationships/notesMaster" Target="/ppt/notesMasters/notesMaster1.xml" Id="R0cf8d03f8d3d4f7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8f4187302ad459a" /><Relationship Type="http://schemas.openxmlformats.org/officeDocument/2006/relationships/notesMaster" Target="/ppt/notesMasters/notesMaster1.xml" Id="R2288181790fe496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c6a13b19b4b40b1" /><Relationship Type="http://schemas.openxmlformats.org/officeDocument/2006/relationships/notesMaster" Target="/ppt/notesMasters/notesMaster1.xml" Id="R4df767a8fa01443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e6f524212064203" /><Relationship Type="http://schemas.openxmlformats.org/officeDocument/2006/relationships/notesMaster" Target="/ppt/notesMasters/notesMaster1.xml" Id="R19d2e6d8f76f42f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a5871c1f4aa4795" /><Relationship Type="http://schemas.openxmlformats.org/officeDocument/2006/relationships/notesMaster" Target="/ppt/notesMasters/notesMaster1.xml" Id="R352cefb944c54a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4ccc302a324ed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3b82e11f41a4bb6" /><Relationship Type="http://schemas.openxmlformats.org/officeDocument/2006/relationships/slideLayout" Target="/ppt/slideLayouts/slideLayout1.xml" Id="Rcb80d6022b3d4f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80d6022b3d4f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8803e8f604402c" /><Relationship Type="http://schemas.openxmlformats.org/officeDocument/2006/relationships/notesSlide" Target="/ppt/notesSlides/notesSlide1.xml" Id="Rb63e2ece050543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e2837db663439f" /><Relationship Type="http://schemas.openxmlformats.org/officeDocument/2006/relationships/notesSlide" Target="/ppt/notesSlides/notesSlide2.xml" Id="R0571f4b185b241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00673f0c964777" /><Relationship Type="http://schemas.openxmlformats.org/officeDocument/2006/relationships/notesSlide" Target="/ppt/notesSlides/notesSlide3.xml" Id="R2aad68b113df4c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c544952f144467" /><Relationship Type="http://schemas.openxmlformats.org/officeDocument/2006/relationships/notesSlide" Target="/ppt/notesSlides/notesSlide4.xml" Id="R698a4eee3a4b43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87153042c644b7" /><Relationship Type="http://schemas.openxmlformats.org/officeDocument/2006/relationships/notesSlide" Target="/ppt/notesSlides/notesSlide5.xml" Id="R29017c217ece44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21131305434900" /><Relationship Type="http://schemas.openxmlformats.org/officeDocument/2006/relationships/notesSlide" Target="/ppt/notesSlides/notesSlide6.xml" Id="Re00b20d70458412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ae36f0b16b481e" /><Relationship Type="http://schemas.openxmlformats.org/officeDocument/2006/relationships/notesSlide" Target="/ppt/notesSlides/notesSlide7.xml" Id="Rfb17c965b8064be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1fed7e40ed4652" /><Relationship Type="http://schemas.openxmlformats.org/officeDocument/2006/relationships/notesSlide" Target="/ppt/notesSlides/notesSlide8.xml" Id="R457224e954e24e9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d1b2f791c14b76" /><Relationship Type="http://schemas.openxmlformats.org/officeDocument/2006/relationships/notesSlide" Target="/ppt/notesSlides/notesSlide9.xml" Id="R458bf6263f9f422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2705CE-689C-473C-9E7F-64BB125D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SOP • OCCUPATIONAL 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4AA4FA-3DC9-40BA-A37C-E723C2BF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SOP 042 — Workplace Lighting Inspection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604E97-8ED5-4CFA-B7C1-766E5CCE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Safe operating procedure and technician briefing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1D7A06-D993-4FDF-BD3C-C115067A8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906072-B95E-4759-8DE6-215A2FFC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4343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E45513-21B6-4B97-A37D-0B4095E5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TECHNICAL TRAINING RESOURCE</a:t>
            </a:r>
          </a:p>
        </p:txBody>
      </p:sp>
    </p:spTree>
    <p:extLst>
      <p:ext uri="{BB962C8B-B14F-4D97-AF65-F5344CB8AC3E}">
        <p14:creationId xmlns:p14="http://schemas.microsoft.com/office/powerpoint/2010/main" val="11566401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041DB0-AF35-4244-8C42-2790A2B1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SOP • OCCUPATIONAL 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1E65B7-E0A7-4EE3-A600-E0ECCC69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D43A36-5269-4C8B-BCE5-34DC7459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B03692-9EB7-4F78-B7B2-A1CEF596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668218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8FD7DA-5F1C-46B9-A1A2-5ED385B2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50D962-09A2-4BE7-9308-05B18CDCE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controlled technical reference for safe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A29C0B-AD20-4D28-852C-BDC5BA6D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590425-81C9-4F87-9825-C0AD389A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SOP 042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162FFC-219B-4C20-8A8C-3ED32DF4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Procedure identifier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50969E-64E4-421F-BABF-A898327C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FF01C2-CEC6-4661-A410-1B9E7454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C10336-4ECB-4622-9B70-98A2452F3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Controlled source pages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E54945-E784-4376-8BBF-82C844C1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D74A83-D9A1-4134-80F8-9C71E7BF5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Safe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391C38-7458-424C-B111-6205E9B5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Task execution objective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E332BD-2B2D-4EF8-8CB2-BF817A1DC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323CEC-8E1B-475D-B667-4987D3316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Occupational Safety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FF2F63-A5F1-4ED3-86C3-E0F98306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282989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A4B1C8-6862-4496-BC6D-1B35BA61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7C6DFD-3C30-4A7D-9A03-A1939702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the manual as a machine-specific working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AB5071-640B-43A1-84B4-8B036EBB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Use a calibrated lux meter and representative task conditions. • Measure at the working plane and record location and time.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DC9E13-AF61-45DF-B652-1BDA7C2E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BF677C-9F30-47CE-B421-3CE3E6E7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Correct glare, shadows, failed fittings and inadequate levels. • Complete the checklist, report defects and retain the signed record.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42E9E7-1AE8-41D4-97A7-D9AE7B382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2E3289-AF1C-496D-8955-C064A384E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Occupational Safety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B263AA-6B3A-4A12-A39C-164B0015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517366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06B608-0523-4FA9-A49F-5E1C39B1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CA572B-6D34-457B-8996-3826D5A3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Apply a consistent safe-work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4CE529-245E-4D91-9EE4-0F0AB6A7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machine identity, model and document revision. • Isolate all energy sources and prove a safe state before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FDC0C5-BE39-48E0-9F03-58386CCD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D2F17F-778E-49C7-A16A-E5CD49AE4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Inspect, measure and diagnose before replacing components. • Function-test safeguards and record the completed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30F12F-0449-4F38-91FD-8905A506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75AA54-F67B-49D3-9457-B0A6E1A2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Occupational Safety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FA2DFC-8DED-4355-BDDE-74DC9B04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43784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742DBB-C24A-4A81-968D-BF0CEFB5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4C7CE7-038C-426B-A46D-90286DB4F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and settings require configuration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D22A4A-80BC-4AAD-8AB4-FA0B7E68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original settings and connections before adjustment. • Use exact part numbers or approved supersessions.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7DDA96-1522-423A-8885-0B03DEE5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C291F6-202D-4F45-996C-29A66AEC1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firmware, program and parameter backups where applicable. • Update the maintenance history after each intervention.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FDDEAC-6958-41F2-820E-DA5D615F2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C88C32-DD8B-47C1-848D-868FC5E7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Occupational Safety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1E758D-5295-4AA5-A7BB-1C76F3C38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164771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8C45D7-3A0A-4051-8324-F8718739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8DAC33-1D0F-48E3-9142-A98FFAD6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09CEED-C0DE-41D7-91ED-A29D8C29B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56F645-2D7A-4EC6-A6CE-C71B5193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BF7728-1A42-4691-8DF4-B3358CB9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FE6DEE-3E63-41F1-9377-5E4466212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133E36-98EC-494F-A4BB-FF8BE01B6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5812FE-6626-4D96-AF51-C740493BB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Occupational Safety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CD8073-9B65-4FF3-B868-25FC898F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0779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6DDB41-EE75-4D4B-8C1E-9EBB0ACE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3D747E-EB7C-4985-8380-F602FECC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242675-451F-41DA-A3E7-61E90BC7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E2A6F7-8DBC-4DB9-9C83-D5C346E2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62CD40-C942-45B7-B534-A2B8C5C7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DE8ECE-55E2-4E4B-8F4D-E14AD461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0B57D2-1B3C-45E4-99FD-C18E9ACF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A2DFA8-7B73-4959-8ABD-818DFE272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Occupational Safety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7DF4B2-0B38-4BCD-9F30-1731376D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291859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0C297D-ACE3-48B6-B138-D71762BF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68EF93-A904-4ABA-B432-78B39C06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7DD780-5D3D-4C84-9B7B-7414F96C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 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E794C4-4D6A-4FAD-9DC3-91971CDA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235E1E-B53A-4093-9935-15E2C5FB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 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E37464-5ECE-4460-81F4-EEDCC57E5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25C182-7A26-45B8-B1AC-E3FE7ADB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Occupational Safety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70BE59-D755-474A-B688-2EF57AFD5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253556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2026-08-15T02:50:14.4340000Z</dcterms:created>
  <dcterms:modified xsi:type="dcterms:W3CDTF">2026-08-15T02:50:14.4340000Z</dcterms:modified>
</coreProperties>
</file>