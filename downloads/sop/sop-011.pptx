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c0601cfd02430b" /><Relationship Type="http://schemas.openxmlformats.org/officeDocument/2006/relationships/extended-properties" Target="/docProps/app.xml" Id="R2bb27b2e6fed4da2" /><Relationship Type="http://schemas.openxmlformats.org/officeDocument/2006/relationships/officeDocument" Target="/ppt/presentation.xml" Id="R0d6a13f9f790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ff79c253144f64"/>
  </p:sldMasterIdLst>
  <p:notesMasterIdLst>
    <p:notesMasterId xmlns:r="http://schemas.openxmlformats.org/officeDocument/2006/relationships" r:id="R18e176473ce74cff"/>
  </p:notesMasterIdLst>
  <p:sldIdLst>
    <p:sldId xmlns:r="http://schemas.openxmlformats.org/officeDocument/2006/relationships" id="256" r:id="R4f3123690e7d4fb1"/>
    <p:sldId xmlns:r="http://schemas.openxmlformats.org/officeDocument/2006/relationships" id="257" r:id="R7f646a1d5f6b477e"/>
    <p:sldId xmlns:r="http://schemas.openxmlformats.org/officeDocument/2006/relationships" id="258" r:id="R00219d4dd2934478"/>
    <p:sldId xmlns:r="http://schemas.openxmlformats.org/officeDocument/2006/relationships" id="259" r:id="Rb25457460ca442c2"/>
    <p:sldId xmlns:r="http://schemas.openxmlformats.org/officeDocument/2006/relationships" id="260" r:id="R8f150118cbd24577"/>
    <p:sldId xmlns:r="http://schemas.openxmlformats.org/officeDocument/2006/relationships" id="261" r:id="R592516f3ceda4771"/>
    <p:sldId xmlns:r="http://schemas.openxmlformats.org/officeDocument/2006/relationships" id="262" r:id="Ref1a7f0a7ef1490e"/>
    <p:sldId xmlns:r="http://schemas.openxmlformats.org/officeDocument/2006/relationships" id="263" r:id="R83c61b8374064f01"/>
    <p:sldId xmlns:r="http://schemas.openxmlformats.org/officeDocument/2006/relationships" id="264" r:id="R918815b177c6438f"/>
    <p:sldId xmlns:r="http://schemas.openxmlformats.org/officeDocument/2006/relationships" id="265" r:id="Rfb44090341634d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d2421261694c81" /><Relationship Type="http://schemas.openxmlformats.org/officeDocument/2006/relationships/slideMaster" Target="/ppt/slideMasters/slideMaster1.xml" Id="Ra5ff79c253144f64" /><Relationship Type="http://schemas.openxmlformats.org/officeDocument/2006/relationships/notesMaster" Target="/ppt/notesMasters/notesMaster1.xml" Id="R18e176473ce74cff" /><Relationship Type="http://schemas.openxmlformats.org/officeDocument/2006/relationships/presProps" Target="/ppt/presProps.xml" Id="R5eb5923b486043da" /><Relationship Type="http://schemas.openxmlformats.org/officeDocument/2006/relationships/tableStyles" Target="/ppt/tableStyles.xml" Id="R18d56f823512476c" /><Relationship Type="http://schemas.openxmlformats.org/officeDocument/2006/relationships/slide" Target="/ppt/slides/slide1.xml" Id="R4f3123690e7d4fb1" /><Relationship Type="http://schemas.openxmlformats.org/officeDocument/2006/relationships/slide" Target="/ppt/slides/slide2.xml" Id="R7f646a1d5f6b477e" /><Relationship Type="http://schemas.openxmlformats.org/officeDocument/2006/relationships/slide" Target="/ppt/slides/slide3.xml" Id="R00219d4dd2934478" /><Relationship Type="http://schemas.openxmlformats.org/officeDocument/2006/relationships/slide" Target="/ppt/slides/slide4.xml" Id="Rb25457460ca442c2" /><Relationship Type="http://schemas.openxmlformats.org/officeDocument/2006/relationships/slide" Target="/ppt/slides/slide5.xml" Id="R8f150118cbd24577" /><Relationship Type="http://schemas.openxmlformats.org/officeDocument/2006/relationships/slide" Target="/ppt/slides/slide6.xml" Id="R592516f3ceda4771" /><Relationship Type="http://schemas.openxmlformats.org/officeDocument/2006/relationships/slide" Target="/ppt/slides/slide7.xml" Id="Ref1a7f0a7ef1490e" /><Relationship Type="http://schemas.openxmlformats.org/officeDocument/2006/relationships/slide" Target="/ppt/slides/slide8.xml" Id="R83c61b8374064f01" /><Relationship Type="http://schemas.openxmlformats.org/officeDocument/2006/relationships/slide" Target="/ppt/slides/slide9.xml" Id="R918815b177c6438f" /><Relationship Type="http://schemas.openxmlformats.org/officeDocument/2006/relationships/slide" Target="/ppt/slides/slide10.xml" Id="Rfb44090341634d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87a47cbe65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72e9c86c33446a" /><Relationship Type="http://schemas.openxmlformats.org/officeDocument/2006/relationships/notesMaster" Target="/ppt/notesMasters/notesMaster1.xml" Id="Rde357b71a296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824286815b4a74" /><Relationship Type="http://schemas.openxmlformats.org/officeDocument/2006/relationships/notesMaster" Target="/ppt/notesMasters/notesMaster1.xml" Id="R1ec2439e26c040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9acfdc4dc54ee4" /><Relationship Type="http://schemas.openxmlformats.org/officeDocument/2006/relationships/notesMaster" Target="/ppt/notesMasters/notesMaster1.xml" Id="R28f5b93a496b44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389d59999346b6" /><Relationship Type="http://schemas.openxmlformats.org/officeDocument/2006/relationships/notesMaster" Target="/ppt/notesMasters/notesMaster1.xml" Id="Rb19087b6630341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06f8d112114419" /><Relationship Type="http://schemas.openxmlformats.org/officeDocument/2006/relationships/notesMaster" Target="/ppt/notesMasters/notesMaster1.xml" Id="R7b3623b7419d45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db881009054091" /><Relationship Type="http://schemas.openxmlformats.org/officeDocument/2006/relationships/notesMaster" Target="/ppt/notesMasters/notesMaster1.xml" Id="R0fa94ca2a66e48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068e2a1b74435f" /><Relationship Type="http://schemas.openxmlformats.org/officeDocument/2006/relationships/notesMaster" Target="/ppt/notesMasters/notesMaster1.xml" Id="R842ef040220f40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fe28faefa549ce" /><Relationship Type="http://schemas.openxmlformats.org/officeDocument/2006/relationships/notesMaster" Target="/ppt/notesMasters/notesMaster1.xml" Id="Re6a117ec6fef49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14e759442948c7" /><Relationship Type="http://schemas.openxmlformats.org/officeDocument/2006/relationships/notesMaster" Target="/ppt/notesMasters/notesMaster1.xml" Id="R0c77402b6d4044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d3e78f668f4878" /><Relationship Type="http://schemas.openxmlformats.org/officeDocument/2006/relationships/notesMaster" Target="/ppt/notesMasters/notesMaster1.xml" Id="R9b2528062a5442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51ce16fa346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52ee6e352e414f" /><Relationship Type="http://schemas.openxmlformats.org/officeDocument/2006/relationships/slideLayout" Target="/ppt/slideLayouts/slideLayout1.xml" Id="R55106417530a40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06417530a40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ffde7203d4977" /><Relationship Type="http://schemas.openxmlformats.org/officeDocument/2006/relationships/notesSlide" Target="/ppt/notesSlides/notesSlide1.xml" Id="R899b53e43e5943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9bf335b64ea5" /><Relationship Type="http://schemas.openxmlformats.org/officeDocument/2006/relationships/notesSlide" Target="/ppt/notesSlides/notesSlide2.xml" Id="Rd9073ebb3c2149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02c4c0f8f404b" /><Relationship Type="http://schemas.openxmlformats.org/officeDocument/2006/relationships/notesSlide" Target="/ppt/notesSlides/notesSlide3.xml" Id="Rdddb37c2c2004a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c7cffe75448ad" /><Relationship Type="http://schemas.openxmlformats.org/officeDocument/2006/relationships/notesSlide" Target="/ppt/notesSlides/notesSlide4.xml" Id="Reb79b636fafb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4ab2d2d924858" /><Relationship Type="http://schemas.openxmlformats.org/officeDocument/2006/relationships/notesSlide" Target="/ppt/notesSlides/notesSlide5.xml" Id="R07c854d390fe41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d0b7d0e604fb7" /><Relationship Type="http://schemas.openxmlformats.org/officeDocument/2006/relationships/notesSlide" Target="/ppt/notesSlides/notesSlide6.xml" Id="R3cf44b89d10d45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85d0b8be04141" /><Relationship Type="http://schemas.openxmlformats.org/officeDocument/2006/relationships/notesSlide" Target="/ppt/notesSlides/notesSlide7.xml" Id="R5cb388a06dbc48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2412e64f145b6" /><Relationship Type="http://schemas.openxmlformats.org/officeDocument/2006/relationships/notesSlide" Target="/ppt/notesSlides/notesSlide8.xml" Id="Rd9e64dc7830b49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a2fd808e34b49" /><Relationship Type="http://schemas.openxmlformats.org/officeDocument/2006/relationships/notesSlide" Target="/ppt/notesSlides/notesSlide9.xml" Id="R583c3da0a17249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b4b10d8fa4d5c" /><Relationship Type="http://schemas.openxmlformats.org/officeDocument/2006/relationships/notesSlide" Target="/ppt/notesSlides/notesSlide10.xml" Id="R86065bfc71cc46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1CE3A-4453-4C90-9ABA-92A9ACC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D6570-EA43-4278-8F6F-9FE0B03E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011 — Electric Hand Drill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793CC-C821-4DA4-8CAA-50AD5B5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75B3F-150C-42FC-8842-4896134C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17545-A687-4854-AE94-5B45B4B3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E791F-B850-41AB-B829-4752B2C5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999409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3996F-8F91-4435-8D59-42BDD3F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POWER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DDED5-FF24-4FBC-B973-C07CE695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C28C3-E4F9-4FEF-A571-C4742482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E6E09-59A6-4A31-814B-AB016603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8926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AEA2A-F114-4087-916A-065E6B58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FD73E-5A01-4EC2-9E28-6BE789A6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17D6A-9A48-4D69-B30B-16F191BF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1F52E-F296-4A38-B307-A0D1022D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9E650-B1D5-45D9-B86D-DE51745B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554A6-27E3-4FF9-AD04-97D5AFF0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8C05B-15DE-4079-BB46-A6E8C7DD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C8646-6C5A-4AA7-A994-C124FBAB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078F8-8338-45FC-A2FE-56CA072D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B0E49-D400-4350-8150-2D14170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7243C-47F3-4737-88D9-0469E319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2228E-0F49-4BFA-B807-1911D4FA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82FF1-C4D0-4FD1-A20B-1D37500D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77738-CFA4-44EE-81FB-CBE64873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1466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BA275-A134-4EA7-A006-F75311A8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FA54D-9EA7-4571-8EE8-9AF9A780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D61E2-78EE-49CF-848E-1AAE5914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chuck, bit, cable, switch and guards. • Secure the workpiece and select the correct speed and bit.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2BD17-0628-4E37-A241-366B3E74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CBD4C-9B65-49A9-B7BE-05BE74BF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before changing tooling or clearing a jam.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71290-A8D5-450E-95ED-C7C38301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43192-3190-40E1-92E3-1DFA76D0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A17A3-70C2-4EA4-A6D7-02A1884A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1752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ACF2E-69A3-4D8C-81DC-AE8E937F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852AB-B749-45DD-B793-982D90FE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7C260-BD48-4959-8D30-4C44D65B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4398D-5337-4D17-BB31-10AD1D51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19A1A-55E6-40EB-96BD-83398623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867A0-3610-4B5D-B84A-9546498C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11F56-72C8-4F61-B140-CDA66B2D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9D712-4845-4E19-B597-398C5809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2914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ED3B3-AB54-46A8-AE53-361DEE0F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721B2-D6CD-41A9-86E7-984906DC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A22F4-0485-432D-952F-02CF40C5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E195C-8363-4142-ACEA-4BECEED7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67B91-E586-4F5E-A0B2-28367D9F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E1614-64E9-4F02-A7A0-BC6FC324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B76A2-909E-42A3-9D3E-82979F78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97311-180B-45DA-BDB2-D43F8061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8549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7BDDD-A2D4-45F3-858E-CADF2760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CBD55-83A8-442F-881E-2C46DF7F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25C67-DEB3-4B93-A3A1-B9D57310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1F48-FE6D-40EC-93DA-907F8C44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155CC-A119-477A-9430-5CF0F7F3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9002A-BC42-450F-96D9-674F742C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E1881-2C67-4ED0-ADF7-749BBF8B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6A0C9-B2C5-43EE-9715-5C51611A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89810-51A7-45A0-A3DB-AC7F1BEB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91237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345EE2-F5BD-4272-8A75-0DDAFAFE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72C03-7402-4424-833A-FA9E4AE5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BFB72-794E-46B4-9A40-830C560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FD20A-F3BB-4B84-A779-B55A4107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8AC0A-BD1B-4485-9B8B-2106F47A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D9C1-989F-4C57-8A18-125C5A7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DBDF6-CD94-47C6-A416-A2F9FA3D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C4024-816E-4E6C-9A2E-070860C4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44C4C-5187-48BF-9926-F9928577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5071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DBA03-E061-4DFB-932E-0C7FD57A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C06CC-BB2C-4160-8B3B-31E12160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C7092-A55F-4D1A-8921-C53CE4D7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D4E95-FCDC-4B98-A25A-226C519B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217BE-A810-485E-8894-FE27E08B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38304-2F9B-4D03-87AB-6946A696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D1087-3733-4E84-A641-26437426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9218B-1420-48DD-95A8-868EBEF1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6204B-B4B6-4A96-924A-628D0143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67195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A4DDB-1770-4CBE-A7C9-06A1162E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38AE5-5857-4807-9944-1F8174DB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035C18-8E36-4C6A-8FCF-CB6BF479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CF7A8-DC87-4E54-AACF-5A03F10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9C3C4-A1C5-48D4-9B5C-DA821A50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804BF-13CF-4E79-95F9-7C794F59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1AEE2-019E-4356-8F2B-18F983E1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Power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C425A-D927-482F-B690-A5876FC3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64763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2026-08-15T02:50:07.6310000Z</dcterms:created>
  <dcterms:modified xsi:type="dcterms:W3CDTF">2026-08-15T02:50:07.6310000Z</dcterms:modified>
</coreProperties>
</file>