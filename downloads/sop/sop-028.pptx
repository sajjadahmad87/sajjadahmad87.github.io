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f7cda7a0b443d5" /><Relationship Type="http://schemas.openxmlformats.org/officeDocument/2006/relationships/extended-properties" Target="/docProps/app.xml" Id="R487169caced74361" /><Relationship Type="http://schemas.openxmlformats.org/officeDocument/2006/relationships/officeDocument" Target="/ppt/presentation.xml" Id="R27bfcc76291b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6f5b81b700429e"/>
  </p:sldMasterIdLst>
  <p:notesMasterIdLst>
    <p:notesMasterId xmlns:r="http://schemas.openxmlformats.org/officeDocument/2006/relationships" r:id="R876a1a2c0aaf4969"/>
  </p:notesMasterIdLst>
  <p:sldIdLst>
    <p:sldId xmlns:r="http://schemas.openxmlformats.org/officeDocument/2006/relationships" id="256" r:id="Rf8ffd0a8df7a4d12"/>
    <p:sldId xmlns:r="http://schemas.openxmlformats.org/officeDocument/2006/relationships" id="257" r:id="R0629b848af194848"/>
    <p:sldId xmlns:r="http://schemas.openxmlformats.org/officeDocument/2006/relationships" id="258" r:id="R3ade328d2cd64635"/>
    <p:sldId xmlns:r="http://schemas.openxmlformats.org/officeDocument/2006/relationships" id="259" r:id="R2bf5aa447c8e4245"/>
    <p:sldId xmlns:r="http://schemas.openxmlformats.org/officeDocument/2006/relationships" id="260" r:id="Re8c8a896188f4594"/>
    <p:sldId xmlns:r="http://schemas.openxmlformats.org/officeDocument/2006/relationships" id="261" r:id="Rc6079f933ccf4026"/>
    <p:sldId xmlns:r="http://schemas.openxmlformats.org/officeDocument/2006/relationships" id="262" r:id="Rc5b1676b26264c8a"/>
    <p:sldId xmlns:r="http://schemas.openxmlformats.org/officeDocument/2006/relationships" id="263" r:id="R6531450db5a94c35"/>
    <p:sldId xmlns:r="http://schemas.openxmlformats.org/officeDocument/2006/relationships" id="264" r:id="Rf7124127fcd34ca8"/>
    <p:sldId xmlns:r="http://schemas.openxmlformats.org/officeDocument/2006/relationships" id="265" r:id="R3bd8503b1dd84cc1"/>
    <p:sldId xmlns:r="http://schemas.openxmlformats.org/officeDocument/2006/relationships" id="266" r:id="Red1364e024c04a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f50a5ff7f4a9a" /><Relationship Type="http://schemas.openxmlformats.org/officeDocument/2006/relationships/slideMaster" Target="/ppt/slideMasters/slideMaster1.xml" Id="Rc96f5b81b700429e" /><Relationship Type="http://schemas.openxmlformats.org/officeDocument/2006/relationships/notesMaster" Target="/ppt/notesMasters/notesMaster1.xml" Id="R876a1a2c0aaf4969" /><Relationship Type="http://schemas.openxmlformats.org/officeDocument/2006/relationships/presProps" Target="/ppt/presProps.xml" Id="Rfbf24058062845c0" /><Relationship Type="http://schemas.openxmlformats.org/officeDocument/2006/relationships/tableStyles" Target="/ppt/tableStyles.xml" Id="R03bf891935ea4c2d" /><Relationship Type="http://schemas.openxmlformats.org/officeDocument/2006/relationships/slide" Target="/ppt/slides/slide1.xml" Id="Rf8ffd0a8df7a4d12" /><Relationship Type="http://schemas.openxmlformats.org/officeDocument/2006/relationships/slide" Target="/ppt/slides/slide2.xml" Id="R0629b848af194848" /><Relationship Type="http://schemas.openxmlformats.org/officeDocument/2006/relationships/slide" Target="/ppt/slides/slide3.xml" Id="R3ade328d2cd64635" /><Relationship Type="http://schemas.openxmlformats.org/officeDocument/2006/relationships/slide" Target="/ppt/slides/slide4.xml" Id="R2bf5aa447c8e4245" /><Relationship Type="http://schemas.openxmlformats.org/officeDocument/2006/relationships/slide" Target="/ppt/slides/slide5.xml" Id="Re8c8a896188f4594" /><Relationship Type="http://schemas.openxmlformats.org/officeDocument/2006/relationships/slide" Target="/ppt/slides/slide6.xml" Id="Rc6079f933ccf4026" /><Relationship Type="http://schemas.openxmlformats.org/officeDocument/2006/relationships/slide" Target="/ppt/slides/slide7.xml" Id="Rc5b1676b26264c8a" /><Relationship Type="http://schemas.openxmlformats.org/officeDocument/2006/relationships/slide" Target="/ppt/slides/slide8.xml" Id="R6531450db5a94c35" /><Relationship Type="http://schemas.openxmlformats.org/officeDocument/2006/relationships/slide" Target="/ppt/slides/slide9.xml" Id="Rf7124127fcd34ca8" /><Relationship Type="http://schemas.openxmlformats.org/officeDocument/2006/relationships/slide" Target="/ppt/slides/slide10.xml" Id="R3bd8503b1dd84cc1" /><Relationship Type="http://schemas.openxmlformats.org/officeDocument/2006/relationships/slide" Target="/ppt/slides/slide11.xml" Id="Red1364e024c04a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79f3ce3b6f4d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3ade8d6904b29" /><Relationship Type="http://schemas.openxmlformats.org/officeDocument/2006/relationships/notesMaster" Target="/ppt/notesMasters/notesMaster1.xml" Id="R638ba546cf664e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7ee6c9ee324686" /><Relationship Type="http://schemas.openxmlformats.org/officeDocument/2006/relationships/notesMaster" Target="/ppt/notesMasters/notesMaster1.xml" Id="Rb2e4b89fa6234a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7201f822a4076" /><Relationship Type="http://schemas.openxmlformats.org/officeDocument/2006/relationships/notesMaster" Target="/ppt/notesMasters/notesMaster1.xml" Id="Rd3e02d7f9ea049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beea6d0b3845fc" /><Relationship Type="http://schemas.openxmlformats.org/officeDocument/2006/relationships/notesMaster" Target="/ppt/notesMasters/notesMaster1.xml" Id="Rd72f614c1c9747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8f780ca47446b6" /><Relationship Type="http://schemas.openxmlformats.org/officeDocument/2006/relationships/notesMaster" Target="/ppt/notesMasters/notesMaster1.xml" Id="R59d5cc1dd5d4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812d1f0adb4dde" /><Relationship Type="http://schemas.openxmlformats.org/officeDocument/2006/relationships/notesMaster" Target="/ppt/notesMasters/notesMaster1.xml" Id="Rf0d161481ad348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9e406da9d4eaa" /><Relationship Type="http://schemas.openxmlformats.org/officeDocument/2006/relationships/notesMaster" Target="/ppt/notesMasters/notesMaster1.xml" Id="Re1e75de8fc9c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9c06e5e59744f0" /><Relationship Type="http://schemas.openxmlformats.org/officeDocument/2006/relationships/notesMaster" Target="/ppt/notesMasters/notesMaster1.xml" Id="R938b4886485b48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fbf0349e814740" /><Relationship Type="http://schemas.openxmlformats.org/officeDocument/2006/relationships/notesMaster" Target="/ppt/notesMasters/notesMaster1.xml" Id="Rd84f8a5e2772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484562761e4b2e" /><Relationship Type="http://schemas.openxmlformats.org/officeDocument/2006/relationships/notesMaster" Target="/ppt/notesMasters/notesMaster1.xml" Id="Rf190e3596a584b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d445408bc04c49" /><Relationship Type="http://schemas.openxmlformats.org/officeDocument/2006/relationships/notesMaster" Target="/ppt/notesMasters/notesMaster1.xml" Id="Rad783cee776243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d93899e8f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8b66863d84f9e" /><Relationship Type="http://schemas.openxmlformats.org/officeDocument/2006/relationships/slideLayout" Target="/ppt/slideLayouts/slideLayout1.xml" Id="R65526c56470945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526c56470945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78c6830b47cf" /><Relationship Type="http://schemas.openxmlformats.org/officeDocument/2006/relationships/notesSlide" Target="/ppt/notesSlides/notesSlide1.xml" Id="R1c7e7fb3665c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7a22c312b4411" /><Relationship Type="http://schemas.openxmlformats.org/officeDocument/2006/relationships/notesSlide" Target="/ppt/notesSlides/notesSlide2.xml" Id="R4ffc24bb989c4c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ce0dcf69142a9" /><Relationship Type="http://schemas.openxmlformats.org/officeDocument/2006/relationships/notesSlide" Target="/ppt/notesSlides/notesSlide3.xml" Id="Rcf9cb56342a349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948c0846c4b15" /><Relationship Type="http://schemas.openxmlformats.org/officeDocument/2006/relationships/notesSlide" Target="/ppt/notesSlides/notesSlide4.xml" Id="R6b2eecd2ffeb45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ed0c0e7934658" /><Relationship Type="http://schemas.openxmlformats.org/officeDocument/2006/relationships/notesSlide" Target="/ppt/notesSlides/notesSlide5.xml" Id="Rdb936e52dabb40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b58bacac14eb1" /><Relationship Type="http://schemas.openxmlformats.org/officeDocument/2006/relationships/notesSlide" Target="/ppt/notesSlides/notesSlide6.xml" Id="R29d4e316264e40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2e1caf6ce4c87" /><Relationship Type="http://schemas.openxmlformats.org/officeDocument/2006/relationships/notesSlide" Target="/ppt/notesSlides/notesSlide7.xml" Id="R1b381fb94fa949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f980f182a48fa" /><Relationship Type="http://schemas.openxmlformats.org/officeDocument/2006/relationships/notesSlide" Target="/ppt/notesSlides/notesSlide8.xml" Id="R7652188032d145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17375b1f24cbb" /><Relationship Type="http://schemas.openxmlformats.org/officeDocument/2006/relationships/notesSlide" Target="/ppt/notesSlides/notesSlide9.xml" Id="Rdfc0a764d2b948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f753b9a66406c" /><Relationship Type="http://schemas.openxmlformats.org/officeDocument/2006/relationships/notesSlide" Target="/ppt/notesSlides/notesSlide10.xml" Id="Ra6a7ae2d46f149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341c269594df0" /><Relationship Type="http://schemas.openxmlformats.org/officeDocument/2006/relationships/notesSlide" Target="/ppt/notesSlides/notesSlide11.xml" Id="R4998029ef31341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EE5A6-15CC-40A6-B4A1-B6D007E1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2349E-E32F-4FA9-88FD-DFE275B1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028 — Portable Air Blower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DD81D-6ED5-477F-954A-A56A2B7B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54B82-C7DE-4F0B-BE08-F1044EB6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E8258-5E1B-4C8A-9908-4DCBC025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AB6BB-3A5A-4397-8638-13A51020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808256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1E79B-B38C-45B6-A532-1DB9075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3E023-9367-4D18-8DA4-1B3179A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A2359-548C-4D58-A393-0406A3B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682B5-DC9E-414B-A739-CABFC31C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8947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E9B26-6F95-4D64-B9B2-448CDF02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F0C2B-3D94-47B3-BF64-A8217081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E2D1F-58C4-4256-8B87-EC22E855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BA84E-C3EF-4CEA-89AF-147906E6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1C194-B2A3-4274-BC75-22394E8D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BFA36-4BD4-496E-9C75-FB634E8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A7A64-6BA0-4039-88B1-143347A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65E05-0789-4CF3-A778-00B19EB3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13174-6F57-40BE-A8FD-33D86633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5B214-7301-47AB-AC87-84A894C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F3DB6-0BF2-45AD-AD65-8773EF2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C7986-8E88-4913-AE2B-21048F9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B29F3-48F6-4407-AA4B-8B86DB85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FEBA4-9BA4-41EA-B957-8F4E11F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4373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EC55F-B34A-483E-A8B6-B367045D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BEA0E-0CBE-4E7C-A414-079C636B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89D47-9429-4E24-9FBE-9E589D6C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supply, hose, nozzle, guard and switch condition. • Control dust, projectiles, noise and bystander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CC4FE-521B-475F-B10D-2EB78010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3A030-FBD1-42B8-8EAD-0CC2E63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Never direct compressed air at people or use unsafe pressure.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C17E4-FDF1-4D19-9491-B8B470A7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51995-40E4-4393-A692-70725C6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7F277-2712-4982-AFB5-BF0AF684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5102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4E38B-1D77-4802-A00A-33C0E06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0043-0CC0-4B0A-9902-15C1A9DF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FD557-F2D8-4153-81A8-2418FCA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59E77-32DB-4492-8DE8-3591DF9B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6A54A-98F6-477F-BDF6-C77DF8CF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80186-D98C-4F6F-BD32-FAE24FD3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6DB76-854F-4566-AF53-7FE72B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33B4C-A920-4365-A7AF-02F3F478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2762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D1347-8647-48AF-BD24-1DF30E6A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FF22C-20FC-4CF6-A66C-B3A16DA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43874-4999-4C7B-82D2-842870B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86AE9-AA60-4C02-A6F0-043D9360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BAEE8-F970-4E6F-87FC-64C69EDD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36330-A5F2-49FF-8A78-DDCC28CD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988E1-3FB2-4E32-B5A9-FE222CE4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A26DA-56DF-47FA-9094-68BC2BD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6106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40953-1076-4F9A-8804-F6ACD199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35337-F599-47FB-B9E3-67E774C7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604A-3A56-4B23-9580-0B69465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DA28B-B782-43A7-8F06-F0744563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64B6-59DC-4404-9BEF-873D4A77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2E9C6-E3F4-4897-8813-E1156292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F6772-CDAB-45AB-A483-D3760197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22A09-5EB8-41F4-9974-B1F7FE3E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4E93A-D6C6-4B1B-85D2-98C277AF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3100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1A983-5F6D-47D0-AEF3-9713434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0F832-B25D-4977-A5FE-B82AA40A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9FBF8-A7EF-45D2-B6B9-50088D3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5CBB0-6EC8-41A2-9EDB-8463C1B9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97191-302D-4954-9F0C-3F69F4F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45944-D504-4909-936B-7AAC0EE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6C775-7290-4496-AB54-31B601CA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D60BB-CBDF-4CB8-AE94-B8D44733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25B42-8410-422E-AB07-EDF906B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1062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CB201-B22C-4BC0-9DEA-D6A6B0D7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3420B-CB8C-4187-B942-4DFB141F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84E57-1F35-418D-BD12-3A8BDA9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FC2C8-FD5C-4D7F-AE24-B4454FE8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A1CEE-6C5A-460E-8257-EED7F75F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43835-13F2-49A1-B45E-804F958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91647-13A8-4B5E-842D-1D25A85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301B5-E5E3-4BF7-8AB3-4F4C71F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A31BD-A92C-4E10-9CC0-BC1648FA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8432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96811-7CA6-43D0-9DAA-1D68344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009E7-9094-4DB9-8658-6D2F4BA1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468E3-5F34-422F-AF93-A02A6268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8F837-4CDF-48A6-A45D-71A01D4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BB876-9555-41B2-A12D-EFE8941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F8992-D861-4EC4-926E-D87E7EC4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F68E5-DC08-4CC4-AFB1-84796E8E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1881F-F535-4FED-A35B-6EB514C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3BB25-82AD-48EA-BE40-FEDA183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8706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E1D7D-4762-4700-B022-57D0AEF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9EF20-56FD-4E0B-80A2-4D2EE239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5D898-6F13-4FA4-A2E7-FDD4C11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E5958-0316-4B8B-9AD2-18103F81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7B942-8740-48F9-91E1-8C9244CF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E5AF-35F7-4760-968D-59DDD7C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34331-04BF-471D-9815-BF0D9EDB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7A4C0-0F0A-47D7-AE8D-86086C18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129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2026-08-15T02:50:12.3450000Z</dcterms:created>
  <dcterms:modified xsi:type="dcterms:W3CDTF">2026-08-15T02:50:12.3450000Z</dcterms:modified>
</coreProperties>
</file>