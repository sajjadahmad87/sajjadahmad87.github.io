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da6a7b5844daa" /><Relationship Type="http://schemas.openxmlformats.org/officeDocument/2006/relationships/extended-properties" Target="/docProps/app.xml" Id="R38cf4e01143c4c04" /><Relationship Type="http://schemas.openxmlformats.org/officeDocument/2006/relationships/officeDocument" Target="/ppt/presentation.xml" Id="R52bdf7b484674f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47c98c82984d6c"/>
  </p:sldMasterIdLst>
  <p:notesMasterIdLst>
    <p:notesMasterId xmlns:r="http://schemas.openxmlformats.org/officeDocument/2006/relationships" r:id="Ra308cd18a13b4767"/>
  </p:notesMasterIdLst>
  <p:sldIdLst>
    <p:sldId xmlns:r="http://schemas.openxmlformats.org/officeDocument/2006/relationships" id="256" r:id="R7321689a823e4555"/>
    <p:sldId xmlns:r="http://schemas.openxmlformats.org/officeDocument/2006/relationships" id="257" r:id="R572c5b8bd6214570"/>
    <p:sldId xmlns:r="http://schemas.openxmlformats.org/officeDocument/2006/relationships" id="258" r:id="Rd6037006c3ed4abc"/>
    <p:sldId xmlns:r="http://schemas.openxmlformats.org/officeDocument/2006/relationships" id="259" r:id="R9521ffc969954dcf"/>
    <p:sldId xmlns:r="http://schemas.openxmlformats.org/officeDocument/2006/relationships" id="260" r:id="R2154dda7f4984017"/>
    <p:sldId xmlns:r="http://schemas.openxmlformats.org/officeDocument/2006/relationships" id="261" r:id="Rc7c49e4afe6f42d1"/>
    <p:sldId xmlns:r="http://schemas.openxmlformats.org/officeDocument/2006/relationships" id="262" r:id="R9687a2952b3c46f5"/>
    <p:sldId xmlns:r="http://schemas.openxmlformats.org/officeDocument/2006/relationships" id="263" r:id="R86306a3bc9824c6b"/>
    <p:sldId xmlns:r="http://schemas.openxmlformats.org/officeDocument/2006/relationships" id="264" r:id="R99223a7792384b5a"/>
    <p:sldId xmlns:r="http://schemas.openxmlformats.org/officeDocument/2006/relationships" id="265" r:id="Rb4ab9e44dc9c45fa"/>
    <p:sldId xmlns:r="http://schemas.openxmlformats.org/officeDocument/2006/relationships" id="266" r:id="Ra2b50d2ad7f944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52de4a1140454a" /><Relationship Type="http://schemas.openxmlformats.org/officeDocument/2006/relationships/slideMaster" Target="/ppt/slideMasters/slideMaster1.xml" Id="R7347c98c82984d6c" /><Relationship Type="http://schemas.openxmlformats.org/officeDocument/2006/relationships/notesMaster" Target="/ppt/notesMasters/notesMaster1.xml" Id="Ra308cd18a13b4767" /><Relationship Type="http://schemas.openxmlformats.org/officeDocument/2006/relationships/presProps" Target="/ppt/presProps.xml" Id="R8ff5ffb681054240" /><Relationship Type="http://schemas.openxmlformats.org/officeDocument/2006/relationships/tableStyles" Target="/ppt/tableStyles.xml" Id="R15efa82bde6c4639" /><Relationship Type="http://schemas.openxmlformats.org/officeDocument/2006/relationships/slide" Target="/ppt/slides/slide1.xml" Id="R7321689a823e4555" /><Relationship Type="http://schemas.openxmlformats.org/officeDocument/2006/relationships/slide" Target="/ppt/slides/slide2.xml" Id="R572c5b8bd6214570" /><Relationship Type="http://schemas.openxmlformats.org/officeDocument/2006/relationships/slide" Target="/ppt/slides/slide3.xml" Id="Rd6037006c3ed4abc" /><Relationship Type="http://schemas.openxmlformats.org/officeDocument/2006/relationships/slide" Target="/ppt/slides/slide4.xml" Id="R9521ffc969954dcf" /><Relationship Type="http://schemas.openxmlformats.org/officeDocument/2006/relationships/slide" Target="/ppt/slides/slide5.xml" Id="R2154dda7f4984017" /><Relationship Type="http://schemas.openxmlformats.org/officeDocument/2006/relationships/slide" Target="/ppt/slides/slide6.xml" Id="Rc7c49e4afe6f42d1" /><Relationship Type="http://schemas.openxmlformats.org/officeDocument/2006/relationships/slide" Target="/ppt/slides/slide7.xml" Id="R9687a2952b3c46f5" /><Relationship Type="http://schemas.openxmlformats.org/officeDocument/2006/relationships/slide" Target="/ppt/slides/slide8.xml" Id="R86306a3bc9824c6b" /><Relationship Type="http://schemas.openxmlformats.org/officeDocument/2006/relationships/slide" Target="/ppt/slides/slide9.xml" Id="R99223a7792384b5a" /><Relationship Type="http://schemas.openxmlformats.org/officeDocument/2006/relationships/slide" Target="/ppt/slides/slide10.xml" Id="Rb4ab9e44dc9c45fa" /><Relationship Type="http://schemas.openxmlformats.org/officeDocument/2006/relationships/slide" Target="/ppt/slides/slide11.xml" Id="Ra2b50d2ad7f9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542efd8cc445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e4d7453c94c9a" /><Relationship Type="http://schemas.openxmlformats.org/officeDocument/2006/relationships/notesMaster" Target="/ppt/notesMasters/notesMaster1.xml" Id="Rdaa39bd71d69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5f3c0425294718" /><Relationship Type="http://schemas.openxmlformats.org/officeDocument/2006/relationships/notesMaster" Target="/ppt/notesMasters/notesMaster1.xml" Id="Rc06297ae39e945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d2467d9cd4d13" /><Relationship Type="http://schemas.openxmlformats.org/officeDocument/2006/relationships/notesMaster" Target="/ppt/notesMasters/notesMaster1.xml" Id="Rbe596d34bf31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8d6faf7a04c42" /><Relationship Type="http://schemas.openxmlformats.org/officeDocument/2006/relationships/notesMaster" Target="/ppt/notesMasters/notesMaster1.xml" Id="R0ce2e059f6f3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fd980056e840c8" /><Relationship Type="http://schemas.openxmlformats.org/officeDocument/2006/relationships/notesMaster" Target="/ppt/notesMasters/notesMaster1.xml" Id="R93d7bf2f124741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e23784e66e48f5" /><Relationship Type="http://schemas.openxmlformats.org/officeDocument/2006/relationships/notesMaster" Target="/ppt/notesMasters/notesMaster1.xml" Id="R453f6e4dc15544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693b0bba324cc0" /><Relationship Type="http://schemas.openxmlformats.org/officeDocument/2006/relationships/notesMaster" Target="/ppt/notesMasters/notesMaster1.xml" Id="R1d9d6cec3e5946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451f5283a04aba" /><Relationship Type="http://schemas.openxmlformats.org/officeDocument/2006/relationships/notesMaster" Target="/ppt/notesMasters/notesMaster1.xml" Id="R56b78408d7a64d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7fbe35b320425e" /><Relationship Type="http://schemas.openxmlformats.org/officeDocument/2006/relationships/notesMaster" Target="/ppt/notesMasters/notesMaster1.xml" Id="R30b8dc50883748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81a1be065b4fc3" /><Relationship Type="http://schemas.openxmlformats.org/officeDocument/2006/relationships/notesMaster" Target="/ppt/notesMasters/notesMaster1.xml" Id="R2ab3aa700ef943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6e620e4642493c" /><Relationship Type="http://schemas.openxmlformats.org/officeDocument/2006/relationships/notesMaster" Target="/ppt/notesMasters/notesMaster1.xml" Id="R54f34a588277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0ed6b62dd4c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e0b94e4dec45b6" /><Relationship Type="http://schemas.openxmlformats.org/officeDocument/2006/relationships/slideLayout" Target="/ppt/slideLayouts/slideLayout1.xml" Id="R912ee20ce35e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ee20ce35e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052d1ef04bad" /><Relationship Type="http://schemas.openxmlformats.org/officeDocument/2006/relationships/notesSlide" Target="/ppt/notesSlides/notesSlide1.xml" Id="Rdf47faa630194f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8d6c248124dd6" /><Relationship Type="http://schemas.openxmlformats.org/officeDocument/2006/relationships/notesSlide" Target="/ppt/notesSlides/notesSlide2.xml" Id="R932f3bbd4dac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7e9dc7a714603" /><Relationship Type="http://schemas.openxmlformats.org/officeDocument/2006/relationships/notesSlide" Target="/ppt/notesSlides/notesSlide3.xml" Id="Rb2bd351837e644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c1ddbc4a04d23" /><Relationship Type="http://schemas.openxmlformats.org/officeDocument/2006/relationships/notesSlide" Target="/ppt/notesSlides/notesSlide4.xml" Id="R35bce3a3b312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021c7be2a40e5" /><Relationship Type="http://schemas.openxmlformats.org/officeDocument/2006/relationships/notesSlide" Target="/ppt/notesSlides/notesSlide5.xml" Id="R02bcbeef30b246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a56e074894b8a" /><Relationship Type="http://schemas.openxmlformats.org/officeDocument/2006/relationships/notesSlide" Target="/ppt/notesSlides/notesSlide6.xml" Id="R887ac19fe6174c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d89fa2bf54b35" /><Relationship Type="http://schemas.openxmlformats.org/officeDocument/2006/relationships/notesSlide" Target="/ppt/notesSlides/notesSlide7.xml" Id="Rdc179a41ddc54a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afb11f2804932" /><Relationship Type="http://schemas.openxmlformats.org/officeDocument/2006/relationships/notesSlide" Target="/ppt/notesSlides/notesSlide8.xml" Id="R25454bc1a2574e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f9232f59e41e1" /><Relationship Type="http://schemas.openxmlformats.org/officeDocument/2006/relationships/notesSlide" Target="/ppt/notesSlides/notesSlide9.xml" Id="R9a5354fe806747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ee317fa894c26" /><Relationship Type="http://schemas.openxmlformats.org/officeDocument/2006/relationships/notesSlide" Target="/ppt/notesSlides/notesSlide10.xml" Id="R0a850ce8d55b44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298177159434b" /><Relationship Type="http://schemas.openxmlformats.org/officeDocument/2006/relationships/notesSlide" Target="/ppt/notesSlides/notesSlide11.xml" Id="R80ef706562af4d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79AFF-A827-4EF4-809B-3FE3ABBB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OCCUPATIONAL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AE631-C879-4135-8FC2-7A0D55AB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024 — Manual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BCC1D-9085-40E4-BEA6-DC39226C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F38B7-7D9F-468D-B1DD-1737B8C2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5B312-4D90-4A2D-8D9C-D65F50DA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07BC6-003F-4525-AD59-C58E6862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921304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6BAE0-F8EB-4139-B03A-4027B214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OCCUPATIONAL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8FC01-EA7D-4A0C-A3CE-F7FA047A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AFADB-C757-4B5B-8B55-864156AA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69427-548D-4D0A-A736-0299E7AB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2426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D057F-AA6D-4E99-9307-6A4D73EF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04B1D-1033-4A64-AB9A-13C0292B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8C2A7-EE47-4E6A-994E-B89CF51A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47BE3-834A-48F1-8204-3016AAD2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907DD-0837-412B-A6C7-ADF6939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C14C3-4548-4096-9DDB-B2A0D209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CBF8A-B0C4-48AD-A67A-28FDE0DB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11898-C23C-41DC-B55E-AA19DFBF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A8B3D-0213-4115-A322-5377725D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ACD17-091F-4219-A36C-D736E418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B23BD-A514-40BD-A8CE-CEDBFF55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3ED66-821A-4636-9AEC-FCD3080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33EAA-7571-4F3B-AAD8-342E510D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3A12D-C5DA-48BE-8479-442EE5A6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6112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478E2-D297-48C2-9B4B-B0CA82DB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18EF8-ABB2-4AAE-9BE9-06315B1F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A0AE8-54D3-4830-A783-FBDEEFE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Assess load, route, posture and required assistance. • Use mechanical aids and team lifting where appropriate.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8595E-DBC5-45DF-AF7E-99D2AA83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24539-6122-4D5B-9228-1359721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Avoid twisting and keep the load controlled close to the body.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914FA-B6B2-441D-8F36-EAD11FDF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796D4-1F25-4A4F-938C-56D300C6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AE8E5-163F-4288-8F95-DF533FB1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860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C0165-784B-48F7-9BBA-1C9A3D07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24308-2A7B-41CA-9517-1B20F45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85F3C-3450-402A-99C1-A9DABC6E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496FF-F000-47BC-B436-3185A1DD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001BD-216B-4C7C-B59A-22214B9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96B49-C643-46F8-A287-0297455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8EE36-70E7-4CC2-870B-CF6CF17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8410E-E483-482C-B5E6-4FAFA4F3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30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F4D32-C2CE-4BB7-AF45-A99EC4E7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A03B7-B3EA-4F6D-B528-86553BAC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EFBAA-3BA5-4657-9924-3F60CAE4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50194-B400-46C5-8212-E0BC5EA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66A06-5570-4719-9970-276D5B5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25143-557F-4DAD-9630-8CCB3317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3EF4F-2F50-4CEB-8B6E-BFA44AB3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DC997-33D3-4141-8719-D7560369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4101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C3C5B-7C8D-454D-9420-A365285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FFE13-45A2-4EED-99F2-569742B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7FBFD-CBAA-4928-97DD-7059488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897B4-3EA9-4E61-98D1-DC844234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81152-1AFD-4F9E-BAE6-66DCBDD6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A7AD0-7622-4F2C-B2CD-F9C3D710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8DFB7-4E9F-4CE1-99AF-27619AF3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1EA91-11B4-40C6-9941-6010CB5C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DAC93-73D5-43A5-AF09-D233949F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7394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0EAF9-8647-42F5-865C-CE126407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6365C-D6A4-4F1B-8F3B-D867844B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CFAB7-022A-4980-9492-AF684F5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D4FD5-8B8C-4F4F-98BF-45CD936E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686EA-69B7-45AF-8E74-3F6EABF1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5E99-F936-4C14-9CA1-17CBD56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DBEE4-F1EC-4A41-9A41-2300B0E0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F8EE3-CDCE-4D16-8CA4-B1FE71C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D3435-C611-4A8D-98DC-67000717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38490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34771-6A73-4756-B23C-622D1AB0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A5075-0880-4300-83E2-8F585EB9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7AC8B-E2B5-44CA-9D44-67E0D3C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4D092-D600-4B07-9F21-B0E927D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FAC8A-566D-4EB0-AC15-654D633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748E3-7AA6-4225-9AB6-66F28BC2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C500B-6D07-4B82-9E5C-410F1664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16AB0-59EC-4B42-A0AF-DFDF8030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6161-6693-412A-AF38-A3C54840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5951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8C525-9DC0-4552-980F-EB65EE0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44172-EEDF-4FBA-97DA-C4A705A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4CF11-7362-4973-9D50-FABD1905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FEAEE-4C1B-4CC9-8910-0503D615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80225-603A-4F0E-899E-0431EE02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DE6E7-16EB-4FA6-9E1E-DB0CCC4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9266A-0552-40FF-828F-3431944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4F8C6-E262-4E3F-A90B-AA62F3B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9074D-19E0-4C27-ABEF-47215FFA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85124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103C2-92A2-4E08-A153-A78D748C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25DC2-0125-4C51-A100-45A3218F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4F05B-85F5-4A27-88A4-F056E82D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25296-9E2B-4347-9D09-D4B70BD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BC15D-C451-41CC-B12A-F20F22C3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C452-FF1E-4973-988C-4EECF28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E1E8D-5925-4CE0-9162-27185B48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6D5F1-9DF6-4130-A307-A2CD9499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1390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2026-08-15T02:50:11.0770000Z</dcterms:created>
  <dcterms:modified xsi:type="dcterms:W3CDTF">2026-08-15T02:50:11.0770000Z</dcterms:modified>
</coreProperties>
</file>