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c0cd0cc1ab24d62" /><Relationship Type="http://schemas.openxmlformats.org/officeDocument/2006/relationships/extended-properties" Target="/docProps/app.xml" Id="R30652ca9d7e04950" /><Relationship Type="http://schemas.openxmlformats.org/officeDocument/2006/relationships/officeDocument" Target="/ppt/presentation.xml" Id="Ref3d62d004744a7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f39c95330a6441f"/>
  </p:sldMasterIdLst>
  <p:notesMasterIdLst>
    <p:notesMasterId xmlns:r="http://schemas.openxmlformats.org/officeDocument/2006/relationships" r:id="Rebb484b026264fce"/>
  </p:notesMasterIdLst>
  <p:sldIdLst>
    <p:sldId xmlns:r="http://schemas.openxmlformats.org/officeDocument/2006/relationships" id="256" r:id="R85bd89d44e164dc1"/>
    <p:sldId xmlns:r="http://schemas.openxmlformats.org/officeDocument/2006/relationships" id="257" r:id="Ra1cd83697e484d5e"/>
    <p:sldId xmlns:r="http://schemas.openxmlformats.org/officeDocument/2006/relationships" id="258" r:id="Rbc459c6a8eae4422"/>
    <p:sldId xmlns:r="http://schemas.openxmlformats.org/officeDocument/2006/relationships" id="259" r:id="Rbb6207f9b3e44690"/>
    <p:sldId xmlns:r="http://schemas.openxmlformats.org/officeDocument/2006/relationships" id="260" r:id="Rcbcf6c34d2374282"/>
    <p:sldId xmlns:r="http://schemas.openxmlformats.org/officeDocument/2006/relationships" id="261" r:id="R8a2d2dbd07c24400"/>
    <p:sldId xmlns:r="http://schemas.openxmlformats.org/officeDocument/2006/relationships" id="262" r:id="R19d4212917fd45dd"/>
    <p:sldId xmlns:r="http://schemas.openxmlformats.org/officeDocument/2006/relationships" id="263" r:id="Reea7b992248c4c93"/>
    <p:sldId xmlns:r="http://schemas.openxmlformats.org/officeDocument/2006/relationships" id="264" r:id="R7611793b2f2c4d3a"/>
    <p:sldId xmlns:r="http://schemas.openxmlformats.org/officeDocument/2006/relationships" id="265" r:id="Rb2c10af46b514018"/>
    <p:sldId xmlns:r="http://schemas.openxmlformats.org/officeDocument/2006/relationships" id="266" r:id="R3c93cb3cafc04c10"/>
    <p:sldId xmlns:r="http://schemas.openxmlformats.org/officeDocument/2006/relationships" id="267" r:id="R99e227a512bc404e"/>
    <p:sldId xmlns:r="http://schemas.openxmlformats.org/officeDocument/2006/relationships" id="268" r:id="Rec3d304f18424e7c"/>
    <p:sldId xmlns:r="http://schemas.openxmlformats.org/officeDocument/2006/relationships" id="269" r:id="R236001220fd7495e"/>
    <p:sldId xmlns:r="http://schemas.openxmlformats.org/officeDocument/2006/relationships" id="270" r:id="Rfbcd0c70765d468d"/>
    <p:sldId xmlns:r="http://schemas.openxmlformats.org/officeDocument/2006/relationships" id="271" r:id="R09d2b4ee62464af6"/>
    <p:sldId xmlns:r="http://schemas.openxmlformats.org/officeDocument/2006/relationships" id="272" r:id="Rb61f26b4fe1843ce"/>
    <p:sldId xmlns:r="http://schemas.openxmlformats.org/officeDocument/2006/relationships" id="273" r:id="Rf52a2413c0a74c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d6fd58e73440e9" /><Relationship Type="http://schemas.openxmlformats.org/officeDocument/2006/relationships/slideMaster" Target="/ppt/slideMasters/slideMaster1.xml" Id="R7f39c95330a6441f" /><Relationship Type="http://schemas.openxmlformats.org/officeDocument/2006/relationships/notesMaster" Target="/ppt/notesMasters/notesMaster1.xml" Id="Rebb484b026264fce" /><Relationship Type="http://schemas.openxmlformats.org/officeDocument/2006/relationships/presProps" Target="/ppt/presProps.xml" Id="Re2df266da6d54f7c" /><Relationship Type="http://schemas.openxmlformats.org/officeDocument/2006/relationships/tableStyles" Target="/ppt/tableStyles.xml" Id="R6134c4db0e8a419d" /><Relationship Type="http://schemas.openxmlformats.org/officeDocument/2006/relationships/slide" Target="/ppt/slides/slide1.xml" Id="R85bd89d44e164dc1" /><Relationship Type="http://schemas.openxmlformats.org/officeDocument/2006/relationships/slide" Target="/ppt/slides/slide2.xml" Id="Ra1cd83697e484d5e" /><Relationship Type="http://schemas.openxmlformats.org/officeDocument/2006/relationships/slide" Target="/ppt/slides/slide3.xml" Id="Rbc459c6a8eae4422" /><Relationship Type="http://schemas.openxmlformats.org/officeDocument/2006/relationships/slide" Target="/ppt/slides/slide4.xml" Id="Rbb6207f9b3e44690" /><Relationship Type="http://schemas.openxmlformats.org/officeDocument/2006/relationships/slide" Target="/ppt/slides/slide5.xml" Id="Rcbcf6c34d2374282" /><Relationship Type="http://schemas.openxmlformats.org/officeDocument/2006/relationships/slide" Target="/ppt/slides/slide6.xml" Id="R8a2d2dbd07c24400" /><Relationship Type="http://schemas.openxmlformats.org/officeDocument/2006/relationships/slide" Target="/ppt/slides/slide7.xml" Id="R19d4212917fd45dd" /><Relationship Type="http://schemas.openxmlformats.org/officeDocument/2006/relationships/slide" Target="/ppt/slides/slide8.xml" Id="Reea7b992248c4c93" /><Relationship Type="http://schemas.openxmlformats.org/officeDocument/2006/relationships/slide" Target="/ppt/slides/slide9.xml" Id="R7611793b2f2c4d3a" /><Relationship Type="http://schemas.openxmlformats.org/officeDocument/2006/relationships/slide" Target="/ppt/slides/slide10.xml" Id="Rb2c10af46b514018" /><Relationship Type="http://schemas.openxmlformats.org/officeDocument/2006/relationships/slide" Target="/ppt/slides/slide11.xml" Id="R3c93cb3cafc04c10" /><Relationship Type="http://schemas.openxmlformats.org/officeDocument/2006/relationships/slide" Target="/ppt/slides/slide12.xml" Id="R99e227a512bc404e" /><Relationship Type="http://schemas.openxmlformats.org/officeDocument/2006/relationships/slide" Target="/ppt/slides/slide13.xml" Id="Rec3d304f18424e7c" /><Relationship Type="http://schemas.openxmlformats.org/officeDocument/2006/relationships/slide" Target="/ppt/slides/slide14.xml" Id="R236001220fd7495e" /><Relationship Type="http://schemas.openxmlformats.org/officeDocument/2006/relationships/slide" Target="/ppt/slides/slide15.xml" Id="Rfbcd0c70765d468d" /><Relationship Type="http://schemas.openxmlformats.org/officeDocument/2006/relationships/slide" Target="/ppt/slides/slide16.xml" Id="R09d2b4ee62464af6" /><Relationship Type="http://schemas.openxmlformats.org/officeDocument/2006/relationships/slide" Target="/ppt/slides/slide17.xml" Id="Rb61f26b4fe1843ce" /><Relationship Type="http://schemas.openxmlformats.org/officeDocument/2006/relationships/slide" Target="/ppt/slides/slide18.xml" Id="Rf52a2413c0a74c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e265441b070463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22d7704b8a647ba" /><Relationship Type="http://schemas.openxmlformats.org/officeDocument/2006/relationships/notesMaster" Target="/ppt/notesMasters/notesMaster1.xml" Id="R214844edcb9f40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eae9a53c6244822" /><Relationship Type="http://schemas.openxmlformats.org/officeDocument/2006/relationships/notesMaster" Target="/ppt/notesMasters/notesMaster1.xml" Id="R0e7afd2ce85d416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f2b729dc74444cf" /><Relationship Type="http://schemas.openxmlformats.org/officeDocument/2006/relationships/notesMaster" Target="/ppt/notesMasters/notesMaster1.xml" Id="R35660c2286f246e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8bbee5ae044a36" /><Relationship Type="http://schemas.openxmlformats.org/officeDocument/2006/relationships/notesMaster" Target="/ppt/notesMasters/notesMaster1.xml" Id="Rd7074dbdfea64c4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2c1006c41446e0" /><Relationship Type="http://schemas.openxmlformats.org/officeDocument/2006/relationships/notesMaster" Target="/ppt/notesMasters/notesMaster1.xml" Id="R870f89d59dd1494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054328daa544274" /><Relationship Type="http://schemas.openxmlformats.org/officeDocument/2006/relationships/notesMaster" Target="/ppt/notesMasters/notesMaster1.xml" Id="Rc005d6fac03442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0b2d10f720c4832" /><Relationship Type="http://schemas.openxmlformats.org/officeDocument/2006/relationships/notesMaster" Target="/ppt/notesMasters/notesMaster1.xml" Id="R96748f59dd094f0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434679644604c1e" /><Relationship Type="http://schemas.openxmlformats.org/officeDocument/2006/relationships/notesMaster" Target="/ppt/notesMasters/notesMaster1.xml" Id="Ra4526d3a540e45b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83fdc4643144671" /><Relationship Type="http://schemas.openxmlformats.org/officeDocument/2006/relationships/notesMaster" Target="/ppt/notesMasters/notesMaster1.xml" Id="R2ae6c2ce14f64f7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a03f195feac4f26" /><Relationship Type="http://schemas.openxmlformats.org/officeDocument/2006/relationships/notesMaster" Target="/ppt/notesMasters/notesMaster1.xml" Id="Rb2a2b3fffc5949b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5f5b5e5567846af" /><Relationship Type="http://schemas.openxmlformats.org/officeDocument/2006/relationships/notesMaster" Target="/ppt/notesMasters/notesMaster1.xml" Id="Rb84a80bf042a433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c62242b94b0490a" /><Relationship Type="http://schemas.openxmlformats.org/officeDocument/2006/relationships/notesMaster" Target="/ppt/notesMasters/notesMaster1.xml" Id="R7739feafc9ac4e5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d925bc6fb9d42ad" /><Relationship Type="http://schemas.openxmlformats.org/officeDocument/2006/relationships/notesMaster" Target="/ppt/notesMasters/notesMaster1.xml" Id="R737af21385d9494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0fd08bbd3f74e1c" /><Relationship Type="http://schemas.openxmlformats.org/officeDocument/2006/relationships/notesMaster" Target="/ppt/notesMasters/notesMaster1.xml" Id="Raa34ca8b4d1f4a5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4bbaae7408f45e0" /><Relationship Type="http://schemas.openxmlformats.org/officeDocument/2006/relationships/notesMaster" Target="/ppt/notesMasters/notesMaster1.xml" Id="Refd4f628162c438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a0614a630564dd1" /><Relationship Type="http://schemas.openxmlformats.org/officeDocument/2006/relationships/notesMaster" Target="/ppt/notesMasters/notesMaster1.xml" Id="R6340137366674a6b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43f7f581ac14250" /><Relationship Type="http://schemas.openxmlformats.org/officeDocument/2006/relationships/notesMaster" Target="/ppt/notesMasters/notesMaster1.xml" Id="R9d69e370e55a475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38c462d0b1a64300" /><Relationship Type="http://schemas.openxmlformats.org/officeDocument/2006/relationships/notesMaster" Target="/ppt/notesMasters/notesMaster1.xml" Id="R9ea7f774ae3c413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3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4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>- Evidence reference: Source page 11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controlled technical document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Training interpretation only. Verify against the current controlled record, OEM documentation, approved PTW/LOTO, risk assessment and site procedures.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d4d1bb098a7477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0e057a29684746" /><Relationship Type="http://schemas.openxmlformats.org/officeDocument/2006/relationships/slideLayout" Target="/ppt/slideLayouts/slideLayout1.xml" Id="R2eb9e60dd7ac460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eb9e60dd7ac460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af028a7dea4f0a" /><Relationship Type="http://schemas.openxmlformats.org/officeDocument/2006/relationships/notesSlide" Target="/ppt/notesSlides/notesSlide1.xml" Id="Rf7d921df1137483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f6893785584d4d" /><Relationship Type="http://schemas.openxmlformats.org/officeDocument/2006/relationships/notesSlide" Target="/ppt/notesSlides/notesSlide2.xml" Id="R00d2d03b33194d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c165c749a84245" /><Relationship Type="http://schemas.openxmlformats.org/officeDocument/2006/relationships/notesSlide" Target="/ppt/notesSlides/notesSlide3.xml" Id="R3d5c586137b9488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cb488d1d294457" /><Relationship Type="http://schemas.openxmlformats.org/officeDocument/2006/relationships/notesSlide" Target="/ppt/notesSlides/notesSlide4.xml" Id="Rffc57bdbb6a4488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63a566d339467f" /><Relationship Type="http://schemas.openxmlformats.org/officeDocument/2006/relationships/notesSlide" Target="/ppt/notesSlides/notesSlide5.xml" Id="R3ae6faa4ec8842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7f1a65c4cf4a80" /><Relationship Type="http://schemas.openxmlformats.org/officeDocument/2006/relationships/notesSlide" Target="/ppt/notesSlides/notesSlide6.xml" Id="Rae746afd4d5a4f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c570dc087c4263" /><Relationship Type="http://schemas.openxmlformats.org/officeDocument/2006/relationships/notesSlide" Target="/ppt/notesSlides/notesSlide7.xml" Id="Re75fd05e205046b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72d36b013c4445" /><Relationship Type="http://schemas.openxmlformats.org/officeDocument/2006/relationships/notesSlide" Target="/ppt/notesSlides/notesSlide8.xml" Id="Rb8b9e86e525941f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fedf81d1a4414d" /><Relationship Type="http://schemas.openxmlformats.org/officeDocument/2006/relationships/notesSlide" Target="/ppt/notesSlides/notesSlide9.xml" Id="R5e4792888db240e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bb2ca32efa460c" /><Relationship Type="http://schemas.openxmlformats.org/officeDocument/2006/relationships/notesSlide" Target="/ppt/notesSlides/notesSlide10.xml" Id="Rec04f9a44d8c412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0e72f5db2e4f22" /><Relationship Type="http://schemas.openxmlformats.org/officeDocument/2006/relationships/notesSlide" Target="/ppt/notesSlides/notesSlide11.xml" Id="R8f106f241dc94da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7324c196194346" /><Relationship Type="http://schemas.openxmlformats.org/officeDocument/2006/relationships/notesSlide" Target="/ppt/notesSlides/notesSlide12.xml" Id="R088c98e5b09543b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bee1df1c5d43c9" /><Relationship Type="http://schemas.openxmlformats.org/officeDocument/2006/relationships/notesSlide" Target="/ppt/notesSlides/notesSlide13.xml" Id="Rb330e28836844b22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c0922b5dc47cd" /><Relationship Type="http://schemas.openxmlformats.org/officeDocument/2006/relationships/notesSlide" Target="/ppt/notesSlides/notesSlide14.xml" Id="R701f0853dc76451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eed86e17ca4452" /><Relationship Type="http://schemas.openxmlformats.org/officeDocument/2006/relationships/notesSlide" Target="/ppt/notesSlides/notesSlide15.xml" Id="Rc8392965ab8b412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a9cad5c1b245d3" /><Relationship Type="http://schemas.openxmlformats.org/officeDocument/2006/relationships/notesSlide" Target="/ppt/notesSlides/notesSlide16.xml" Id="Rcc6a79146be04093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cce58350eb4d96" /><Relationship Type="http://schemas.openxmlformats.org/officeDocument/2006/relationships/notesSlide" Target="/ppt/notesSlides/notesSlide17.xml" Id="Raf02657346a54b0f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6ea0e9976d4a2f" /><Relationship Type="http://schemas.openxmlformats.org/officeDocument/2006/relationships/notesSlide" Target="/ppt/notesSlides/notesSlide18.xml" Id="R3d67497bbf23431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BD8D85-D4CA-4ED0-83AC-FF84A230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• LAUNDRY EQUIPMENT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5FDB9B-961D-4765-B356-21EC1DB3B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104900"/>
            <a:ext cx="55245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SOP 018 — HSI Padding Replacement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96A797-521F-4704-B37C-2B07BFD8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14750"/>
            <a:ext cx="5524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Safe operating procedure and technician briefing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D922AE-34AE-4976-AE15-4AEDB8568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00050"/>
            <a:ext cx="5524500" cy="560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FB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BA3F56-DC0A-4428-9361-BF446EE01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3434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75E057-712B-424B-9919-BEB17E295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TECHNICAL TRAINING RESOURCE</a:t>
            </a:r>
          </a:p>
        </p:txBody>
      </p:sp>
    </p:spTree>
    <p:extLst>
      <p:ext uri="{BB962C8B-B14F-4D97-AF65-F5344CB8AC3E}">
        <p14:creationId xmlns:p14="http://schemas.microsoft.com/office/powerpoint/2010/main" val="35014895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664EA8-D45B-4CF6-93D0-B1A718F4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572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SOP • LAUNDRY EQUIPMENT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CAD340-52C8-447D-ACAF-6CFF7E8E0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95500"/>
            <a:ext cx="1028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Source to practice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4F3F4A-0A73-4C8F-A460-D0BBAAAD2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9E2EC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D9E2EC"/>
                </a:solidFill>
                <a:latin typeface="Arial"/>
                <a:ea typeface="Arial"/>
                <a:cs typeface="Arial"/>
              </a:rPr>
              <a:t>Evidence, interpretation and technician application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4A122D-1BEC-4BF6-B75E-F00F4FAA3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5524500"/>
            <a:ext cx="114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6DCBF4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6DCBF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392951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4B34D3-78A7-4F81-8514-FC752329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KEY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1D626E-F2C4-41C6-8ABF-BAA2331E4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 controlled technical reference for safe maintenance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68B594-36C7-4089-BC2E-938921B35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990540-641D-4056-8B63-3C946AEDF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SOP 018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FB700A-2E3F-4A4C-B3AA-0E98C4558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Procedure identifier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D02CBD-1E16-4C42-8162-D745C9686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E48168-0667-4BD7-9651-0D1F9C0DC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3F4D78-9489-41DC-8111-0E910F04B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Controlled source pages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AE360C9-68B0-48B4-AAD5-106104D2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571750"/>
            <a:ext cx="3571875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EDED"/>
          </a:solidFill>
          <a:ln xmlns:a="http://schemas.openxmlformats.org/drawingml/2006/main" w="9525">
            <a:solidFill>
              <a:srgbClr val="EDEDED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B8E9D2-D772-4719-8996-95FDC701E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48000"/>
            <a:ext cx="3048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Safe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AEAD7D-74D4-44D4-8E66-8D8FD1816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267200"/>
            <a:ext cx="3048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Task execution objective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695A72-22C5-4D52-BD35-7DCCFB567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F40D7BA-3436-4807-B8C0-48716751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Laundry Equipment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5CF036-4997-46C6-9193-4821C0AC8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642765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8FE0A2-76F1-4FAA-BB49-49677A5E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2350D6-4562-4064-B3DB-8E662326B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Use the manual as a machine-specific working reference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CA121B-9E1F-413A-B6B7-A5591F36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Isolate and cool the equipment before removing padding. • Follow the illustrated sequence and use correct replacement material.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5251B4-AC51-4E2C-B4C1-32B7BFE7F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C94374-FDFF-42BD-A2E6-F85D8082A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 fastening, alignment and finish before functional testing. • Complete the checklist, report defects and retain the signed record.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B109C3-CCF4-41B6-B042-A8E36C99B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4E8786-07B6-45E2-B96F-019BCCB9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Laundry Equipment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AF3E3F-4226-4D3F-9C5B-311AC3F0A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61242025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4D453D-8996-47B5-B4E7-A7035138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6D5160-7FA8-4A49-9D4F-61FFAEDED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Apply a consistent safe-work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871C1A-F991-47BD-9F88-5F0198EBE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Confirm machine identity, model and document revision. • Isolate all energy sources and prove a safe state before access.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A0C356-5360-41DF-833D-17B487977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C8C309-5030-4DFF-AECB-F51C55CF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Inspect, measure and diagnose before replacing components. • Function-test safeguards and record the completed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E06B7F-477C-4C1C-89DE-C9929423D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2B79F1-152E-4650-B143-EF9C838BC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Laundry Equipment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C4AAB5-DE94-4478-9153-C256E04F6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20707522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C04670-F7B8-4A65-85AD-BE81CA878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TECHNICAL REVIEW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286695-7EB0-4061-8A4D-461358150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Parts and settings require configuration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658C6D-9BD9-441F-AB6C-0F787221B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Record original settings and connections before adjustment. • Use exact part numbers or approved supersessions.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46A33C-9FD6-4709-9242-C759D6C10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DCCF75-FF55-49AB-BD75-D6500898B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firmware, program and parameter backups where applicable. • Update the maintenance history after each intervention.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547D83-30C1-4CEC-85BD-96066CFA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2A1842-1DE5-4049-B527-823ED2894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Laundry Equipment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2DAE4C-5FE1-486D-9F6B-64FE543D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386851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9A4940-3C1A-4079-A0D4-76D073ACF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A034A4-6006-49E4-A8D9-71901EA7B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9D6C3D-F647-4F87-B2F0-1304CEFAC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9E53A3-DCFB-4C73-8DFB-0EB6272612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8AEA3E-8780-4ACE-A1C4-B4CD85AF1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4EC11C-7FFE-4966-BD94-202A27D1C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013184-6CAF-4AB7-B64D-65EAFBDC9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BEAAC9-7BA0-4EFC-AE15-AB8D64B9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Laundry Equipment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70F8E7-24EE-4E92-A1D1-32A65052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6528679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FF77BB-AF56-400B-A312-2ECC9609E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1BE1C7-4997-44F7-8257-E79D5278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D52B47-6C70-40F2-8AD3-F6F8B959A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BF11F5-8F1D-485C-BE60-155ED63D9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5B9BE2-671A-4E34-AFB2-840EE9496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1B10287-0D6D-4124-BA1A-D26E6232E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032BEF-1D0D-460E-A86E-12FC9AC6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74FCC4-B61D-4C02-84F3-0814D603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Laundry Equipment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C3717F1-3FCF-48AC-8E6C-A411307B5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2651744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F1057A-2330-418B-8279-2598B8FAF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EB30A6-6BDD-41F1-87D4-2EB873B5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260ECF-723E-4FD5-9761-0172FB9B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4546C1-F8F4-40F6-A608-670BE578A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A67D24-20DF-4A4B-8584-08623A153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587827-ECDA-4657-BD30-51F1440C0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A1BFCB-E8C2-4B8E-B335-C5D531691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E254BD-08F0-4535-8544-D6FBE7087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Laundry Equipment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2EC664-1362-451E-A003-EFAB3F152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026613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E32D91-7BAE-4ED4-9EEF-59E4C4A42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47C76C-6AF8-46B0-A728-D6BF0E591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DBFBC6-34C6-40B7-A5E6-76D7482E1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1C3BE3-742D-4BD1-87C5-A5D0B3C56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C1C334-CF3F-4215-8B8E-7488C1075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0D87FE-C587-4410-AD08-778692B0C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8D70E7-D5D8-44C7-8AA9-7FA96E092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E52902-CBA9-47A5-B72F-6CF7C6424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Laundry Equipment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727A4D-664C-4466-9308-C71A0BEC9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5073273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05FB0F-284C-4A14-88F6-90D577DF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847FE4-BC07-4FD5-B59A-020578EF5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1A9B9C-D84D-4580-AC68-72E1403C9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664AA0-C5B1-49C7-A3CC-8BF22215A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FA1911-A01E-4E72-B635-48971217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1E6AB31-E9A0-4A68-B540-FA02691D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AE9ED5-AC8B-454F-BDB2-109F47A4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EF94C3-F20A-44D1-A826-3C820D3E6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Laundry Equipment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95D1158-1E24-4908-836C-418DCA628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2851425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CA529AE-E4F5-4D01-879C-B877801F4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960648-1C29-4CF5-9E38-0E4753016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88D519-9F68-4704-B433-AB8E41660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1174F8-AB4A-420B-9BA9-5C7122A96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1FE316-3153-4217-B35A-F8BE8FD6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13DDA8-F5C6-42E4-A8B1-FAA6B626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519CA1-6255-49E2-8604-3D96C97E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26DC99F-78A2-4643-B4DF-86F8519D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Laundry Equipment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EB5CB7-19CC-4CA0-8C2C-37C556A35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88022923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273C94-162A-4261-A003-85DFD3E4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81B72C-299E-4B27-B60F-2342D58D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A64183-65BD-488F-8866-76EC3A821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98A132-3BD2-41FD-9B99-671F25FD4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528083-E418-4C68-A439-04117FDEF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7C25AB-CAC5-4C60-8942-58563AE6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5A3181-5634-4183-9DF1-C5D75472A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F294D8-1C3D-4CDD-A64B-632E65E91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Laundry Equipment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5A59F6-1221-41D2-B18B-6FA0CBA4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10585760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A9EA9C-F283-430D-8A5A-0F90C76DD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EB3B8AA-175B-47F3-8A87-70200F02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6E3B2E-720F-4E1A-A377-01329FCDC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C609C2-7D6E-4066-A9FE-305DA455E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93C42C-0767-49A6-91F6-1FF5BC7A4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5B50CB-91E2-470A-BA1B-90E7B7537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57632E-1300-436C-B37B-8CF7E7B0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585E45-9AF7-4248-B602-802BA5F0E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Laundry Equipment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C61F86-8149-43DF-86C6-9863342E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34518689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7587F3-9DA6-4BF8-9211-4A4BC0BBE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F26074-662E-4AB8-88E7-2BCC661F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E7AD19-315A-4BAD-9FC6-7CEBB7CF1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12E57A-DC0A-4A04-99AA-D1E3EC874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F0CB9A-226A-48D9-BECC-B597E9CB3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AC73FB-AC7F-4518-83C0-6CEF3E4D7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CCC166-DE54-4EEC-A90F-7E11526C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91A6CE-8626-46E5-AD64-D6CEB7C67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Laundry Equipment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82BB51-9F8E-405D-AB59-37F43712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7444780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F07C02-3499-4999-A5AB-38067F059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46A08F-64C0-4420-B0F5-7B62879ED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463DA3-FAC4-4628-97C5-0104D204E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18AB21-D835-4AE0-B494-507BB9E19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E8CBC69-302C-456E-B6B8-AD0E3972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E4A7FA-204F-4BAC-B471-18049278A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ADA4E6-2EC7-4687-B1FA-5C1D7553E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205444-77B2-4919-86AB-11D8D6FD4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Laundry Equipment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E78817-FA10-416B-870B-7605B283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211348755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9C3C31-DA1C-4FA2-930F-33B3CECFB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23850"/>
            <a:ext cx="3810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SOURCE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128BEA-3A44-40FE-B14F-139F3BED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04850"/>
            <a:ext cx="11391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Manual evidence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E23375-A63A-4045-B122-4246A5DB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7810500" cy="447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7F7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CDBA75-BA98-4926-9E15-B7519719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57500"/>
            <a:ext cx="6286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CONTROLLED SOURCE</a:t>
            </a:r>
          </a:p>
          <a:p xmlns:a="http://schemas.openxmlformats.org/drawingml/2006/main">
            <a:pPr algn="ctr">
              <a:defRPr sz="255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IDENTIFIERS REMOVED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7E4B1F-8F70-4CEF-B918-15E59472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1981200"/>
            <a:ext cx="2857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Source page 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1828DA-D682-44D0-9143-DCDCFB645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3857625"/>
            <a:ext cx="2857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Use the current controlled document for detailed readings, revision status and formal acceptance.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A5A67A3-741F-44FC-8CEC-98ED3E6F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2788279-B2ED-492C-AD72-DC8871837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Laundry Equipment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C8233C-B75B-433C-9BEC-8BC0BA570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59165425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43218E-9D2C-4262-A2F6-2CBDBEAE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33A3A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B33A3A"/>
                </a:solidFill>
                <a:latin typeface="Arial"/>
                <a:ea typeface="Arial"/>
                <a:cs typeface="Arial"/>
              </a:rPr>
              <a:t>COMPETENCY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858BF6-7DD2-49FB-AA13-4B683482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81050"/>
            <a:ext cx="113919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11111"/>
                </a:solidFill>
                <a:latin typeface="Arial"/>
                <a:ea typeface="Arial"/>
                <a:cs typeface="Arial"/>
              </a:rPr>
              <a:t>What technicians must retain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453ABF-AD69-4EE2-92A6-8DCD22517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000250"/>
            <a:ext cx="5286375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Identify the correct controlled source before work. • Verify readings, configuration and acceptance criteria.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942FE3-5C99-4E22-A496-C22D1E296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B33A3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3961ED-A61B-446E-8B46-BEB423381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000250"/>
            <a:ext cx="5276850" cy="3619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111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11111"/>
                </a:solidFill>
                <a:latin typeface="Arial"/>
                <a:ea typeface="Arial"/>
                <a:cs typeface="Arial"/>
              </a:rPr>
              <a:t>• Preserve evidence and escalate unresolved deviations. • Complete safe isolation, functional testing and handover records.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9EF5197-BB53-47BF-BD0E-8D97AF984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343650"/>
            <a:ext cx="11391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934C56-9386-440D-B9B3-20316C12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57950"/>
            <a:ext cx="857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TECHNICAL RESOURCE | SOP • Laundry Equipment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EC63F17-5C89-49B1-9FF5-5C95CEE9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57950"/>
            <a:ext cx="666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5A6068"/>
                </a:solidFill>
                <a:latin typeface="Arial"/>
                <a:ea typeface="Arial"/>
                <a:cs typeface="Arial"/>
              </a:defRPr>
            </a:pPr>
            <a:r>
              <a:rPr sz="975" b="0">
                <a:solidFill>
                  <a:srgbClr val="5A6068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8054539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2026-08-15T02:50:09.6860000Z</dcterms:created>
  <dcterms:modified xsi:type="dcterms:W3CDTF">2026-08-15T02:50:09.6860000Z</dcterms:modified>
</coreProperties>
</file>