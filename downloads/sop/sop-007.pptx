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21c3971a6448a" /><Relationship Type="http://schemas.openxmlformats.org/officeDocument/2006/relationships/extended-properties" Target="/docProps/app.xml" Id="Rf9f9f86f103d4125" /><Relationship Type="http://schemas.openxmlformats.org/officeDocument/2006/relationships/officeDocument" Target="/ppt/presentation.xml" Id="R57274887ad29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5851f669e485a"/>
  </p:sldMasterIdLst>
  <p:notesMasterIdLst>
    <p:notesMasterId xmlns:r="http://schemas.openxmlformats.org/officeDocument/2006/relationships" r:id="R230392e3677b4565"/>
  </p:notesMasterIdLst>
  <p:sldIdLst>
    <p:sldId xmlns:r="http://schemas.openxmlformats.org/officeDocument/2006/relationships" id="256" r:id="R455f6631a450459e"/>
    <p:sldId xmlns:r="http://schemas.openxmlformats.org/officeDocument/2006/relationships" id="257" r:id="Ra9a4569e5f8446d0"/>
    <p:sldId xmlns:r="http://schemas.openxmlformats.org/officeDocument/2006/relationships" id="258" r:id="R32d4afd96f124c6a"/>
    <p:sldId xmlns:r="http://schemas.openxmlformats.org/officeDocument/2006/relationships" id="259" r:id="Rbe5ee35f04044d3e"/>
    <p:sldId xmlns:r="http://schemas.openxmlformats.org/officeDocument/2006/relationships" id="260" r:id="Rc4beb567e50f41ef"/>
    <p:sldId xmlns:r="http://schemas.openxmlformats.org/officeDocument/2006/relationships" id="261" r:id="R918a568316ed4b3e"/>
    <p:sldId xmlns:r="http://schemas.openxmlformats.org/officeDocument/2006/relationships" id="262" r:id="Rb2f2f5c3ab32415d"/>
    <p:sldId xmlns:r="http://schemas.openxmlformats.org/officeDocument/2006/relationships" id="263" r:id="R83c5f9acff66429d"/>
    <p:sldId xmlns:r="http://schemas.openxmlformats.org/officeDocument/2006/relationships" id="264" r:id="R491e9275b991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cca75f311b46ed" /><Relationship Type="http://schemas.openxmlformats.org/officeDocument/2006/relationships/slideMaster" Target="/ppt/slideMasters/slideMaster1.xml" Id="R6245851f669e485a" /><Relationship Type="http://schemas.openxmlformats.org/officeDocument/2006/relationships/notesMaster" Target="/ppt/notesMasters/notesMaster1.xml" Id="R230392e3677b4565" /><Relationship Type="http://schemas.openxmlformats.org/officeDocument/2006/relationships/presProps" Target="/ppt/presProps.xml" Id="Rfe533a3a25954c19" /><Relationship Type="http://schemas.openxmlformats.org/officeDocument/2006/relationships/tableStyles" Target="/ppt/tableStyles.xml" Id="R2c36ec51f0714321" /><Relationship Type="http://schemas.openxmlformats.org/officeDocument/2006/relationships/slide" Target="/ppt/slides/slide1.xml" Id="R455f6631a450459e" /><Relationship Type="http://schemas.openxmlformats.org/officeDocument/2006/relationships/slide" Target="/ppt/slides/slide2.xml" Id="Ra9a4569e5f8446d0" /><Relationship Type="http://schemas.openxmlformats.org/officeDocument/2006/relationships/slide" Target="/ppt/slides/slide3.xml" Id="R32d4afd96f124c6a" /><Relationship Type="http://schemas.openxmlformats.org/officeDocument/2006/relationships/slide" Target="/ppt/slides/slide4.xml" Id="Rbe5ee35f04044d3e" /><Relationship Type="http://schemas.openxmlformats.org/officeDocument/2006/relationships/slide" Target="/ppt/slides/slide5.xml" Id="Rc4beb567e50f41ef" /><Relationship Type="http://schemas.openxmlformats.org/officeDocument/2006/relationships/slide" Target="/ppt/slides/slide6.xml" Id="R918a568316ed4b3e" /><Relationship Type="http://schemas.openxmlformats.org/officeDocument/2006/relationships/slide" Target="/ppt/slides/slide7.xml" Id="Rb2f2f5c3ab32415d" /><Relationship Type="http://schemas.openxmlformats.org/officeDocument/2006/relationships/slide" Target="/ppt/slides/slide8.xml" Id="R83c5f9acff66429d" /><Relationship Type="http://schemas.openxmlformats.org/officeDocument/2006/relationships/slide" Target="/ppt/slides/slide9.xml" Id="R491e9275b991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9ebba09aa54e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85e78080c6445b" /><Relationship Type="http://schemas.openxmlformats.org/officeDocument/2006/relationships/notesMaster" Target="/ppt/notesMasters/notesMaster1.xml" Id="Rc87c28bb1604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38989952824334" /><Relationship Type="http://schemas.openxmlformats.org/officeDocument/2006/relationships/notesMaster" Target="/ppt/notesMasters/notesMaster1.xml" Id="Raa8098c3ed5142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fb8344b2c495f" /><Relationship Type="http://schemas.openxmlformats.org/officeDocument/2006/relationships/notesMaster" Target="/ppt/notesMasters/notesMaster1.xml" Id="R17514d67843b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bd87080974dac" /><Relationship Type="http://schemas.openxmlformats.org/officeDocument/2006/relationships/notesMaster" Target="/ppt/notesMasters/notesMaster1.xml" Id="Rbbcc8342637744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8d3cd02c3e467d" /><Relationship Type="http://schemas.openxmlformats.org/officeDocument/2006/relationships/notesMaster" Target="/ppt/notesMasters/notesMaster1.xml" Id="Rd0a31f225baa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13cc0f13d04ed1" /><Relationship Type="http://schemas.openxmlformats.org/officeDocument/2006/relationships/notesMaster" Target="/ppt/notesMasters/notesMaster1.xml" Id="R44e35fdb532b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201428ad64f3f" /><Relationship Type="http://schemas.openxmlformats.org/officeDocument/2006/relationships/notesMaster" Target="/ppt/notesMasters/notesMaster1.xml" Id="Rb2baed5837524c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7416f8970146ae" /><Relationship Type="http://schemas.openxmlformats.org/officeDocument/2006/relationships/notesMaster" Target="/ppt/notesMasters/notesMaster1.xml" Id="R33c7a0b5cb554a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617059f8a849ca" /><Relationship Type="http://schemas.openxmlformats.org/officeDocument/2006/relationships/notesMaster" Target="/ppt/notesMasters/notesMaster1.xml" Id="R21f98d558424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489c330ca4f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6f2842c2fc475e" /><Relationship Type="http://schemas.openxmlformats.org/officeDocument/2006/relationships/slideLayout" Target="/ppt/slideLayouts/slideLayout1.xml" Id="Rf6521f5b7cc247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21f5b7cc247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a99f7d95b4144" /><Relationship Type="http://schemas.openxmlformats.org/officeDocument/2006/relationships/notesSlide" Target="/ppt/notesSlides/notesSlide1.xml" Id="R9bdf6df63069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e1297b7b242c3" /><Relationship Type="http://schemas.openxmlformats.org/officeDocument/2006/relationships/notesSlide" Target="/ppt/notesSlides/notesSlide2.xml" Id="Rb1952f95cf45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623a71b2c4f7f" /><Relationship Type="http://schemas.openxmlformats.org/officeDocument/2006/relationships/notesSlide" Target="/ppt/notesSlides/notesSlide3.xml" Id="R9d2a9f862d544f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9b10a8a3d43c0" /><Relationship Type="http://schemas.openxmlformats.org/officeDocument/2006/relationships/notesSlide" Target="/ppt/notesSlides/notesSlide4.xml" Id="Rdb44c10d17eb43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bea76cb65414e" /><Relationship Type="http://schemas.openxmlformats.org/officeDocument/2006/relationships/notesSlide" Target="/ppt/notesSlides/notesSlide5.xml" Id="R8e404a3415f7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4c55b54f14ff1" /><Relationship Type="http://schemas.openxmlformats.org/officeDocument/2006/relationships/notesSlide" Target="/ppt/notesSlides/notesSlide6.xml" Id="Rd1910a1bcbd24e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5497202244cd" /><Relationship Type="http://schemas.openxmlformats.org/officeDocument/2006/relationships/notesSlide" Target="/ppt/notesSlides/notesSlide7.xml" Id="R7f58fc7080754e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9e2d2bbe4ad8" /><Relationship Type="http://schemas.openxmlformats.org/officeDocument/2006/relationships/notesSlide" Target="/ppt/notesSlides/notesSlide8.xml" Id="R7bd9a41bb46847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922bd8b2c4c3d" /><Relationship Type="http://schemas.openxmlformats.org/officeDocument/2006/relationships/notesSlide" Target="/ppt/notesSlides/notesSlide9.xml" Id="R7bbbd26d10984e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F5754-468E-4C7A-A8ED-24D39E5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F91D7-8388-4492-AA9A-7215DB4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007 — Boiler Water 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1724F-7C32-4186-B9DC-AA81E6D5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641EA-7011-4036-B4D7-744CFC20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C0E3C-AEE9-469D-8087-CDB600A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6F13F-405F-40C2-B5EA-F5E06A1B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66312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CFEC0-E1C5-4A22-A34E-282B2342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BOILER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BE539-4996-4F00-A243-E40DDB21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077B8-9F64-40D8-83DB-E745259B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DFB5E-25C4-4585-93B0-9F07A200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6698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FDD7C-9C3C-4B62-8225-1381267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98536-19B3-4C84-A79C-4DDCB03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33CD9-DE04-47CB-834D-BF51059E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D2CAE-005F-40E7-87A2-66080DD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8815E-C4A5-49AE-AC67-F1DE730F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A19AA-1D66-4E68-9F78-03D2D24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821B7-A18D-472A-9077-4EE60C26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9C13D-E654-4BA8-A750-B0CEB2A5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3D476-A981-4885-A951-4D9BECD1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60406-50FE-4009-AF19-FF98ED0E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F400E-34F3-4F7D-9FA9-5A9FB9D9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7E564-71DD-47E5-BC76-3EA88C8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80BD4-95C3-4AFB-BAE2-7A16DD8E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49A29-6507-4441-8A32-C6E2A208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6537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C565F-A679-421C-B2EB-3600B86A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B1261-DD5B-42FD-9985-14CDD817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6ADEC-D431-4A08-9200-5228EBDC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Flush and cool the sampling point safely before collection. • Use clean containers and correct identification.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4D9D8-C8DE-4AC5-8AF9-6BF4B66E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AD88B-FF0B-4351-92AA-C77E74E8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results and act on out-of-control chemistry.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FEF33-C4B4-4FF6-B717-576CAAE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C8AC2-03FF-4D85-816F-5BB96DAA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88C8B-CF69-4C82-8B2C-ED098E92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1991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4F233-111C-4922-AE0C-FAADEC4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4B100-C116-40EE-A26A-F8A5062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A88E4-069A-4D7C-9D7E-089B2E41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3A5D1-ABAA-4CEF-84E7-4F36CEEF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B4AD5-209B-4653-86CF-5F389E65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0D45-A342-4CE8-9832-4754973B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C67FC-3D48-42F2-87A0-0378E40B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6569C-0536-49AA-A625-736D97B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8014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05D3A-8C44-4B62-B041-8A1B69BF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92082-345D-450A-A280-BA4BB46D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DA36D-7682-496B-997E-D86BF7E0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7116-BFC2-46DF-A354-D82FD0F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D6A26-F298-46A0-A959-E199E3A8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45DBD-D535-436B-8760-0AE4688A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3B03F-BA73-4821-ACF0-5ED8D2B3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017A3-F444-4C98-98B3-FBAE0A0C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3256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5B3BD-4B81-4AA2-985D-B398FDC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6B0EA-BB04-4A0B-B312-05D06E5E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0CA7-52F5-4878-AE81-E7F4B811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C3E4A-AEA5-4076-9ADF-312485B1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8E400-FC98-4889-B167-44ACA447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3640C-53F0-4C2F-8817-08BE992D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03FA9-1E49-42FA-8369-FB1CAC82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D845A-AB91-4338-BBA3-F779CED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C9873-5E13-4915-A2CF-8E2A6216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825200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EFAB6-C167-4265-A04A-AC04B60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7A4EF-A085-4BAC-9211-1D2183C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AA6B1-F43A-4BE8-9494-CF57D23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BD4B6-9DB0-4B5A-97AC-FA717857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2E222-6C73-4F3B-9B04-3C246616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10A29-56BD-4973-A3DF-248DB8CD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6521A-A0EF-42CD-ADF6-D5D4F23B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A2F4-37C3-4698-BFF8-751FAEE6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FE8A4-DE41-437B-AE13-6828A40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13006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2C516-AFF7-4F6D-8421-32DF6E24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535A5-DC34-4212-8356-10469326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0F9C6-8BE7-45A9-91B8-78EF9CBE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325E4-4D13-41A3-AE5D-0BD6339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2F47D-E859-4E64-AD00-A6484992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90F01-60C3-4CEA-ACC6-AE28543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B8D8A-0A8E-4D38-99F6-A9EDD15A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Boiler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30122-DE99-49F5-A308-CDBF31CF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1981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2026-08-15T02:50:06.5920000Z</dcterms:created>
  <dcterms:modified xsi:type="dcterms:W3CDTF">2026-08-15T02:50:06.5920000Z</dcterms:modified>
</coreProperties>
</file>