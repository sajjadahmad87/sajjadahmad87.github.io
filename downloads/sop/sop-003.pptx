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cfc2fb9fda40bc" /><Relationship Type="http://schemas.openxmlformats.org/officeDocument/2006/relationships/extended-properties" Target="/docProps/app.xml" Id="Rce06a0af0d1f4ac5" /><Relationship Type="http://schemas.openxmlformats.org/officeDocument/2006/relationships/officeDocument" Target="/ppt/presentation.xml" Id="R6a2878e72aae4bb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f6dbdef8f741a9"/>
  </p:sldMasterIdLst>
  <p:notesMasterIdLst>
    <p:notesMasterId xmlns:r="http://schemas.openxmlformats.org/officeDocument/2006/relationships" r:id="R56ebcbd9598b4878"/>
  </p:notesMasterIdLst>
  <p:sldIdLst>
    <p:sldId xmlns:r="http://schemas.openxmlformats.org/officeDocument/2006/relationships" id="256" r:id="Rf137a16f0d0e45f5"/>
    <p:sldId xmlns:r="http://schemas.openxmlformats.org/officeDocument/2006/relationships" id="257" r:id="Rb3c432bcae544900"/>
    <p:sldId xmlns:r="http://schemas.openxmlformats.org/officeDocument/2006/relationships" id="258" r:id="R72ead4a7e4ef4eb1"/>
    <p:sldId xmlns:r="http://schemas.openxmlformats.org/officeDocument/2006/relationships" id="259" r:id="Rf70ed2700bfd45dc"/>
    <p:sldId xmlns:r="http://schemas.openxmlformats.org/officeDocument/2006/relationships" id="260" r:id="Rf462063e89ea4e15"/>
    <p:sldId xmlns:r="http://schemas.openxmlformats.org/officeDocument/2006/relationships" id="261" r:id="Rbe42264aa21346cc"/>
    <p:sldId xmlns:r="http://schemas.openxmlformats.org/officeDocument/2006/relationships" id="262" r:id="R94c370a6e46d49f1"/>
    <p:sldId xmlns:r="http://schemas.openxmlformats.org/officeDocument/2006/relationships" id="263" r:id="R32772994a0064f7a"/>
    <p:sldId xmlns:r="http://schemas.openxmlformats.org/officeDocument/2006/relationships" id="264" r:id="R906ce66d4b6b4da4"/>
    <p:sldId xmlns:r="http://schemas.openxmlformats.org/officeDocument/2006/relationships" id="265" r:id="R0a73e7856b1641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72d5502a6d43a1" /><Relationship Type="http://schemas.openxmlformats.org/officeDocument/2006/relationships/slideMaster" Target="/ppt/slideMasters/slideMaster1.xml" Id="R01f6dbdef8f741a9" /><Relationship Type="http://schemas.openxmlformats.org/officeDocument/2006/relationships/notesMaster" Target="/ppt/notesMasters/notesMaster1.xml" Id="R56ebcbd9598b4878" /><Relationship Type="http://schemas.openxmlformats.org/officeDocument/2006/relationships/presProps" Target="/ppt/presProps.xml" Id="R86674fade4194b2b" /><Relationship Type="http://schemas.openxmlformats.org/officeDocument/2006/relationships/tableStyles" Target="/ppt/tableStyles.xml" Id="R413db23089174a49" /><Relationship Type="http://schemas.openxmlformats.org/officeDocument/2006/relationships/slide" Target="/ppt/slides/slide1.xml" Id="Rf137a16f0d0e45f5" /><Relationship Type="http://schemas.openxmlformats.org/officeDocument/2006/relationships/slide" Target="/ppt/slides/slide2.xml" Id="Rb3c432bcae544900" /><Relationship Type="http://schemas.openxmlformats.org/officeDocument/2006/relationships/slide" Target="/ppt/slides/slide3.xml" Id="R72ead4a7e4ef4eb1" /><Relationship Type="http://schemas.openxmlformats.org/officeDocument/2006/relationships/slide" Target="/ppt/slides/slide4.xml" Id="Rf70ed2700bfd45dc" /><Relationship Type="http://schemas.openxmlformats.org/officeDocument/2006/relationships/slide" Target="/ppt/slides/slide5.xml" Id="Rf462063e89ea4e15" /><Relationship Type="http://schemas.openxmlformats.org/officeDocument/2006/relationships/slide" Target="/ppt/slides/slide6.xml" Id="Rbe42264aa21346cc" /><Relationship Type="http://schemas.openxmlformats.org/officeDocument/2006/relationships/slide" Target="/ppt/slides/slide7.xml" Id="R94c370a6e46d49f1" /><Relationship Type="http://schemas.openxmlformats.org/officeDocument/2006/relationships/slide" Target="/ppt/slides/slide8.xml" Id="R32772994a0064f7a" /><Relationship Type="http://schemas.openxmlformats.org/officeDocument/2006/relationships/slide" Target="/ppt/slides/slide9.xml" Id="R906ce66d4b6b4da4" /><Relationship Type="http://schemas.openxmlformats.org/officeDocument/2006/relationships/slide" Target="/ppt/slides/slide10.xml" Id="R0a73e7856b1641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eeee6c2df941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31f0e70a854833" /><Relationship Type="http://schemas.openxmlformats.org/officeDocument/2006/relationships/notesMaster" Target="/ppt/notesMasters/notesMaster1.xml" Id="R8ae4978c44134a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79702d842449b7" /><Relationship Type="http://schemas.openxmlformats.org/officeDocument/2006/relationships/notesMaster" Target="/ppt/notesMasters/notesMaster1.xml" Id="Rb1952e17a97744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653fe45a8c44fb1" /><Relationship Type="http://schemas.openxmlformats.org/officeDocument/2006/relationships/notesMaster" Target="/ppt/notesMasters/notesMaster1.xml" Id="R54aad44a2a1044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590847aefb40c0" /><Relationship Type="http://schemas.openxmlformats.org/officeDocument/2006/relationships/notesMaster" Target="/ppt/notesMasters/notesMaster1.xml" Id="R9ab446cc53824b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81a6e47a094ec2" /><Relationship Type="http://schemas.openxmlformats.org/officeDocument/2006/relationships/notesMaster" Target="/ppt/notesMasters/notesMaster1.xml" Id="R46c991615f07473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9c5fd347a1c4eaa" /><Relationship Type="http://schemas.openxmlformats.org/officeDocument/2006/relationships/notesMaster" Target="/ppt/notesMasters/notesMaster1.xml" Id="Ra3414426686c40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7cb076432974133" /><Relationship Type="http://schemas.openxmlformats.org/officeDocument/2006/relationships/notesMaster" Target="/ppt/notesMasters/notesMaster1.xml" Id="Rb42aaf3c335a47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d30aea357545ff" /><Relationship Type="http://schemas.openxmlformats.org/officeDocument/2006/relationships/notesMaster" Target="/ppt/notesMasters/notesMaster1.xml" Id="R241ca6c62b3448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948a90365d49c8" /><Relationship Type="http://schemas.openxmlformats.org/officeDocument/2006/relationships/notesMaster" Target="/ppt/notesMasters/notesMaster1.xml" Id="Rd02770fa6f7d44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dafc80af2f402a" /><Relationship Type="http://schemas.openxmlformats.org/officeDocument/2006/relationships/notesMaster" Target="/ppt/notesMasters/notesMaster1.xml" Id="Rec07d65dd73f40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10072bb58646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8cb16da4d143fe" /><Relationship Type="http://schemas.openxmlformats.org/officeDocument/2006/relationships/slideLayout" Target="/ppt/slideLayouts/slideLayout1.xml" Id="R78d63b0678cb40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d63b0678cb40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680a6e70394b51" /><Relationship Type="http://schemas.openxmlformats.org/officeDocument/2006/relationships/notesSlide" Target="/ppt/notesSlides/notesSlide1.xml" Id="Ra29fe2570dc248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a583c97c94022" /><Relationship Type="http://schemas.openxmlformats.org/officeDocument/2006/relationships/notesSlide" Target="/ppt/notesSlides/notesSlide2.xml" Id="R467a9221c39a49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80bfa1f5b2464e" /><Relationship Type="http://schemas.openxmlformats.org/officeDocument/2006/relationships/notesSlide" Target="/ppt/notesSlides/notesSlide3.xml" Id="Rc039375100144e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3481864f64cf5" /><Relationship Type="http://schemas.openxmlformats.org/officeDocument/2006/relationships/notesSlide" Target="/ppt/notesSlides/notesSlide4.xml" Id="R2ed469de968446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13d407ed19411e" /><Relationship Type="http://schemas.openxmlformats.org/officeDocument/2006/relationships/notesSlide" Target="/ppt/notesSlides/notesSlide5.xml" Id="R9f0b6be44ecc47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7c8e28b784872" /><Relationship Type="http://schemas.openxmlformats.org/officeDocument/2006/relationships/notesSlide" Target="/ppt/notesSlides/notesSlide6.xml" Id="R851b5e4d1b8140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ad2c6d2874d77" /><Relationship Type="http://schemas.openxmlformats.org/officeDocument/2006/relationships/notesSlide" Target="/ppt/notesSlides/notesSlide7.xml" Id="Rcdfcc0c536eb45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e4b8502b8402a" /><Relationship Type="http://schemas.openxmlformats.org/officeDocument/2006/relationships/notesSlide" Target="/ppt/notesSlides/notesSlide8.xml" Id="Rdb1a4e3ec2ef40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d7de0164624bd0" /><Relationship Type="http://schemas.openxmlformats.org/officeDocument/2006/relationships/notesSlide" Target="/ppt/notesSlides/notesSlide9.xml" Id="Ra31b38e2d0a948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e3fdb5c2b4b8a" /><Relationship Type="http://schemas.openxmlformats.org/officeDocument/2006/relationships/notesSlide" Target="/ppt/notesSlides/notesSlide10.xml" Id="R8dc971a7595542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9BFFD-653A-447E-89E2-C64F05F7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HOT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FFCD-A4A4-40D5-A058-09F9015B1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003 — Arc Welding Machine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9CAB7-984B-4BFD-9093-41BB83ED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C654A-CC2E-4238-8CD2-F724B42A8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A886EC-1AD0-411B-9890-A72F9904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7AC5E4-B751-4FB1-BD02-83A978C3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764516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5E30AF-125F-42DE-B068-4DCA5F5D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HOT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7864EA-D6F0-4DEB-A6C3-93F57C01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A1C92-6488-4DE9-B392-3793AB66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825DD-7E0C-4638-8B41-E6066166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83271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898D4D-CEB9-4988-A4A7-CD3F3E15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F74F2-1ED4-4A34-8134-B28B65FF1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22725-FE55-4E26-8879-1D819B72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09877-CBCE-4C74-829B-783F1681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7F91A2-1288-4D0A-A024-D6F0D5C3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83A9C-2F2E-4DF5-AF97-9AAC26D9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B75CF-899D-4DC9-ABFF-EE135842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3D4A3-0B28-4210-A9A3-E7DC66450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56B50F-D0C0-4A2D-ACF2-14961FB3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BC9560-F96A-483D-9AC2-43F1A52E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231E5-D388-4802-8381-3B3B31CA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D612BA-A5E2-4758-9F73-A3271577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16426-0F74-496F-8C2E-048498CF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5AD78-3E20-4D18-B228-CAC93C40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7897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ACAFD0-8C23-4E17-944B-9150AA20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E9D89-2C98-4318-9887-7093207C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8B1603-437E-4AEB-B6A0-D0317E8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Apply the hot-work permit and fire-watch requirements. • Inspect leads, holder, return clamp and earthing.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A589E-F42E-4864-9730-F6368A1B9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8975E1-FDA1-46D6-96C0-9D5DABA5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Control fumes, radiation, fire and electrical hazards.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7479FB-1AF6-4D94-91FE-C8283603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9BE7D-F116-4F59-932F-FE75F976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8CB97-BA1A-4523-B7C9-0ADEB1168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146554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D8208D-074F-4868-851E-73D7F6B8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81330A-36E2-4307-B580-492B657F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E0867-2259-4284-A86A-F84AC886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6EEEE-4D36-418E-9756-AA8BD528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623320-66BF-4849-96DD-F0852B66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C56D7-7569-4D4F-93D1-6367D16B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745A9E-686E-4D33-9C6E-AE9C7D4D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33228-9439-4424-AFD7-61BE382C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9345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7D315-234F-4E63-9DA3-DF927086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C758AE-3626-4D65-BFBC-04D60909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EBE046-52DA-4375-B475-3000963C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4ACC4-5717-4F80-9C37-0069352B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865E5-0404-402F-AB3E-E75CAB17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BCACED-70FC-4815-8E38-77D48BF92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E4A8B5-CD57-47B9-B928-549187F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B6A22-0990-4A25-8E85-2C6BFD32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528545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E0C7BE-9556-458B-ABEB-E03461DD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5476C8-3C4A-40CA-97A8-2A2D987F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4C4981-CB7A-41E8-9D36-BC44524E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CB949-D3E7-4E34-A116-B91D8E87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842743-CDB5-4C44-8980-19F9472B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7072DA-90B0-449E-9DB3-FF77FBC0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E20C6-B841-4187-8D3C-A9922DF0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7A215-F782-4AC9-9C71-D7D7068F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B825F-2CC6-4B8C-A637-5BB4B98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06446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8D297D-D39D-4D9E-9083-8E8CBB92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C8A63-FD81-4EA2-869D-462E043A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D46C9-8966-4AF9-B45E-546692D3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E7488-B36F-43C0-8500-1801913E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5E45F-9FDE-4FBB-BDE0-9AB79D61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4DF66-54C3-455F-AEE4-4352E8AA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8D7E4-4D40-42EF-897B-081694AA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A7424-8D18-4ABD-A896-7818C4000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4807D8-4A18-489B-A84E-BC88515F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611405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3A09E-83E1-4934-A8D8-70C173EE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04999A-D1F2-4FA5-AF59-7D1AF9CF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27E1D-24F7-4AB6-A0CF-E09976880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6BA92-713E-4351-B0E3-6AB52966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8B704-8295-47E0-9D7C-1E32A9B1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AEC837-B16A-4168-90C5-9BA4492B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430ED-B72D-41A5-9694-79BB89C72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79AD43-7A6E-439A-8CA3-B4A6D624D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B9E0DB-2434-4DBE-B6E3-F05E782A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01972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B9781-E058-40F4-AFD2-24C56D00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AEEAF-BFAE-4E63-934B-DEFF1BF7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126E3-20DF-4A6B-9F02-1826E8C19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E1014-0AE8-43E5-AAEC-182BB38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B9C4A-B01C-4450-A27F-43E88CF8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96DE7-F3F7-44F0-81DA-245D19A5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2BF33-0820-444D-B977-3CE34593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Hot 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70108-F5DC-4604-B7F8-B7DCCF20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12181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2026-08-15T02:50:05.5670000Z</dcterms:created>
  <dcterms:modified xsi:type="dcterms:W3CDTF">2026-08-15T02:50:05.5670000Z</dcterms:modified>
</coreProperties>
</file>