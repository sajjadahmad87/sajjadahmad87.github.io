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5abf7f47894157" /><Relationship Type="http://schemas.openxmlformats.org/officeDocument/2006/relationships/extended-properties" Target="/docProps/app.xml" Id="R4d99a032030e45bd" /><Relationship Type="http://schemas.openxmlformats.org/officeDocument/2006/relationships/officeDocument" Target="/ppt/presentation.xml" Id="R70562f69de724b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c9d71847d54a17"/>
  </p:sldMasterIdLst>
  <p:notesMasterIdLst>
    <p:notesMasterId xmlns:r="http://schemas.openxmlformats.org/officeDocument/2006/relationships" r:id="R996b798a42e34309"/>
  </p:notesMasterIdLst>
  <p:sldIdLst>
    <p:sldId xmlns:r="http://schemas.openxmlformats.org/officeDocument/2006/relationships" id="256" r:id="R94def0e11d5145cb"/>
    <p:sldId xmlns:r="http://schemas.openxmlformats.org/officeDocument/2006/relationships" id="257" r:id="R45ec502306a94895"/>
    <p:sldId xmlns:r="http://schemas.openxmlformats.org/officeDocument/2006/relationships" id="258" r:id="Rf33ebb4ce7b74f06"/>
    <p:sldId xmlns:r="http://schemas.openxmlformats.org/officeDocument/2006/relationships" id="259" r:id="R2ef033c23bb54bf3"/>
    <p:sldId xmlns:r="http://schemas.openxmlformats.org/officeDocument/2006/relationships" id="260" r:id="Rfbca74dee558452d"/>
    <p:sldId xmlns:r="http://schemas.openxmlformats.org/officeDocument/2006/relationships" id="261" r:id="Rff53833a84034614"/>
    <p:sldId xmlns:r="http://schemas.openxmlformats.org/officeDocument/2006/relationships" id="262" r:id="Rae06143e76d54f08"/>
    <p:sldId xmlns:r="http://schemas.openxmlformats.org/officeDocument/2006/relationships" id="263" r:id="R4b1fdd40cc494c01"/>
    <p:sldId xmlns:r="http://schemas.openxmlformats.org/officeDocument/2006/relationships" id="264" r:id="Rde0e7e40b68044f9"/>
    <p:sldId xmlns:r="http://schemas.openxmlformats.org/officeDocument/2006/relationships" id="265" r:id="R476fb078f6d54a01"/>
    <p:sldId xmlns:r="http://schemas.openxmlformats.org/officeDocument/2006/relationships" id="266" r:id="R54e3ba30b83e42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137f6e394242a4" /><Relationship Type="http://schemas.openxmlformats.org/officeDocument/2006/relationships/slideMaster" Target="/ppt/slideMasters/slideMaster1.xml" Id="Reec9d71847d54a17" /><Relationship Type="http://schemas.openxmlformats.org/officeDocument/2006/relationships/notesMaster" Target="/ppt/notesMasters/notesMaster1.xml" Id="R996b798a42e34309" /><Relationship Type="http://schemas.openxmlformats.org/officeDocument/2006/relationships/presProps" Target="/ppt/presProps.xml" Id="Rafac9cda76a440ba" /><Relationship Type="http://schemas.openxmlformats.org/officeDocument/2006/relationships/tableStyles" Target="/ppt/tableStyles.xml" Id="R9d947f1e43de4dd9" /><Relationship Type="http://schemas.openxmlformats.org/officeDocument/2006/relationships/slide" Target="/ppt/slides/slide1.xml" Id="R94def0e11d5145cb" /><Relationship Type="http://schemas.openxmlformats.org/officeDocument/2006/relationships/slide" Target="/ppt/slides/slide2.xml" Id="R45ec502306a94895" /><Relationship Type="http://schemas.openxmlformats.org/officeDocument/2006/relationships/slide" Target="/ppt/slides/slide3.xml" Id="Rf33ebb4ce7b74f06" /><Relationship Type="http://schemas.openxmlformats.org/officeDocument/2006/relationships/slide" Target="/ppt/slides/slide4.xml" Id="R2ef033c23bb54bf3" /><Relationship Type="http://schemas.openxmlformats.org/officeDocument/2006/relationships/slide" Target="/ppt/slides/slide5.xml" Id="Rfbca74dee558452d" /><Relationship Type="http://schemas.openxmlformats.org/officeDocument/2006/relationships/slide" Target="/ppt/slides/slide6.xml" Id="Rff53833a84034614" /><Relationship Type="http://schemas.openxmlformats.org/officeDocument/2006/relationships/slide" Target="/ppt/slides/slide7.xml" Id="Rae06143e76d54f08" /><Relationship Type="http://schemas.openxmlformats.org/officeDocument/2006/relationships/slide" Target="/ppt/slides/slide8.xml" Id="R4b1fdd40cc494c01" /><Relationship Type="http://schemas.openxmlformats.org/officeDocument/2006/relationships/slide" Target="/ppt/slides/slide9.xml" Id="Rde0e7e40b68044f9" /><Relationship Type="http://schemas.openxmlformats.org/officeDocument/2006/relationships/slide" Target="/ppt/slides/slide10.xml" Id="R476fb078f6d54a01" /><Relationship Type="http://schemas.openxmlformats.org/officeDocument/2006/relationships/slide" Target="/ppt/slides/slide11.xml" Id="R54e3ba30b83e42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bf095afb5c4a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0f548029fa472a" /><Relationship Type="http://schemas.openxmlformats.org/officeDocument/2006/relationships/notesMaster" Target="/ppt/notesMasters/notesMaster1.xml" Id="Rd8d3d6a54b1e4e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4d7c427004458d" /><Relationship Type="http://schemas.openxmlformats.org/officeDocument/2006/relationships/notesMaster" Target="/ppt/notesMasters/notesMaster1.xml" Id="R101d8b5c742049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71706efd174347" /><Relationship Type="http://schemas.openxmlformats.org/officeDocument/2006/relationships/notesMaster" Target="/ppt/notesMasters/notesMaster1.xml" Id="R64ad82e3f95c4c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d72dccc1b043f6" /><Relationship Type="http://schemas.openxmlformats.org/officeDocument/2006/relationships/notesMaster" Target="/ppt/notesMasters/notesMaster1.xml" Id="Rdcc8e368264e4c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961b0879a74334" /><Relationship Type="http://schemas.openxmlformats.org/officeDocument/2006/relationships/notesMaster" Target="/ppt/notesMasters/notesMaster1.xml" Id="R5b23297a9d5042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ef3273e1264fc1" /><Relationship Type="http://schemas.openxmlformats.org/officeDocument/2006/relationships/notesMaster" Target="/ppt/notesMasters/notesMaster1.xml" Id="R43a62d0afa004e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4c8e3c28014451" /><Relationship Type="http://schemas.openxmlformats.org/officeDocument/2006/relationships/notesMaster" Target="/ppt/notesMasters/notesMaster1.xml" Id="R0527c360353e45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26dfb14f8b4d5c" /><Relationship Type="http://schemas.openxmlformats.org/officeDocument/2006/relationships/notesMaster" Target="/ppt/notesMasters/notesMaster1.xml" Id="R9e1a286737e541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019e49ab1b4d07" /><Relationship Type="http://schemas.openxmlformats.org/officeDocument/2006/relationships/notesMaster" Target="/ppt/notesMasters/notesMaster1.xml" Id="R0703a88f05aa40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deecffd08c2438d" /><Relationship Type="http://schemas.openxmlformats.org/officeDocument/2006/relationships/notesMaster" Target="/ppt/notesMasters/notesMaster1.xml" Id="R3f2dd11a852f491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b27779534b4897" /><Relationship Type="http://schemas.openxmlformats.org/officeDocument/2006/relationships/notesMaster" Target="/ppt/notesMasters/notesMaster1.xml" Id="Rb29c9ed58bc940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432fde50114e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82edfefe774104" /><Relationship Type="http://schemas.openxmlformats.org/officeDocument/2006/relationships/slideLayout" Target="/ppt/slideLayouts/slideLayout1.xml" Id="Ra763368f361040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63368f361040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a6724ecde4d30" /><Relationship Type="http://schemas.openxmlformats.org/officeDocument/2006/relationships/notesSlide" Target="/ppt/notesSlides/notesSlide1.xml" Id="Rfc81063424044e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64afeeeb64b2e" /><Relationship Type="http://schemas.openxmlformats.org/officeDocument/2006/relationships/notesSlide" Target="/ppt/notesSlides/notesSlide2.xml" Id="R781b7b2e20104b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427f38c0344b2" /><Relationship Type="http://schemas.openxmlformats.org/officeDocument/2006/relationships/notesSlide" Target="/ppt/notesSlides/notesSlide3.xml" Id="R26dfae0c392443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2a3af2a8a434a" /><Relationship Type="http://schemas.openxmlformats.org/officeDocument/2006/relationships/notesSlide" Target="/ppt/notesSlides/notesSlide4.xml" Id="Ra621a8a64e4d4b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069c365384dc8" /><Relationship Type="http://schemas.openxmlformats.org/officeDocument/2006/relationships/notesSlide" Target="/ppt/notesSlides/notesSlide5.xml" Id="R88888baaa08248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1b5f8bcfe4f0c" /><Relationship Type="http://schemas.openxmlformats.org/officeDocument/2006/relationships/notesSlide" Target="/ppt/notesSlides/notesSlide6.xml" Id="R892ec28d3a8d43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86bac8ad54aa9" /><Relationship Type="http://schemas.openxmlformats.org/officeDocument/2006/relationships/notesSlide" Target="/ppt/notesSlides/notesSlide7.xml" Id="R69757fb1ba2148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e6ecaafc24def" /><Relationship Type="http://schemas.openxmlformats.org/officeDocument/2006/relationships/notesSlide" Target="/ppt/notesSlides/notesSlide8.xml" Id="R9d1c7db3bb4645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8f3fb03164307" /><Relationship Type="http://schemas.openxmlformats.org/officeDocument/2006/relationships/notesSlide" Target="/ppt/notesSlides/notesSlide9.xml" Id="Re486b95e21e140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7d07a54e34239" /><Relationship Type="http://schemas.openxmlformats.org/officeDocument/2006/relationships/notesSlide" Target="/ppt/notesSlides/notesSlide10.xml" Id="R134e7292b92e472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ee649208504ceb" /><Relationship Type="http://schemas.openxmlformats.org/officeDocument/2006/relationships/notesSlide" Target="/ppt/notesSlides/notesSlide11.xml" Id="R2fcdf0aaa32f48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53902-6674-4A46-BDA6-9C8E638A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•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A1A6B-D867-4883-989F-F9E0A744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SOP 027 — Planned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018CE-C133-4E62-AAF7-F1775873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Safe operating procedure and technician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107A9-0360-4942-97F6-5CC29EF1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2F8F6-BBB2-4D59-85EF-76030F11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2B7D7-41CD-4115-9F34-62755501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7340383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CF0A8-104A-4D19-AB0A-2051B233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SOP •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BFEDD-94B0-440E-91DB-9D859486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FF0168-1B92-4B4E-A0B8-C9F4BFB3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B3B06-19EC-4E37-8BE4-F61FAA7C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012419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4C97DD-1831-4B9D-974D-1C2FC5F8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B55AE-D8EC-4108-89D3-81F40F14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02146-1D42-43F9-B3BD-B6B01EA1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FC57A-39B8-41EB-B3FB-9450E648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027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FFDD7-AA50-442C-BF47-1C3D3D8C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Procedure identifier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42101-E635-40EE-9E20-7D941A78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A81D2-101E-45D5-B7E9-555A7210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FB99AF-D900-4CC8-B4DC-458DCD6C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Controlled source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5CFA1D-1F34-487A-96DF-B121D105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1B2174-1965-4ABA-9AC5-B0AC881D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F4AAC5-3C0B-4F35-AD3F-74937E55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execution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96E64A-47AD-4018-A082-C93D42A0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D18C56-24B8-4810-83A1-FF07CEDF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Maintenance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A8404B-7ED6-417A-840F-36D54E27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556872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249842-7C34-4491-AE6A-49A64A80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A6727B-7BD8-4A93-BA63-77F00CFE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0670EF-E462-4B33-BF50-ED93FE86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job scope, history, permits, parts and isolation plan. • Inspect against the approved task list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5557B3-8849-4AB7-9A13-42DCB67C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8BA006-2490-45B0-9A51-F67EB7CD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Function-test, record findings and create corrective actions. • Complete the checklist, report defects and retain the signed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78F1B-2BC3-41AF-914A-36206996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AC313-1C34-4624-A454-1F15970C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Maintenance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63730D-2B49-4368-B40D-F7D6E750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548491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927F2A-F834-4820-A491-16063F11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3950E-89D7-4F3A-85A4-2AEF922D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BE16EB-21C1-48F5-B766-9288EA83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1E713-4404-4D39-A576-012AC946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A831B-235B-4E3B-9968-182630A7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0CB6B-4DE1-4D25-A595-77E77259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1D576-7CC0-4C79-8ADC-A02FC703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Maintenance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DBB343-7413-439B-B2B1-2D3030EB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70119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39E5CF-4B34-4B22-8D8E-660570C7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CFE01-6E25-4371-8052-34C13607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E06B0-B62A-4D03-89E3-28D58CDA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4269DA-2500-403D-A98D-18C9D384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A4AFB6-BB0F-4659-A995-EE358322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7B11C-E2E0-41FB-8D90-53D548CE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19CFF-6468-4C63-BA06-F8C66C96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Maintenance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2C9C7-3F90-4F13-A311-317939AB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603323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8896E3-CA41-47D2-92C2-BB9C9004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C9525-FD39-4C4D-AB38-281E7921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BC72A-ED3D-4A92-88A6-A8B63E11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AA084-A2DA-40A4-97A2-DCF021CA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F97C3-7665-4AD5-A70E-A4C89B8D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4B754-ACD4-490F-B522-9DB776A8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31F599-42D1-4496-8DB2-1A0E73E2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D04DA-1167-4D1A-8F7A-5450271A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Maintenance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316D43-CCC1-4361-B8C4-7CCC5E64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314634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A7078F-CBD2-4868-AFD2-66DC17B4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1D0D1-FC34-4B93-925F-6B3CA503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1696B0-7EE6-4C75-8C03-7E3FA0A4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FDCF5-A4FF-4344-8718-232A6372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17CA8-3A84-4188-9E0A-C80208C3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527F33-6AEB-40D2-BCE7-334542E1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5FDFE7-5E8D-45B2-B002-70ADF38A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960F5-BFB1-4EE7-9291-0CD8C519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Maintenance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7B382-552A-4CC0-B633-3020320C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399205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CCB144-A285-4484-900C-F8912FC0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69DC2-81CE-47F0-86C5-7EF25624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F3B29-4846-453A-864F-518963E2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EA361-3E00-4382-9B94-5B77C2CF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5C188-B629-4A40-9103-6A95034A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34609-D84F-403B-A6DE-FD49954B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E7B599-D5B9-4D48-BF16-93706979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C3ECE-A5E5-4F0B-AC4E-88DE2BF1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Maintenance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08B87-5CC4-4450-B53D-72BCAD2F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350641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F5B9D-7E94-4BC1-9C06-79A7E2B4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0453FE-B8EE-4CC4-ABE0-42648ED1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DEBE8-F0AB-4D05-8C19-849CC623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66D33-FBEE-470D-B1BA-37160B76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01CD5-F1F8-4F0A-B5D1-343DD62E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679C23-08C7-4C7F-902A-F33342EF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1BD353-7D2F-419D-92AA-633FED2C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7241CD-64FE-41E9-B9A6-9F2CCAC4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Maintenance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464F81-6DEC-4DBE-A2A5-F4CEBA8E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516785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9B809E-6536-4494-A538-237281F2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63803-5022-40AB-AEB4-A4B7CD26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C2972-682F-4747-ADAB-227047CE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DB03A-BBE6-4179-9BCE-539571F1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44CAC-DBD4-43C3-87D1-B5676F28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255DB-23FB-4340-AF52-D80CD03E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CACE25-4A49-46D6-87C2-2745909C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Maintenance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1837F2-F63F-4C91-AF3A-5AC3832D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313704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2026-08-15T02:50:12.0400000Z</dcterms:created>
  <dcterms:modified xsi:type="dcterms:W3CDTF">2026-08-15T02:50:12.0400000Z</dcterms:modified>
</coreProperties>
</file>