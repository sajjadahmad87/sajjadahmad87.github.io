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0e6ea2fc0a4483" /><Relationship Type="http://schemas.openxmlformats.org/officeDocument/2006/relationships/extended-properties" Target="/docProps/app.xml" Id="R0932378c549f4017" /><Relationship Type="http://schemas.openxmlformats.org/officeDocument/2006/relationships/officeDocument" Target="/ppt/presentation.xml" Id="Rff4cad57b12943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d3473458624b2e"/>
  </p:sldMasterIdLst>
  <p:notesMasterIdLst>
    <p:notesMasterId xmlns:r="http://schemas.openxmlformats.org/officeDocument/2006/relationships" r:id="R027bd714bd174301"/>
  </p:notesMasterIdLst>
  <p:sldIdLst>
    <p:sldId xmlns:r="http://schemas.openxmlformats.org/officeDocument/2006/relationships" id="256" r:id="Rfa238a6203984320"/>
    <p:sldId xmlns:r="http://schemas.openxmlformats.org/officeDocument/2006/relationships" id="257" r:id="R0e6455fe1e8447aa"/>
    <p:sldId xmlns:r="http://schemas.openxmlformats.org/officeDocument/2006/relationships" id="258" r:id="Rf3fce521f1424b43"/>
    <p:sldId xmlns:r="http://schemas.openxmlformats.org/officeDocument/2006/relationships" id="259" r:id="Rcab2d67f5a19451f"/>
    <p:sldId xmlns:r="http://schemas.openxmlformats.org/officeDocument/2006/relationships" id="260" r:id="R254e60acbf084d5d"/>
    <p:sldId xmlns:r="http://schemas.openxmlformats.org/officeDocument/2006/relationships" id="261" r:id="R7a2cf3f8f7b845c2"/>
    <p:sldId xmlns:r="http://schemas.openxmlformats.org/officeDocument/2006/relationships" id="262" r:id="Rd080fc80b9654bd4"/>
    <p:sldId xmlns:r="http://schemas.openxmlformats.org/officeDocument/2006/relationships" id="263" r:id="R962d631de91d4ab8"/>
    <p:sldId xmlns:r="http://schemas.openxmlformats.org/officeDocument/2006/relationships" id="264" r:id="Re17240842783497f"/>
    <p:sldId xmlns:r="http://schemas.openxmlformats.org/officeDocument/2006/relationships" id="265" r:id="Rb20693a8696344f9"/>
    <p:sldId xmlns:r="http://schemas.openxmlformats.org/officeDocument/2006/relationships" id="266" r:id="Rbcd41ef80bad4a4a"/>
    <p:sldId xmlns:r="http://schemas.openxmlformats.org/officeDocument/2006/relationships" id="267" r:id="R5e6c3a5a40d84d27"/>
    <p:sldId xmlns:r="http://schemas.openxmlformats.org/officeDocument/2006/relationships" id="268" r:id="R9d816082c7454b21"/>
    <p:sldId xmlns:r="http://schemas.openxmlformats.org/officeDocument/2006/relationships" id="269" r:id="Ra0c88ecd3d3a47ad"/>
    <p:sldId xmlns:r="http://schemas.openxmlformats.org/officeDocument/2006/relationships" id="270" r:id="R0b40f6b0197c4ec9"/>
    <p:sldId xmlns:r="http://schemas.openxmlformats.org/officeDocument/2006/relationships" id="271" r:id="R4d6d60facbbb4ba4"/>
    <p:sldId xmlns:r="http://schemas.openxmlformats.org/officeDocument/2006/relationships" id="272" r:id="Rbd5bfd65eb574960"/>
    <p:sldId xmlns:r="http://schemas.openxmlformats.org/officeDocument/2006/relationships" id="273" r:id="R0c1fcf435f984ae6"/>
    <p:sldId xmlns:r="http://schemas.openxmlformats.org/officeDocument/2006/relationships" id="274" r:id="R3872df0dacbc45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4a56e66d134660" /><Relationship Type="http://schemas.openxmlformats.org/officeDocument/2006/relationships/slideMaster" Target="/ppt/slideMasters/slideMaster1.xml" Id="R0ed3473458624b2e" /><Relationship Type="http://schemas.openxmlformats.org/officeDocument/2006/relationships/notesMaster" Target="/ppt/notesMasters/notesMaster1.xml" Id="R027bd714bd174301" /><Relationship Type="http://schemas.openxmlformats.org/officeDocument/2006/relationships/presProps" Target="/ppt/presProps.xml" Id="Rac71fc9927c243b7" /><Relationship Type="http://schemas.openxmlformats.org/officeDocument/2006/relationships/tableStyles" Target="/ppt/tableStyles.xml" Id="Re794cc0b7eec4d7d" /><Relationship Type="http://schemas.openxmlformats.org/officeDocument/2006/relationships/slide" Target="/ppt/slides/slide1.xml" Id="Rfa238a6203984320" /><Relationship Type="http://schemas.openxmlformats.org/officeDocument/2006/relationships/slide" Target="/ppt/slides/slide2.xml" Id="R0e6455fe1e8447aa" /><Relationship Type="http://schemas.openxmlformats.org/officeDocument/2006/relationships/slide" Target="/ppt/slides/slide3.xml" Id="Rf3fce521f1424b43" /><Relationship Type="http://schemas.openxmlformats.org/officeDocument/2006/relationships/slide" Target="/ppt/slides/slide4.xml" Id="Rcab2d67f5a19451f" /><Relationship Type="http://schemas.openxmlformats.org/officeDocument/2006/relationships/slide" Target="/ppt/slides/slide5.xml" Id="R254e60acbf084d5d" /><Relationship Type="http://schemas.openxmlformats.org/officeDocument/2006/relationships/slide" Target="/ppt/slides/slide6.xml" Id="R7a2cf3f8f7b845c2" /><Relationship Type="http://schemas.openxmlformats.org/officeDocument/2006/relationships/slide" Target="/ppt/slides/slide7.xml" Id="Rd080fc80b9654bd4" /><Relationship Type="http://schemas.openxmlformats.org/officeDocument/2006/relationships/slide" Target="/ppt/slides/slide8.xml" Id="R962d631de91d4ab8" /><Relationship Type="http://schemas.openxmlformats.org/officeDocument/2006/relationships/slide" Target="/ppt/slides/slide9.xml" Id="Re17240842783497f" /><Relationship Type="http://schemas.openxmlformats.org/officeDocument/2006/relationships/slide" Target="/ppt/slides/slide10.xml" Id="Rb20693a8696344f9" /><Relationship Type="http://schemas.openxmlformats.org/officeDocument/2006/relationships/slide" Target="/ppt/slides/slide11.xml" Id="Rbcd41ef80bad4a4a" /><Relationship Type="http://schemas.openxmlformats.org/officeDocument/2006/relationships/slide" Target="/ppt/slides/slide12.xml" Id="R5e6c3a5a40d84d27" /><Relationship Type="http://schemas.openxmlformats.org/officeDocument/2006/relationships/slide" Target="/ppt/slides/slide13.xml" Id="R9d816082c7454b21" /><Relationship Type="http://schemas.openxmlformats.org/officeDocument/2006/relationships/slide" Target="/ppt/slides/slide14.xml" Id="Ra0c88ecd3d3a47ad" /><Relationship Type="http://schemas.openxmlformats.org/officeDocument/2006/relationships/slide" Target="/ppt/slides/slide15.xml" Id="R0b40f6b0197c4ec9" /><Relationship Type="http://schemas.openxmlformats.org/officeDocument/2006/relationships/slide" Target="/ppt/slides/slide16.xml" Id="R4d6d60facbbb4ba4" /><Relationship Type="http://schemas.openxmlformats.org/officeDocument/2006/relationships/slide" Target="/ppt/slides/slide17.xml" Id="Rbd5bfd65eb574960" /><Relationship Type="http://schemas.openxmlformats.org/officeDocument/2006/relationships/slide" Target="/ppt/slides/slide18.xml" Id="R0c1fcf435f984ae6" /><Relationship Type="http://schemas.openxmlformats.org/officeDocument/2006/relationships/slide" Target="/ppt/slides/slide19.xml" Id="R3872df0dacbc45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f2cb3e447e46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98721467794f43" /><Relationship Type="http://schemas.openxmlformats.org/officeDocument/2006/relationships/notesMaster" Target="/ppt/notesMasters/notesMaster1.xml" Id="R93be78d34eb344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b76908dd514bd6" /><Relationship Type="http://schemas.openxmlformats.org/officeDocument/2006/relationships/notesMaster" Target="/ppt/notesMasters/notesMaster1.xml" Id="R10c7b99cf66648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dc05806aa14bc9" /><Relationship Type="http://schemas.openxmlformats.org/officeDocument/2006/relationships/notesMaster" Target="/ppt/notesMasters/notesMaster1.xml" Id="Rc02ea34c79d643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a5a7b8d1d245da" /><Relationship Type="http://schemas.openxmlformats.org/officeDocument/2006/relationships/notesMaster" Target="/ppt/notesMasters/notesMaster1.xml" Id="R1949b6ad676947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d714d8bcd94f82" /><Relationship Type="http://schemas.openxmlformats.org/officeDocument/2006/relationships/notesMaster" Target="/ppt/notesMasters/notesMaster1.xml" Id="R7243290c22ab49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15f6fb12284821" /><Relationship Type="http://schemas.openxmlformats.org/officeDocument/2006/relationships/notesMaster" Target="/ppt/notesMasters/notesMaster1.xml" Id="R5f322111825443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d9b8d3af8f4280" /><Relationship Type="http://schemas.openxmlformats.org/officeDocument/2006/relationships/notesMaster" Target="/ppt/notesMasters/notesMaster1.xml" Id="R5e23f296101d40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00ee2545214c33" /><Relationship Type="http://schemas.openxmlformats.org/officeDocument/2006/relationships/notesMaster" Target="/ppt/notesMasters/notesMaster1.xml" Id="Ra85cef98233e40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f1c9c07e294ba9" /><Relationship Type="http://schemas.openxmlformats.org/officeDocument/2006/relationships/notesMaster" Target="/ppt/notesMasters/notesMaster1.xml" Id="Rae8e0596ab9245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745cecfe44450a" /><Relationship Type="http://schemas.openxmlformats.org/officeDocument/2006/relationships/notesMaster" Target="/ppt/notesMasters/notesMaster1.xml" Id="R9240a80b1a6342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d7425319a94a15" /><Relationship Type="http://schemas.openxmlformats.org/officeDocument/2006/relationships/notesMaster" Target="/ppt/notesMasters/notesMaster1.xml" Id="R07346df1bad747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09dde43a32436c" /><Relationship Type="http://schemas.openxmlformats.org/officeDocument/2006/relationships/notesMaster" Target="/ppt/notesMasters/notesMaster1.xml" Id="Rcd15dfa82c204d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8e676e0e7541c4" /><Relationship Type="http://schemas.openxmlformats.org/officeDocument/2006/relationships/notesMaster" Target="/ppt/notesMasters/notesMaster1.xml" Id="R61d7e9fb82464f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f7df5f534041f8" /><Relationship Type="http://schemas.openxmlformats.org/officeDocument/2006/relationships/notesMaster" Target="/ppt/notesMasters/notesMaster1.xml" Id="Rfc19f6b251654e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28f0dfaf9c4553" /><Relationship Type="http://schemas.openxmlformats.org/officeDocument/2006/relationships/notesMaster" Target="/ppt/notesMasters/notesMaster1.xml" Id="Rcbf89d02b8224f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80ed5888614e31" /><Relationship Type="http://schemas.openxmlformats.org/officeDocument/2006/relationships/notesMaster" Target="/ppt/notesMasters/notesMaster1.xml" Id="Rd4303c33257640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15a295dd1b46c1" /><Relationship Type="http://schemas.openxmlformats.org/officeDocument/2006/relationships/notesMaster" Target="/ppt/notesMasters/notesMaster1.xml" Id="Rf6e5f9a23bb74f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384bdef8f24872" /><Relationship Type="http://schemas.openxmlformats.org/officeDocument/2006/relationships/notesMaster" Target="/ppt/notesMasters/notesMaster1.xml" Id="R322cf34d09af481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1b13c37fc834056" /><Relationship Type="http://schemas.openxmlformats.org/officeDocument/2006/relationships/notesMaster" Target="/ppt/notesMasters/notesMaster1.xml" Id="R99030e89a94841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31aa8708a642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61935597f04dad" /><Relationship Type="http://schemas.openxmlformats.org/officeDocument/2006/relationships/slideLayout" Target="/ppt/slideLayouts/slideLayout1.xml" Id="Rec0f646c6cc546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0f646c6cc546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89dbafd8e4afe" /><Relationship Type="http://schemas.openxmlformats.org/officeDocument/2006/relationships/notesSlide" Target="/ppt/notesSlides/notesSlide1.xml" Id="R5e3bbce505754a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db832319b4b17" /><Relationship Type="http://schemas.openxmlformats.org/officeDocument/2006/relationships/notesSlide" Target="/ppt/notesSlides/notesSlide2.xml" Id="R9fc10e8b24c741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98801677c4275" /><Relationship Type="http://schemas.openxmlformats.org/officeDocument/2006/relationships/notesSlide" Target="/ppt/notesSlides/notesSlide3.xml" Id="R3e8d5c845d0c4a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062415ffe4efd" /><Relationship Type="http://schemas.openxmlformats.org/officeDocument/2006/relationships/notesSlide" Target="/ppt/notesSlides/notesSlide4.xml" Id="R76284931476648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e21139f0c4bf8" /><Relationship Type="http://schemas.openxmlformats.org/officeDocument/2006/relationships/notesSlide" Target="/ppt/notesSlides/notesSlide5.xml" Id="Ra56c1861c56449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e547ea63b4423" /><Relationship Type="http://schemas.openxmlformats.org/officeDocument/2006/relationships/notesSlide" Target="/ppt/notesSlides/notesSlide6.xml" Id="R3cf3c4a49e1643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2a522a5a748a6" /><Relationship Type="http://schemas.openxmlformats.org/officeDocument/2006/relationships/notesSlide" Target="/ppt/notesSlides/notesSlide7.xml" Id="Rf76a230f8b2540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e8bf138fa4637" /><Relationship Type="http://schemas.openxmlformats.org/officeDocument/2006/relationships/notesSlide" Target="/ppt/notesSlides/notesSlide8.xml" Id="Rfaf0fa4fc78840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66799fc63406a" /><Relationship Type="http://schemas.openxmlformats.org/officeDocument/2006/relationships/notesSlide" Target="/ppt/notesSlides/notesSlide9.xml" Id="R2941e67b4d5b46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16c26999c4dee" /><Relationship Type="http://schemas.openxmlformats.org/officeDocument/2006/relationships/notesSlide" Target="/ppt/notesSlides/notesSlide10.xml" Id="R9221b0e05cf448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67c5acf054466" /><Relationship Type="http://schemas.openxmlformats.org/officeDocument/2006/relationships/notesSlide" Target="/ppt/notesSlides/notesSlide11.xml" Id="Ra863c3cac7e84e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e7bae797649d7" /><Relationship Type="http://schemas.openxmlformats.org/officeDocument/2006/relationships/notesSlide" Target="/ppt/notesSlides/notesSlide12.xml" Id="R2dd07196373e45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69c05734248fe" /><Relationship Type="http://schemas.openxmlformats.org/officeDocument/2006/relationships/notesSlide" Target="/ppt/notesSlides/notesSlide13.xml" Id="R91155dbe7f7b45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f89aa83f14354" /><Relationship Type="http://schemas.openxmlformats.org/officeDocument/2006/relationships/notesSlide" Target="/ppt/notesSlides/notesSlide14.xml" Id="Re7c238e45fb84f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38fdd906f4869" /><Relationship Type="http://schemas.openxmlformats.org/officeDocument/2006/relationships/notesSlide" Target="/ppt/notesSlides/notesSlide15.xml" Id="Rd0df64eab89748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650fae93c4cac" /><Relationship Type="http://schemas.openxmlformats.org/officeDocument/2006/relationships/notesSlide" Target="/ppt/notesSlides/notesSlide16.xml" Id="Re9cd84f89e6d485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a352995d045e3" /><Relationship Type="http://schemas.openxmlformats.org/officeDocument/2006/relationships/notesSlide" Target="/ppt/notesSlides/notesSlide17.xml" Id="R22fbcc26f74b40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b8d2cdf79467d" /><Relationship Type="http://schemas.openxmlformats.org/officeDocument/2006/relationships/notesSlide" Target="/ppt/notesSlides/notesSlide18.xml" Id="Rf0a3752a6dfa44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3f06e62f94966" /><Relationship Type="http://schemas.openxmlformats.org/officeDocument/2006/relationships/notesSlide" Target="/ppt/notesSlides/notesSlide19.xml" Id="Rd551b790bbd142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B60D7-EDB5-41D9-9BC1-418630F2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EMERGENCY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00E65-FE5C-4438-A32E-8C81C46C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11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049 — Emergency Response &amp; Evacuation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4FDD2-FCB8-44E3-A91D-9C5841DD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84D41-A8E1-4631-8F44-B022C227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196AF-AB4C-4626-ABEB-E7E92CFE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64B2F-62D7-4265-B938-335E0071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595672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BBADE-D0E3-467C-9BDA-0A821482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EMERGENCY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E3BEC-C41D-413A-8EF7-E0171197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CFB43-F8BA-4205-9956-1391B4E6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EF9FA-32BE-4356-8AAF-B40B91D1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57193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ADC42-539C-4C19-BE89-049EF17F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BF981-4410-46CD-B466-0A298073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D3AE0-A32D-45BE-A37E-BEAAE8D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AD4D5-AEB1-4761-BA05-14702347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A4369-65E0-4295-AED3-F5BB8012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F9979-CBFB-412C-99E2-D46B3F76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DA426-F6E8-4A84-AA27-7B23C699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A98D6-D0B9-4CD0-B23A-885027BC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7D466-523F-4973-946D-B7C95884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3AEFA-A166-4245-87CA-53A16906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368CA-5A64-41C9-8CF7-76694696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1E0A1-C89F-45E8-9007-D1AFBF86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068ED-0CF1-45D2-923F-47BCEE3C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Emergency Planning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94820-40F6-4C76-B676-0907F84B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04561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CE59C-786F-49F9-873B-B1C87098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936A4-51D2-4E1C-ABAC-BDAD684B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99E27-1FF5-4EEC-824A-6FB41B82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Raise the alarm, communicate the hazard and follow assigned roles. • Evacuate by approved routes to the assembly 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B185D-7C51-4C1D-9B1C-EE0DDE1E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4C232-E22F-4107-BFF1-FA8C25DC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Account for personnel and do not re-enter until authorized.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0DC98-5625-473F-A5F9-1C00FDF5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244D4-C35D-45EE-8243-68147906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Emergency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B4E67-4FA9-466C-98EC-E0691D0F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929461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398DB-3D82-4030-9946-235279D5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036EF-6606-4411-A24D-E94BD69B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8B758-7835-48D9-A68E-51960FED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CAC0D-E5CF-42FC-8306-8A094A7D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66E43-3061-4437-81F1-969D0C31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A04CB-557C-4063-BF87-85F49593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AF89B-F283-4BA1-8637-D31E724A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Emergency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E3A01-E31F-4F6A-86E4-3291338C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350979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CDB59-2D25-4CEE-BD2A-68628315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E90DC-D657-431F-9D20-0CCB5C54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0C5B2-59D7-46BC-B6E3-CBD3A6C1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F8A06-178B-4606-B488-A11A5F5D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48711-18BC-4E90-82B6-5FB7FA03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1208B-0DAA-4C45-BD52-3033C6DF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EE906-16F0-4BBF-8527-EFDDEA6C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Emergency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75643-5A2D-4D31-BEF9-8B43D5AC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7974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D3E31-B010-4C62-9697-31F3BDEB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4B60E-A84B-4FA5-88C8-6C581DDC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65E07-CD60-48ED-B855-8C2BE385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DA71C-A5D4-4ED3-96FC-788E3C85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6A00F-4640-449C-A50E-130D5F70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8EF14-9B0E-447A-91FF-07BDAFE4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2E8AA-2EE0-4882-9B3D-DFD51D2A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C2ABA-D59F-4688-87D7-2C808651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Emergency 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93596-F48E-4440-8DD7-E261F272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056864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F2C29-809B-4FBD-99D9-2ED15C7F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C3D23-48AD-4901-8499-265111F2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5208F-31F3-402B-A2A7-A036B3D0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F5A62-585F-411C-93AE-431F881A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8D333-FDF7-4C7D-BB50-91A276A9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3F71B-6F45-48DB-8331-1788C265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8CD67-D76A-4855-B6AA-10DD05C7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0B537-9A3D-45AF-85F8-7803195F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Emergency 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1605D-0227-4452-9986-95E90212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667338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289A7-EF2A-4EF6-BC4F-7B40E4EC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D4385-9859-41DB-8DD4-95775DB6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4F74C-BB59-4539-BCB1-3B9D0051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DF52F-5821-43AA-ACDF-99F6138F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F645C-FD2B-4E7F-B00D-7AC6830A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12EF1-3FA2-413A-918B-7A2C736A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7D5D9-3E53-4B38-B986-3D7385AC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C5609-7D40-47CB-BBFC-A139FB9C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Emergency 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354D8-8B55-4433-9F6B-70960CFE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24388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6ABC9-3CA0-4591-B506-4BA6A88C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5B506-662A-4DB5-A320-69010C56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32BE8-0578-4AC4-AD63-56B494E8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59189-3BDB-4C45-8F27-4E1F5158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EBFCB-15B2-45B9-B524-76B3F972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C6836-0270-4724-B4DE-0E9F6F43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DCA1C-230C-4535-B01F-BB119E1E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52931-EF62-4588-B641-D80280EE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Emergency 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8021F-33FB-4F8B-ABEB-C2BC69A3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005840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A27BE-ECD0-4B57-96B1-319C2FD0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CCFCD-FABC-4D72-8BE8-40AEFE55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B6085-CE5B-4114-835F-BEB583D6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DD89E-4915-49B7-A67F-0D3ADBF4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F8A10-48E4-4112-B12A-FEA35602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32BE2-C9DF-4325-BF09-79C28EE8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786C9-E1A6-4914-AF59-FBD37B5E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8C7CA-DEEA-47A6-87DB-EE91A9BE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Emergency 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91966-9F12-436D-985E-35AC03C8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657006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BA3C2-EB1B-4EB3-A774-34340641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BCD22-4D1A-4D03-A2FF-093E3D15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8E900-A40D-4910-8D25-4D3F8A8D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CC536-DAB6-46EC-BC31-3BE2C4E0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84FB0-92A9-4667-BECB-BA3314DA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24238-4373-4427-A6CE-EBB8D281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CE31C-C607-4DF4-A6B5-815BC623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80840-A664-4770-8DAF-CFA62850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Emergency 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AA224-8E73-4748-B6BF-216BAF77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587939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EE358-2B1D-46B5-9C19-F1CDCB4C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8052D-C400-4900-A095-D5462B7B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48E0E-7161-42CF-AFCB-B71186E8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49B75-2301-48BB-9995-19139572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1AC05-209E-4786-8C0D-A871025F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FC2E7-2F0F-404E-B3EB-6AE78A19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25737-62BC-4CD6-A60A-EA535D13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669AC-DD22-494A-A2C0-8B4448D5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Emergency 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28068-0625-4FEA-A495-CEC091E9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892523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755CF-D451-493A-9D44-E27C1CE4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3B196-CF43-480A-B99A-6360BE17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46643-6D51-49E6-83D4-19C72321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4F740-0C3D-4662-9AA2-20819E97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26768-078E-4940-B56E-F8E9EBE3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5F45A-FB4F-4720-B3A2-D2E85A10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80CA7-5310-43DD-A6C1-BE85DBCB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BF63D-890A-4848-A794-F58905E9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Emergency 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52C27-34D7-4304-9814-85CADC40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582561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C913E-41A9-4D78-BFCA-AF4930B7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684CF-2607-483A-B7CB-4A71901C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3F4B5-DF5D-40B2-B788-892072DA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6D7E9-9359-4591-AC63-6290AD05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275DF-A758-4E97-B9C3-CC8A151E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ECD89-BE5C-410C-8703-B599C61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4B93A-43E8-475E-AD47-55237E18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4DB96-1B08-452A-8C9A-003EA111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Emergency 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C9C84-E162-441D-984A-A6CE41A9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835315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AB8A9-5F32-4D10-8AB6-E99C45E4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1489E-F47E-48B2-8A80-A425280F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594CA-9418-4A2D-9A63-566A9B5A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E9D26-382E-49FE-B604-043C532E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B2E30-D6CF-42E2-89A7-63E66787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7F062-BFA1-4464-8B65-34E634B5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E79ED-3B20-43A3-8D8F-14266352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CD97A-3E85-45CC-9018-A9A39757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Emergency 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F1B56-A6FA-4203-8A57-E7DDB712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501006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C58DC-6E84-480B-BC23-F6589E13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CF736-BAB0-4DFC-9A63-18C3C496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EC7CB-9825-431E-B17A-5F640AF5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BB532-F9AB-414B-9CC4-4DCF21C7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45E08-8818-4082-B48A-C7272F4E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432C6-7EE1-4A48-A0C7-08A671A5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A3B24-9CB2-425C-8C79-54735A8E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2C015-BD1B-4B51-9755-00A29956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Emergency 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DFB8C-A248-483A-A9D9-00834AC2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28812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BAD27-C0AD-4BE0-B4C5-88BBA1A6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2ABD7-2553-4AB0-ADE5-9B6B548A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89E50-902F-40F0-ACBC-BE9166A1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F1661-FCAD-47F4-B01C-235F9A25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7E336-F60D-4C83-8B82-AAC50960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2BC38-5044-41E9-9753-9D934111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4E526-B685-4834-8F04-8404866C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EAA5B-AE4D-419D-9E81-FE9D1BAA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Emergency 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37038-BD7A-4514-80F9-35422A58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086490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3AD40-D25A-4913-B47A-CBABE67C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E3FF7-D951-44FA-886F-974C8002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C48B3-F99D-49B0-A3B3-9A45E815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4D734-272A-43A3-B650-7CDC875B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D308A-E0A1-4275-9BEB-3D45003B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56DF2-AF87-4545-A004-8623612C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15917-8944-4D8C-A08B-F208BD77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Emergency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19BEA-1C76-4B6E-A395-CDEF225F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45955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2026-08-15T02:50:16.7160000Z</dcterms:created>
  <dcterms:modified xsi:type="dcterms:W3CDTF">2026-08-15T02:50:16.7160000Z</dcterms:modified>
</coreProperties>
</file>