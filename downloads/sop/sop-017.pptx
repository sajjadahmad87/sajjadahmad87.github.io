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e7ee70531a4a07" /><Relationship Type="http://schemas.openxmlformats.org/officeDocument/2006/relationships/extended-properties" Target="/docProps/app.xml" Id="R0d245dd9e613462a" /><Relationship Type="http://schemas.openxmlformats.org/officeDocument/2006/relationships/officeDocument" Target="/ppt/presentation.xml" Id="Rdbd0fc45564945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35e8ff631c4053"/>
  </p:sldMasterIdLst>
  <p:notesMasterIdLst>
    <p:notesMasterId xmlns:r="http://schemas.openxmlformats.org/officeDocument/2006/relationships" r:id="Rfc2ec03a026a438b"/>
  </p:notesMasterIdLst>
  <p:sldIdLst>
    <p:sldId xmlns:r="http://schemas.openxmlformats.org/officeDocument/2006/relationships" id="256" r:id="R149ee7dd02ac4fe1"/>
    <p:sldId xmlns:r="http://schemas.openxmlformats.org/officeDocument/2006/relationships" id="257" r:id="Rcda651e9540c4d8b"/>
    <p:sldId xmlns:r="http://schemas.openxmlformats.org/officeDocument/2006/relationships" id="258" r:id="R885ec85772174171"/>
    <p:sldId xmlns:r="http://schemas.openxmlformats.org/officeDocument/2006/relationships" id="259" r:id="R075c9233a29a43d1"/>
    <p:sldId xmlns:r="http://schemas.openxmlformats.org/officeDocument/2006/relationships" id="260" r:id="R5a63b44ee7ee445e"/>
    <p:sldId xmlns:r="http://schemas.openxmlformats.org/officeDocument/2006/relationships" id="261" r:id="Reabc7f39e43f4264"/>
    <p:sldId xmlns:r="http://schemas.openxmlformats.org/officeDocument/2006/relationships" id="262" r:id="Redd08e43a2a04857"/>
    <p:sldId xmlns:r="http://schemas.openxmlformats.org/officeDocument/2006/relationships" id="263" r:id="Rf9294bbe8ecd4a61"/>
    <p:sldId xmlns:r="http://schemas.openxmlformats.org/officeDocument/2006/relationships" id="264" r:id="Ra31cbcb80f9f476e"/>
    <p:sldId xmlns:r="http://schemas.openxmlformats.org/officeDocument/2006/relationships" id="265" r:id="R22588ccbc1df40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d5d7dde5114e2f" /><Relationship Type="http://schemas.openxmlformats.org/officeDocument/2006/relationships/slideMaster" Target="/ppt/slideMasters/slideMaster1.xml" Id="R1835e8ff631c4053" /><Relationship Type="http://schemas.openxmlformats.org/officeDocument/2006/relationships/notesMaster" Target="/ppt/notesMasters/notesMaster1.xml" Id="Rfc2ec03a026a438b" /><Relationship Type="http://schemas.openxmlformats.org/officeDocument/2006/relationships/presProps" Target="/ppt/presProps.xml" Id="R5f00b20d37a0400c" /><Relationship Type="http://schemas.openxmlformats.org/officeDocument/2006/relationships/tableStyles" Target="/ppt/tableStyles.xml" Id="R7f57b10e0eac4e03" /><Relationship Type="http://schemas.openxmlformats.org/officeDocument/2006/relationships/slide" Target="/ppt/slides/slide1.xml" Id="R149ee7dd02ac4fe1" /><Relationship Type="http://schemas.openxmlformats.org/officeDocument/2006/relationships/slide" Target="/ppt/slides/slide2.xml" Id="Rcda651e9540c4d8b" /><Relationship Type="http://schemas.openxmlformats.org/officeDocument/2006/relationships/slide" Target="/ppt/slides/slide3.xml" Id="R885ec85772174171" /><Relationship Type="http://schemas.openxmlformats.org/officeDocument/2006/relationships/slide" Target="/ppt/slides/slide4.xml" Id="R075c9233a29a43d1" /><Relationship Type="http://schemas.openxmlformats.org/officeDocument/2006/relationships/slide" Target="/ppt/slides/slide5.xml" Id="R5a63b44ee7ee445e" /><Relationship Type="http://schemas.openxmlformats.org/officeDocument/2006/relationships/slide" Target="/ppt/slides/slide6.xml" Id="Reabc7f39e43f4264" /><Relationship Type="http://schemas.openxmlformats.org/officeDocument/2006/relationships/slide" Target="/ppt/slides/slide7.xml" Id="Redd08e43a2a04857" /><Relationship Type="http://schemas.openxmlformats.org/officeDocument/2006/relationships/slide" Target="/ppt/slides/slide8.xml" Id="Rf9294bbe8ecd4a61" /><Relationship Type="http://schemas.openxmlformats.org/officeDocument/2006/relationships/slide" Target="/ppt/slides/slide9.xml" Id="Ra31cbcb80f9f476e" /><Relationship Type="http://schemas.openxmlformats.org/officeDocument/2006/relationships/slide" Target="/ppt/slides/slide10.xml" Id="R22588ccbc1df40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6e9aee1b924e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d0e8fc913541f1" /><Relationship Type="http://schemas.openxmlformats.org/officeDocument/2006/relationships/notesMaster" Target="/ppt/notesMasters/notesMaster1.xml" Id="Re047a961f8ee46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a33e19d19d42d4" /><Relationship Type="http://schemas.openxmlformats.org/officeDocument/2006/relationships/notesMaster" Target="/ppt/notesMasters/notesMaster1.xml" Id="R3db30fb0b53547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97dfecde414595" /><Relationship Type="http://schemas.openxmlformats.org/officeDocument/2006/relationships/notesMaster" Target="/ppt/notesMasters/notesMaster1.xml" Id="Rf75103b457f84f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c0aec9ff514b9e" /><Relationship Type="http://schemas.openxmlformats.org/officeDocument/2006/relationships/notesMaster" Target="/ppt/notesMasters/notesMaster1.xml" Id="Rdf4c7bc123604a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8fb031da554bfe" /><Relationship Type="http://schemas.openxmlformats.org/officeDocument/2006/relationships/notesMaster" Target="/ppt/notesMasters/notesMaster1.xml" Id="R5de92912d4cb48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5c347c34fa4461" /><Relationship Type="http://schemas.openxmlformats.org/officeDocument/2006/relationships/notesMaster" Target="/ppt/notesMasters/notesMaster1.xml" Id="R06da9eb0b3cf4f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29134d4dfb4baf" /><Relationship Type="http://schemas.openxmlformats.org/officeDocument/2006/relationships/notesMaster" Target="/ppt/notesMasters/notesMaster1.xml" Id="R9a2d9002fb414e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74677b53804569" /><Relationship Type="http://schemas.openxmlformats.org/officeDocument/2006/relationships/notesMaster" Target="/ppt/notesMasters/notesMaster1.xml" Id="R2a5504c9f6ff46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051f2a2844419c" /><Relationship Type="http://schemas.openxmlformats.org/officeDocument/2006/relationships/notesMaster" Target="/ppt/notesMasters/notesMaster1.xml" Id="R0108d6497d0243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9ec9b48f5b4aff" /><Relationship Type="http://schemas.openxmlformats.org/officeDocument/2006/relationships/notesMaster" Target="/ppt/notesMasters/notesMaster1.xml" Id="Rb6751e36e64347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be5ca09054b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e88aa47df54eff" /><Relationship Type="http://schemas.openxmlformats.org/officeDocument/2006/relationships/slideLayout" Target="/ppt/slideLayouts/slideLayout1.xml" Id="R1f24ff9304104a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24ff9304104a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b64350fbb47d1" /><Relationship Type="http://schemas.openxmlformats.org/officeDocument/2006/relationships/notesSlide" Target="/ppt/notesSlides/notesSlide1.xml" Id="R763d5a019c2a4c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4e2625b604927" /><Relationship Type="http://schemas.openxmlformats.org/officeDocument/2006/relationships/notesSlide" Target="/ppt/notesSlides/notesSlide2.xml" Id="Re824c080d63e49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38704d2b84e6d" /><Relationship Type="http://schemas.openxmlformats.org/officeDocument/2006/relationships/notesSlide" Target="/ppt/notesSlides/notesSlide3.xml" Id="R1539660eaa2447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b50f029054fa4" /><Relationship Type="http://schemas.openxmlformats.org/officeDocument/2006/relationships/notesSlide" Target="/ppt/notesSlides/notesSlide4.xml" Id="R51e9645353bb43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b70226d114f39" /><Relationship Type="http://schemas.openxmlformats.org/officeDocument/2006/relationships/notesSlide" Target="/ppt/notesSlides/notesSlide5.xml" Id="Rb8a4cb9ee12245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2ef2bf8cc442b" /><Relationship Type="http://schemas.openxmlformats.org/officeDocument/2006/relationships/notesSlide" Target="/ppt/notesSlides/notesSlide6.xml" Id="Ra32a4754789247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83ee452bd4494" /><Relationship Type="http://schemas.openxmlformats.org/officeDocument/2006/relationships/notesSlide" Target="/ppt/notesSlides/notesSlide7.xml" Id="R5a977bc86fc54a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058fedf9644e1" /><Relationship Type="http://schemas.openxmlformats.org/officeDocument/2006/relationships/notesSlide" Target="/ppt/notesSlides/notesSlide8.xml" Id="R4e07a02dafa341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b41d07fd44772" /><Relationship Type="http://schemas.openxmlformats.org/officeDocument/2006/relationships/notesSlide" Target="/ppt/notesSlides/notesSlide9.xml" Id="Re0c26b165c6648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a81b45d164b6c" /><Relationship Type="http://schemas.openxmlformats.org/officeDocument/2006/relationships/notesSlide" Target="/ppt/notesSlides/notesSlide10.xml" Id="R7393beb5462047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F6796-FB4E-4EDA-B150-94A215C9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POWER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F42E3-A7B2-4843-8083-7FBDD9AA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017 — Heat Gun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4CA7C-330D-4534-B892-C22A7387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18E0A-8F22-4479-9DFE-6E012385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F70DC-E107-426E-9B64-65BEE1BB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B5BB1-9A41-429A-BDB7-92EC42AF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596519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58DA1-0761-4CDF-8009-9AE9DB3F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POWER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43782-377B-40C5-A720-731F5946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829E0-4C37-4B82-9680-F34C76D0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7AACE-69C6-4EB0-8F7C-FA2705E6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34115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DAE9B-5FCB-4F65-8516-9229F726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0F489-A82B-4D71-8AAB-ECB8AF9C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C206B-89EB-466E-9746-7AF9E790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F8C2F-6D05-4876-8D49-C4B2EE2B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9CE0F-FAF5-41CB-8C75-32E1B74B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96DF4-99BF-44C8-B24C-200CB0B5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E0325-D16E-4E04-95EF-1B8E8DEA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8E604-1771-4F60-82C6-9B7F7A4D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22659-E2A5-4D71-8E73-56DDF164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104D1-5F44-457F-A90C-E7BAFD0D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AB371-7702-43B2-AAE6-5E3E85F2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BA35A-A034-4B52-952E-19A9DBCF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495B3-95B2-4FFA-BA8C-26EA276B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77EB6-E10E-4C7A-AC73-5B0542A8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7499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7D94D-4895-445D-B23A-CE9896EB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2A6DE-CA85-4FF1-8925-81E90A18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E4F1B-45BF-4E1F-AE32-17060F08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cable, nozzle and temperature controls. • Remove combustibles and protect nearby surfaces.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FBFAC-5565-43FC-BD10-1E81BEE5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09037-3FCF-4F59-BC66-A83255F8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Allow cooling before storage and never leave energized unattended.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B12C6-3E2C-4765-889D-B4D68434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BA9F7-2336-4046-A061-2830298D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D57A2-47CF-42EF-ADB6-97E86FF7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575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F14FD-759C-4271-A92B-1582AC88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20CC3-3611-4DDB-B85B-A434154F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0A54D-C35E-461E-8B6C-BA496A78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D9F0D-7923-4528-B057-74673449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EF752-FB98-4CDF-9324-2F138286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57E8C-D986-4E09-954D-5FA92954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51A85-AB3D-4998-9C4A-7CBEBA35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3FC2A-A7AA-4800-83F2-C38A30DF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166403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56E3D-9638-4B29-BBD1-BB9255A2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F7158-C193-483A-9236-F95ECCB0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34A71-B79D-4440-9249-5D781BB1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16E9C-BDF2-459C-810D-59061DBD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E38EC-1881-4A8A-BF84-A704BA0A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FFF56-3F28-4E4C-A848-BB9545E8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F70EE-73E3-4528-ADBA-5F543FA8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1AA4F-9010-4520-B694-8B025EB0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193987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B3E8E-E982-4494-823E-E47545F4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D3A07-F9A3-4090-9075-5C9AC94B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1453C-6BC4-45CC-8A95-6FF7704D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5220A-2F0C-4CAC-A63C-FED49D7E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118E7-AD38-4516-8789-E67430D3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B4F3F-E269-4CC7-910B-E2167123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2B551-6C83-42E4-9753-C0020B9A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64034-8958-46F0-9C35-625D9621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5B6CC-2BBB-480C-B40B-528472B0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8752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71E75-FC14-41E4-96B9-9C52CE5D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26210-1BBA-40FB-B092-FF6F5EFA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42A92-3148-43C1-8B29-CBD8633A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13C36-B662-40FE-B750-7074D9D7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90F94-D4C7-4257-A43E-07862C2B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05D96-2984-4ED8-AF27-3C70BFA6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1B07B-3645-42CA-968D-B1C7F4F4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44C88-6C4C-4EDA-B07D-C577CB71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E4778-8B21-48DC-B21D-3BAB9B0E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148570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C31B2-AE1E-4007-9CF5-FC72B64A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F2FC2-2755-41FF-BF51-A5BD59B0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136DF-C027-46A2-92C8-EAE6E906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7DF5E-4B0E-4BB2-99DB-252EAE1F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B7666-2F66-4E17-9EC8-0CDA4CA5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860C5-5D25-4185-AC64-F6B5647A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FD017-23B8-4E15-B388-ADDE82C5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809AE-C36E-4771-9C2A-06AFC10F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570EA-E044-49DD-B109-B6F7A210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188160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9D4EB-88A2-48CB-AC50-AE20F1ED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BB210-0F7B-4359-9B90-13085CD0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E6F01-012B-4B4D-9046-BABAD1D0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897BF-2C23-4775-ADB0-D37FED75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36D53-16E5-4B9D-9492-8CF34C5B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0FAC9-0DF4-4F53-AB6F-1F1AF357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D147E-BD05-4B52-93C1-BD80B912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907D8-5A04-4D0E-AC5D-C431A570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0148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2026-08-15T02:50:09.2800000Z</dcterms:created>
  <dcterms:modified xsi:type="dcterms:W3CDTF">2026-08-15T02:50:09.2800000Z</dcterms:modified>
</coreProperties>
</file>