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7962ef2434b2a" /><Relationship Type="http://schemas.openxmlformats.org/officeDocument/2006/relationships/extended-properties" Target="/docProps/app.xml" Id="R699214355b3e42a5" /><Relationship Type="http://schemas.openxmlformats.org/officeDocument/2006/relationships/officeDocument" Target="/ppt/presentation.xml" Id="Rc110f9e2ff2d49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ebfdf1ba47492d"/>
  </p:sldMasterIdLst>
  <p:notesMasterIdLst>
    <p:notesMasterId xmlns:r="http://schemas.openxmlformats.org/officeDocument/2006/relationships" r:id="R39749f2cff344f5a"/>
  </p:notesMasterIdLst>
  <p:sldIdLst>
    <p:sldId xmlns:r="http://schemas.openxmlformats.org/officeDocument/2006/relationships" id="256" r:id="R94caf8abe51240d2"/>
    <p:sldId xmlns:r="http://schemas.openxmlformats.org/officeDocument/2006/relationships" id="257" r:id="R5f03749f5d8f47b1"/>
    <p:sldId xmlns:r="http://schemas.openxmlformats.org/officeDocument/2006/relationships" id="258" r:id="R31654e052624457a"/>
    <p:sldId xmlns:r="http://schemas.openxmlformats.org/officeDocument/2006/relationships" id="259" r:id="R047966b5f92c4e94"/>
    <p:sldId xmlns:r="http://schemas.openxmlformats.org/officeDocument/2006/relationships" id="260" r:id="R24319eb7b73e4fc8"/>
    <p:sldId xmlns:r="http://schemas.openxmlformats.org/officeDocument/2006/relationships" id="261" r:id="Rb6b7f1ecef5246d8"/>
    <p:sldId xmlns:r="http://schemas.openxmlformats.org/officeDocument/2006/relationships" id="262" r:id="R74ab39694d3e4012"/>
    <p:sldId xmlns:r="http://schemas.openxmlformats.org/officeDocument/2006/relationships" id="263" r:id="Rb041534634ac42b8"/>
    <p:sldId xmlns:r="http://schemas.openxmlformats.org/officeDocument/2006/relationships" id="264" r:id="Rbc2e12421d1c40de"/>
    <p:sldId xmlns:r="http://schemas.openxmlformats.org/officeDocument/2006/relationships" id="265" r:id="Rc3ab30cf0a774c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2a5ef6edb40ba" /><Relationship Type="http://schemas.openxmlformats.org/officeDocument/2006/relationships/slideMaster" Target="/ppt/slideMasters/slideMaster1.xml" Id="Rc0ebfdf1ba47492d" /><Relationship Type="http://schemas.openxmlformats.org/officeDocument/2006/relationships/notesMaster" Target="/ppt/notesMasters/notesMaster1.xml" Id="R39749f2cff344f5a" /><Relationship Type="http://schemas.openxmlformats.org/officeDocument/2006/relationships/presProps" Target="/ppt/presProps.xml" Id="Rf5006b64f9714555" /><Relationship Type="http://schemas.openxmlformats.org/officeDocument/2006/relationships/tableStyles" Target="/ppt/tableStyles.xml" Id="R5489f298c995474e" /><Relationship Type="http://schemas.openxmlformats.org/officeDocument/2006/relationships/slide" Target="/ppt/slides/slide1.xml" Id="R94caf8abe51240d2" /><Relationship Type="http://schemas.openxmlformats.org/officeDocument/2006/relationships/slide" Target="/ppt/slides/slide2.xml" Id="R5f03749f5d8f47b1" /><Relationship Type="http://schemas.openxmlformats.org/officeDocument/2006/relationships/slide" Target="/ppt/slides/slide3.xml" Id="R31654e052624457a" /><Relationship Type="http://schemas.openxmlformats.org/officeDocument/2006/relationships/slide" Target="/ppt/slides/slide4.xml" Id="R047966b5f92c4e94" /><Relationship Type="http://schemas.openxmlformats.org/officeDocument/2006/relationships/slide" Target="/ppt/slides/slide5.xml" Id="R24319eb7b73e4fc8" /><Relationship Type="http://schemas.openxmlformats.org/officeDocument/2006/relationships/slide" Target="/ppt/slides/slide6.xml" Id="Rb6b7f1ecef5246d8" /><Relationship Type="http://schemas.openxmlformats.org/officeDocument/2006/relationships/slide" Target="/ppt/slides/slide7.xml" Id="R74ab39694d3e4012" /><Relationship Type="http://schemas.openxmlformats.org/officeDocument/2006/relationships/slide" Target="/ppt/slides/slide8.xml" Id="Rb041534634ac42b8" /><Relationship Type="http://schemas.openxmlformats.org/officeDocument/2006/relationships/slide" Target="/ppt/slides/slide9.xml" Id="Rbc2e12421d1c40de" /><Relationship Type="http://schemas.openxmlformats.org/officeDocument/2006/relationships/slide" Target="/ppt/slides/slide10.xml" Id="Rc3ab30cf0a774c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720d9391b64d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29198e463646c5" /><Relationship Type="http://schemas.openxmlformats.org/officeDocument/2006/relationships/notesMaster" Target="/ppt/notesMasters/notesMaster1.xml" Id="R5a788361c0924e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969f2826464952" /><Relationship Type="http://schemas.openxmlformats.org/officeDocument/2006/relationships/notesMaster" Target="/ppt/notesMasters/notesMaster1.xml" Id="Rbb4c73bac00943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ba07387c47497f" /><Relationship Type="http://schemas.openxmlformats.org/officeDocument/2006/relationships/notesMaster" Target="/ppt/notesMasters/notesMaster1.xml" Id="Rc85e5a893a924d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e0bc2c584046e0" /><Relationship Type="http://schemas.openxmlformats.org/officeDocument/2006/relationships/notesMaster" Target="/ppt/notesMasters/notesMaster1.xml" Id="Rccc92dec409145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d6cc7aecf64858" /><Relationship Type="http://schemas.openxmlformats.org/officeDocument/2006/relationships/notesMaster" Target="/ppt/notesMasters/notesMaster1.xml" Id="R91c91a65bad54b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1930e00325492a" /><Relationship Type="http://schemas.openxmlformats.org/officeDocument/2006/relationships/notesMaster" Target="/ppt/notesMasters/notesMaster1.xml" Id="R4be3d499fbd944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691f3335bb4e88" /><Relationship Type="http://schemas.openxmlformats.org/officeDocument/2006/relationships/notesMaster" Target="/ppt/notesMasters/notesMaster1.xml" Id="R5f2e5c7d6c9142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4cd4e1c486410c" /><Relationship Type="http://schemas.openxmlformats.org/officeDocument/2006/relationships/notesMaster" Target="/ppt/notesMasters/notesMaster1.xml" Id="R4a045af630a249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d7c6f6c68941dc" /><Relationship Type="http://schemas.openxmlformats.org/officeDocument/2006/relationships/notesMaster" Target="/ppt/notesMasters/notesMaster1.xml" Id="R7cf37f696ab644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0375c41b554e3a" /><Relationship Type="http://schemas.openxmlformats.org/officeDocument/2006/relationships/notesMaster" Target="/ppt/notesMasters/notesMaster1.xml" Id="Rd33c81f0314041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78d0f02364e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4fcdf9e0554b0c" /><Relationship Type="http://schemas.openxmlformats.org/officeDocument/2006/relationships/slideLayout" Target="/ppt/slideLayouts/slideLayout1.xml" Id="R3c0ccaf0ca3848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0ccaf0ca3848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c3e5fdbf14ee4" /><Relationship Type="http://schemas.openxmlformats.org/officeDocument/2006/relationships/notesSlide" Target="/ppt/notesSlides/notesSlide1.xml" Id="R05ffc6c71f684b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457b3391c49af" /><Relationship Type="http://schemas.openxmlformats.org/officeDocument/2006/relationships/notesSlide" Target="/ppt/notesSlides/notesSlide2.xml" Id="R7306014f23fc41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21a79867040a9" /><Relationship Type="http://schemas.openxmlformats.org/officeDocument/2006/relationships/notesSlide" Target="/ppt/notesSlides/notesSlide3.xml" Id="R90e55a0b0ea14e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8fee8314340d8" /><Relationship Type="http://schemas.openxmlformats.org/officeDocument/2006/relationships/notesSlide" Target="/ppt/notesSlides/notesSlide4.xml" Id="R50e3578cd51b4b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dc66c523a49f3" /><Relationship Type="http://schemas.openxmlformats.org/officeDocument/2006/relationships/notesSlide" Target="/ppt/notesSlides/notesSlide5.xml" Id="Rbdefed549de34a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da754b4384917" /><Relationship Type="http://schemas.openxmlformats.org/officeDocument/2006/relationships/notesSlide" Target="/ppt/notesSlides/notesSlide6.xml" Id="R195e48bda24e45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095749b7c40ea" /><Relationship Type="http://schemas.openxmlformats.org/officeDocument/2006/relationships/notesSlide" Target="/ppt/notesSlides/notesSlide7.xml" Id="Rcdb2cfe15cd44c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11e1ce69d4cfa" /><Relationship Type="http://schemas.openxmlformats.org/officeDocument/2006/relationships/notesSlide" Target="/ppt/notesSlides/notesSlide8.xml" Id="Rf799c1af48634b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936705f9b4d5e" /><Relationship Type="http://schemas.openxmlformats.org/officeDocument/2006/relationships/notesSlide" Target="/ppt/notesSlides/notesSlide9.xml" Id="R180d21b2ef884e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0424628314b2f" /><Relationship Type="http://schemas.openxmlformats.org/officeDocument/2006/relationships/notesSlide" Target="/ppt/notesSlides/notesSlide10.xml" Id="R10e42d9eef0f43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4F428-6D8E-40B9-BD6A-B29B2775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BOILER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080DB-0DBA-43C4-BCB9-EE951EF4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004 — Boiler Additional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3DCC7-083C-4422-988B-FFF257A2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2AA3A-8E30-413A-9449-488117A5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C0CB7-757B-4CBA-BDCE-852FBF52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C0A1C-D055-4B9A-A624-F72F555A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870160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BB4D9-7FFE-44E7-A65A-58DE1B4C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BOILER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D82BC-B991-407E-83FC-0992097F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3017A-A9C2-4DB8-B6AA-369172A0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C4C01-2C33-48BC-BE2B-EA3248DE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831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D2E06-8BC3-4379-B0C0-E3A31704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A0304-7128-45E5-98B3-12455E29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6DEFE-5534-459F-BF86-9C1F9209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FAA9D-3CAB-4477-8DEB-833E5B90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1F45A-4EBD-4105-88EC-291B92CE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E4D72-7ED0-4D02-B4A0-3C85AE9D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6B8F9-073F-48A5-A0B5-40EF96AB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0A97D-DE9A-4140-93D5-81B67F41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52363-07C0-4235-BEC8-23B00175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A9405-7C73-41E0-9550-1EFFF32B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105C4-6447-4932-9C07-20D9F4D8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809F3-9939-4088-A62C-9CA80369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6A923-0C29-4858-8187-35FB8D28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C9EF4-4468-4FC7-9161-65E77877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8879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F7936-CDF4-4C95-A0FD-9F66496E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54020-169B-4957-BBE0-BE51B367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2C87B-60F7-41B9-884E-1D7125FB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safety devices, levels, pressures and abnormal indications. • Use approved boiler logs and acceptance limits.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D442E-B49B-41FC-B421-C5D65FD4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8AC73-E778-4A6A-B966-5CDD2700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Escalate defects before continued operation.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50B02-D89C-4669-A871-DF8A39C4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6273B-9E4B-40A2-B22E-95F843A8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82BEC-74AD-4C31-9595-95247124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9190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D2879-3B48-4201-B00A-84786A2C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6FF87-58A4-4BCB-9D4B-FDD1401F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DC66F-A681-40B9-B9E2-87E40694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59817-81D0-4B34-812D-0F1335C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C9F42-9198-4032-8B33-B8037F56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01CDE-4BEE-4BA7-B03E-7172CE4C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43FD4-9755-4AC3-96BE-E9B9EBED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81827-87FB-42E3-89E4-32A5BD29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8936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95E86-4BAA-41C1-B0A3-6E07D5CE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54EF6-2AAA-4C6D-B1B6-807BA401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63546-13F9-4C09-B629-2D4F6ADE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F345C-5712-4335-8E7D-3064DB8F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02675-13C0-438D-95C7-22B2ECA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C22F8-3307-4DFE-9215-29D2428A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A0B9D-4F9E-4069-9C38-E989B9BB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435B9-D99D-4DBA-B750-91424091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16216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7C954-BFDE-4348-A428-E583106F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7008B-4F8D-4C19-845D-21B4713D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57642-32FD-49B2-8BB6-1E052D86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5A30A-9697-4D8D-9433-3B4F4E13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88B8F-2D99-4202-8253-F3B088A6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A63E1-108F-452B-87A8-5A99414A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722F1-5692-446A-A1DF-584BD17C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59DA7-2CCD-43FD-A7CC-66F09FC5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C89F7-454B-4B84-BF41-E99F90C3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8852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40303-9A2A-4E0F-9622-3F2841CF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17FE0-9962-46E4-894B-C848CC75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F3B1A-742D-4DFD-AA47-E4AC4E4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448E3-7ADA-4797-93D3-4F19CFA7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499C8-E4F7-4331-8F26-368770A0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042CD-9916-4231-807B-23F73146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F1890-554E-4C1A-ADFD-BB24D4CB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6A660-E9D7-4453-9F27-E7F2BD8F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CC030-5EDE-4967-88B9-F1A9CEC8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32057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7091B-F401-45B8-A3FB-323C0707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AABFD-0E2A-4A63-9E56-F9EB439C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95E41-C6D2-4791-AA4E-CFF8CFB4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1EB8D-0486-4AB0-A7C4-359497F0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C0FF2-354D-4356-8EF1-F18A5E4D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7625B-60EC-48A9-A6F2-1DD62D2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55BF5-40E4-48FA-9F55-B9121D07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F4683-E714-4BE9-B94A-BE9166AD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23DB8-7997-499F-97C0-F0897155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7428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7FE28-4B89-4879-B75E-5708C054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CF53-2248-4E4A-9EA3-779857C9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C4CC4-ECBA-46DE-A644-EE302AA1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6124B-48D8-4E53-B0E6-BB9E9AE6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5FF49-5ABC-44CD-8422-58320147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7929D-2EBD-4840-97FA-3F31E07F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46ED0-7C01-476F-851C-7ACEC1CA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374B2-730D-4158-B6D8-E7E3A239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9555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2026-08-15T02:50:05.8460000Z</dcterms:created>
  <dcterms:modified xsi:type="dcterms:W3CDTF">2026-08-15T02:50:05.8460000Z</dcterms:modified>
</coreProperties>
</file>