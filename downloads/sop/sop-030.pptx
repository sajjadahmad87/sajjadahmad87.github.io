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6f443e1601458d" /><Relationship Type="http://schemas.openxmlformats.org/officeDocument/2006/relationships/extended-properties" Target="/docProps/app.xml" Id="R41abca3625b74063" /><Relationship Type="http://schemas.openxmlformats.org/officeDocument/2006/relationships/officeDocument" Target="/ppt/presentation.xml" Id="R40192af587f74a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3b60f0c01499d"/>
  </p:sldMasterIdLst>
  <p:notesMasterIdLst>
    <p:notesMasterId xmlns:r="http://schemas.openxmlformats.org/officeDocument/2006/relationships" r:id="R1602b840f26a4a7a"/>
  </p:notesMasterIdLst>
  <p:sldIdLst>
    <p:sldId xmlns:r="http://schemas.openxmlformats.org/officeDocument/2006/relationships" id="256" r:id="R5f39a9805bfc4e43"/>
    <p:sldId xmlns:r="http://schemas.openxmlformats.org/officeDocument/2006/relationships" id="257" r:id="R4a53575060b249c6"/>
    <p:sldId xmlns:r="http://schemas.openxmlformats.org/officeDocument/2006/relationships" id="258" r:id="R0de8cccc9948491e"/>
    <p:sldId xmlns:r="http://schemas.openxmlformats.org/officeDocument/2006/relationships" id="259" r:id="Ra3fa37388eb541c2"/>
    <p:sldId xmlns:r="http://schemas.openxmlformats.org/officeDocument/2006/relationships" id="260" r:id="Re6ac68c625b749e4"/>
    <p:sldId xmlns:r="http://schemas.openxmlformats.org/officeDocument/2006/relationships" id="261" r:id="Re9a19d72a04e4be9"/>
    <p:sldId xmlns:r="http://schemas.openxmlformats.org/officeDocument/2006/relationships" id="262" r:id="R217015e5d6c24de1"/>
    <p:sldId xmlns:r="http://schemas.openxmlformats.org/officeDocument/2006/relationships" id="263" r:id="R17eba37f0e6e4fa2"/>
    <p:sldId xmlns:r="http://schemas.openxmlformats.org/officeDocument/2006/relationships" id="264" r:id="R9f79defe4afe4d73"/>
    <p:sldId xmlns:r="http://schemas.openxmlformats.org/officeDocument/2006/relationships" id="265" r:id="R5d2b3e26dd594cb9"/>
    <p:sldId xmlns:r="http://schemas.openxmlformats.org/officeDocument/2006/relationships" id="266" r:id="Rff3180aa600d4f3c"/>
    <p:sldId xmlns:r="http://schemas.openxmlformats.org/officeDocument/2006/relationships" id="267" r:id="Rd2103848add34a51"/>
    <p:sldId xmlns:r="http://schemas.openxmlformats.org/officeDocument/2006/relationships" id="268" r:id="R24aff7d97de64df0"/>
    <p:sldId xmlns:r="http://schemas.openxmlformats.org/officeDocument/2006/relationships" id="269" r:id="R280b1fa8164c44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1b1573221e49b1" /><Relationship Type="http://schemas.openxmlformats.org/officeDocument/2006/relationships/slideMaster" Target="/ppt/slideMasters/slideMaster1.xml" Id="R6de3b60f0c01499d" /><Relationship Type="http://schemas.openxmlformats.org/officeDocument/2006/relationships/notesMaster" Target="/ppt/notesMasters/notesMaster1.xml" Id="R1602b840f26a4a7a" /><Relationship Type="http://schemas.openxmlformats.org/officeDocument/2006/relationships/presProps" Target="/ppt/presProps.xml" Id="R60d7bd6d8c094e37" /><Relationship Type="http://schemas.openxmlformats.org/officeDocument/2006/relationships/tableStyles" Target="/ppt/tableStyles.xml" Id="Rded64ae4d4c544bd" /><Relationship Type="http://schemas.openxmlformats.org/officeDocument/2006/relationships/slide" Target="/ppt/slides/slide1.xml" Id="R5f39a9805bfc4e43" /><Relationship Type="http://schemas.openxmlformats.org/officeDocument/2006/relationships/slide" Target="/ppt/slides/slide2.xml" Id="R4a53575060b249c6" /><Relationship Type="http://schemas.openxmlformats.org/officeDocument/2006/relationships/slide" Target="/ppt/slides/slide3.xml" Id="R0de8cccc9948491e" /><Relationship Type="http://schemas.openxmlformats.org/officeDocument/2006/relationships/slide" Target="/ppt/slides/slide4.xml" Id="Ra3fa37388eb541c2" /><Relationship Type="http://schemas.openxmlformats.org/officeDocument/2006/relationships/slide" Target="/ppt/slides/slide5.xml" Id="Re6ac68c625b749e4" /><Relationship Type="http://schemas.openxmlformats.org/officeDocument/2006/relationships/slide" Target="/ppt/slides/slide6.xml" Id="Re9a19d72a04e4be9" /><Relationship Type="http://schemas.openxmlformats.org/officeDocument/2006/relationships/slide" Target="/ppt/slides/slide7.xml" Id="R217015e5d6c24de1" /><Relationship Type="http://schemas.openxmlformats.org/officeDocument/2006/relationships/slide" Target="/ppt/slides/slide8.xml" Id="R17eba37f0e6e4fa2" /><Relationship Type="http://schemas.openxmlformats.org/officeDocument/2006/relationships/slide" Target="/ppt/slides/slide9.xml" Id="R9f79defe4afe4d73" /><Relationship Type="http://schemas.openxmlformats.org/officeDocument/2006/relationships/slide" Target="/ppt/slides/slide10.xml" Id="R5d2b3e26dd594cb9" /><Relationship Type="http://schemas.openxmlformats.org/officeDocument/2006/relationships/slide" Target="/ppt/slides/slide11.xml" Id="Rff3180aa600d4f3c" /><Relationship Type="http://schemas.openxmlformats.org/officeDocument/2006/relationships/slide" Target="/ppt/slides/slide12.xml" Id="Rd2103848add34a51" /><Relationship Type="http://schemas.openxmlformats.org/officeDocument/2006/relationships/slide" Target="/ppt/slides/slide13.xml" Id="R24aff7d97de64df0" /><Relationship Type="http://schemas.openxmlformats.org/officeDocument/2006/relationships/slide" Target="/ppt/slides/slide14.xml" Id="R280b1fa8164c44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d62875b5914a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cc7e8f6fab4382" /><Relationship Type="http://schemas.openxmlformats.org/officeDocument/2006/relationships/notesMaster" Target="/ppt/notesMasters/notesMaster1.xml" Id="Ra073a938b48f47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f176c57a6a40e0" /><Relationship Type="http://schemas.openxmlformats.org/officeDocument/2006/relationships/notesMaster" Target="/ppt/notesMasters/notesMaster1.xml" Id="R9a7965b0ef884b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755f58882e4c79" /><Relationship Type="http://schemas.openxmlformats.org/officeDocument/2006/relationships/notesMaster" Target="/ppt/notesMasters/notesMaster1.xml" Id="R74bbf72ed4bc41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63bd6fbfaa40a7" /><Relationship Type="http://schemas.openxmlformats.org/officeDocument/2006/relationships/notesMaster" Target="/ppt/notesMasters/notesMaster1.xml" Id="R899d08e0ac4046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9b679ea14243c2" /><Relationship Type="http://schemas.openxmlformats.org/officeDocument/2006/relationships/notesMaster" Target="/ppt/notesMasters/notesMaster1.xml" Id="Re66319ea92b843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b13e3b636344e5" /><Relationship Type="http://schemas.openxmlformats.org/officeDocument/2006/relationships/notesMaster" Target="/ppt/notesMasters/notesMaster1.xml" Id="R2e7b7a4ef18849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660cb3440443fb" /><Relationship Type="http://schemas.openxmlformats.org/officeDocument/2006/relationships/notesMaster" Target="/ppt/notesMasters/notesMaster1.xml" Id="R5679abd5255640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d48d513614432d" /><Relationship Type="http://schemas.openxmlformats.org/officeDocument/2006/relationships/notesMaster" Target="/ppt/notesMasters/notesMaster1.xml" Id="R3824350eab1141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3dcc71e4624891" /><Relationship Type="http://schemas.openxmlformats.org/officeDocument/2006/relationships/notesMaster" Target="/ppt/notesMasters/notesMaster1.xml" Id="R1c672706937045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f08eea41a44e98" /><Relationship Type="http://schemas.openxmlformats.org/officeDocument/2006/relationships/notesMaster" Target="/ppt/notesMasters/notesMaster1.xml" Id="R68da69ab222141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deac5d2d184b8e" /><Relationship Type="http://schemas.openxmlformats.org/officeDocument/2006/relationships/notesMaster" Target="/ppt/notesMasters/notesMaster1.xml" Id="R1b06372c534648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31e46d32e843c3" /><Relationship Type="http://schemas.openxmlformats.org/officeDocument/2006/relationships/notesMaster" Target="/ppt/notesMasters/notesMaster1.xml" Id="R57f9ce261c3546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a9f7699055436e" /><Relationship Type="http://schemas.openxmlformats.org/officeDocument/2006/relationships/notesMaster" Target="/ppt/notesMasters/notesMaster1.xml" Id="R38246e429f434c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fe939859094160" /><Relationship Type="http://schemas.openxmlformats.org/officeDocument/2006/relationships/notesMaster" Target="/ppt/notesMasters/notesMaster1.xml" Id="Re7902061009b48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34becf35143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6c5031123543e2" /><Relationship Type="http://schemas.openxmlformats.org/officeDocument/2006/relationships/slideLayout" Target="/ppt/slideLayouts/slideLayout1.xml" Id="Re642132013a64a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42132013a64a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a45db514749f2" /><Relationship Type="http://schemas.openxmlformats.org/officeDocument/2006/relationships/notesSlide" Target="/ppt/notesSlides/notesSlide1.xml" Id="R6f10946ee43c44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c37e1a2ee4bec" /><Relationship Type="http://schemas.openxmlformats.org/officeDocument/2006/relationships/notesSlide" Target="/ppt/notesSlides/notesSlide2.xml" Id="Re5ecd9e5aa0643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6cb75f6834152" /><Relationship Type="http://schemas.openxmlformats.org/officeDocument/2006/relationships/notesSlide" Target="/ppt/notesSlides/notesSlide3.xml" Id="Rc12f1556e07845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f5ef0d4b24fc9" /><Relationship Type="http://schemas.openxmlformats.org/officeDocument/2006/relationships/notesSlide" Target="/ppt/notesSlides/notesSlide4.xml" Id="Rc176ce03d0454e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3678737c94729" /><Relationship Type="http://schemas.openxmlformats.org/officeDocument/2006/relationships/notesSlide" Target="/ppt/notesSlides/notesSlide5.xml" Id="Rda48c3ae748544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bca120c524e9a" /><Relationship Type="http://schemas.openxmlformats.org/officeDocument/2006/relationships/notesSlide" Target="/ppt/notesSlides/notesSlide6.xml" Id="R6a1c6a362ca245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055dfd8c44e5d" /><Relationship Type="http://schemas.openxmlformats.org/officeDocument/2006/relationships/notesSlide" Target="/ppt/notesSlides/notesSlide7.xml" Id="Rc232d2d5b9b947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638b80ce64bb8" /><Relationship Type="http://schemas.openxmlformats.org/officeDocument/2006/relationships/notesSlide" Target="/ppt/notesSlides/notesSlide8.xml" Id="R18c510ce70be47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551c846b40da" /><Relationship Type="http://schemas.openxmlformats.org/officeDocument/2006/relationships/notesSlide" Target="/ppt/notesSlides/notesSlide9.xml" Id="R9847eb8dc6794a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d4aac60f344f3" /><Relationship Type="http://schemas.openxmlformats.org/officeDocument/2006/relationships/notesSlide" Target="/ppt/notesSlides/notesSlide10.xml" Id="R0829116622a44d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da7b4bf8e4497" /><Relationship Type="http://schemas.openxmlformats.org/officeDocument/2006/relationships/notesSlide" Target="/ppt/notesSlides/notesSlide11.xml" Id="R56b2bc3b903340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cf462d0444aac" /><Relationship Type="http://schemas.openxmlformats.org/officeDocument/2006/relationships/notesSlide" Target="/ppt/notesSlides/notesSlide12.xml" Id="Rbcaf7355fb6649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b5361e11c427e" /><Relationship Type="http://schemas.openxmlformats.org/officeDocument/2006/relationships/notesSlide" Target="/ppt/notesSlides/notesSlide13.xml" Id="R4a364af0e88746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19d6149af4979" /><Relationship Type="http://schemas.openxmlformats.org/officeDocument/2006/relationships/notesSlide" Target="/ppt/notesSlides/notesSlide14.xml" Id="R829052dbf1fe43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FCFD4-150C-42D9-B4F9-8C116EA0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ELECTRICAL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DD0F2-CBA3-494A-A353-89525484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030 — Portable Electrical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BB618-9642-4394-AE87-CF79F89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95B18-AC10-4DF2-A1CD-C8FD6680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8DE54-5E7F-4905-8965-9D35D3AF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24EFA-D585-4361-99C9-9E7089AA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336178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5AD86-D468-482F-97D1-F1CB7F85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ELECTRICAL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5C9DC-7191-4521-BC1A-D1C0AF5E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D8F24-C109-4859-AD7B-1DAFDBD9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4DFC0-A7EF-4CFF-9285-C6C302DA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4465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E9B91-510E-4020-B020-F5EFD41B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E2B0E-6244-4F31-BF5C-7B6124FE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39A9E-0026-4DD0-8030-D8E1F333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1F722-8D53-401C-A06D-A4F9D523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2A8D2-D0BA-44BD-8288-91E51829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C5048-F542-41CD-B10D-C471B378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AE600-AEC8-4FAF-92F3-8F5E9E16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08D4E-DC7C-4A2D-BB5E-5ADAC1BA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EA16E-A6BE-4FAA-9043-DB36E0FB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5396-EDA4-4AF3-8165-A6875AB7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CAD76-08F0-4734-A4AB-A5A950B4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C28DC-72DF-401F-B697-B3BEA03D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3D401-7EA9-4B26-8803-24093969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F9496-AC50-4D0B-96E0-7B91456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0226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8C069-0B0C-48DE-B535-35DB6450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2162C-F2FF-4091-BD0B-E8DF4B3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76C53-16B2-49ED-9F81-251794CC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Select the correct tester, category and calibrated range. • Prove the instrument before and after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0BAE2-96A2-4315-8675-1EAF27C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55B43-285F-449D-A11C-04BA4CEC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safe probes, PPE and an approved energized-work boundary.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2BA26-05A2-4218-8810-DAC107C9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1C75A-C1A5-4751-93C1-329B6170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D04CB-2B8E-4B2D-9FD7-D04044EB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8016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F8261-43A6-4AFF-B451-8F54032B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3EFC6-8E76-4685-AD83-7ED5422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D3147-9187-47AD-B66C-4AE0E7D2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11CD3-9AE3-4347-8C5C-D18A65E2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C9157-C633-4B06-8386-68CDBB7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59968-D317-4F6C-B1C9-7C4EF3BD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9E140-DA91-4216-BB8D-A2613CC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98CAA-2D40-4D11-A519-F9017D38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3741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86397-BBBE-4682-AC24-3E9639F3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0C0FD-E585-4ACD-896A-9442011C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A7070-8F3A-4E6A-8882-660D6CAF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74CD1-824B-480C-9522-0505ED93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65790-1ECE-468F-8EDA-97A85B79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044CC-2FC4-4B70-82F2-D3524B2B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E20E6-CC75-486F-B403-FE587D46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12AC0-7F47-490A-A9BD-DDA26633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4449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21126-AB64-4392-97D9-CD8E2CD0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6DBD9-672E-4BDD-BE8C-60578E5A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294BB-EDA5-4AE3-87DE-F8AE96EF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822F3-9CA6-4B33-BD02-BA0F2260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6C2B3-E314-4282-A67C-177AE7F9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AD462-FFA2-43B6-AC55-644542A4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066F1-A984-4377-A89B-85C57473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EE1ED-B28A-41C4-9EED-B40E96B5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F4432-81DE-4DAA-A848-4D3E19D8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60596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7EEA2-FD8D-46A7-8C9E-7B7D5E5A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27A55-B07A-4FE0-A4F1-0CECF83B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1DB60-43E5-4EB1-85F9-E376F214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86DFB-147B-4434-BA79-31120E01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A6865-BD9A-4BF3-8BC8-B86007F0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05FE5-6A96-4009-8959-B8AD89EB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2B616-684F-41BA-A86E-EEDA53CA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D9D52-D9D0-4709-99F8-132E2F05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2BD73-34F7-42BE-90D2-15CB3750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2682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37C92-600D-4FAC-AD31-35383E57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B30BE-6B95-4BD6-A1AE-D9755B9A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89490-A95F-43C9-B77A-D806B031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809B2-5D02-4DB7-B388-789EA9E3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7C5D2-64F0-4D47-A79C-3F733068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4CC3F-8C1A-468E-B3D8-85FB00D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A496B-0267-42D9-98FA-EAE8DEA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B5DC3-C41A-473F-8ADF-1CE2B838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26D19-F47E-414D-AA5F-9F122D64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6366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E7124-06E9-4087-999E-5DE6FCC6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6CEA7-5136-4BBA-8E3B-49831806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56078-4F94-4005-B21B-92730F15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40430-D229-4797-8B35-A29DF712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0E617-F935-4C5B-8EBF-6474D50B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9259E-D730-4760-A52C-271F11C6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BAE9B-1923-4774-981D-0F463A39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D712B-AED6-4064-84D9-B29D1155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B1E8B-AA33-4A1F-BB4A-6B72BF50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97214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C7E0A-6FE6-4FF3-A0BE-33ABB71C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700C0-8350-460D-8021-7DC2432D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8B2C4-2691-46F9-AC89-22ABE308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391A5-600D-4EC9-AC85-1F6F658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88798-D587-47D7-864E-50E6E21B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F6F46-1A3C-47DB-8A2E-B6E0CCBC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74EB4-49A4-4ED9-9726-9D90877D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EB27C-4A57-4E3D-9307-326865F6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25D14-0E99-452A-9F01-9CCEF005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91863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F1AB7-62F2-4EFD-B19B-ABC7878D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303C0-0C42-4AAD-AB19-6DD0373A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25906-FE27-4666-A095-20BA4483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31E45-0B50-4944-97A4-C50E34F1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FC3CD-EB4D-48ED-B9FC-745E4733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4EBE8-D8AB-465D-8BA5-50CB589F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F2C91-3237-4CEA-8268-96B9BCF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57A28-8748-4B39-9987-302A2C9C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8E9C9-8862-48A8-A072-2A885445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0473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57B6-8F57-4ECC-BDD5-F0F11FD8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E99C0-0E53-48BC-A4EE-5B2E5A36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AAF3E-0B4C-4B5D-9C72-1AA43DB9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861AB-2C2E-4781-B6E1-F4C9E9EB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8A5B4-7EED-4B1D-9EEC-E677A176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7F4AC-FA8B-429A-9450-02FC538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184F0-481A-440B-8013-35F792E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773A3-80FD-403F-AF2B-E4175FF9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5BFAE-7850-4E89-AEA1-2E9D6CAC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416076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99532-911D-45A2-BE9C-80FC2B37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F9D5D-E08D-44E9-B861-1B169CA9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12F5F-A173-4365-AF4C-315C9A75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B23A2-86AA-4C47-A5BB-60FB94E0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9E738-8593-4105-8E49-4501DE3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98C88-B49E-43EA-8C47-0AC33F99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958DB-D6D8-46B5-90EC-2CA5B154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E806D-6641-4FD9-BF1D-AB7828A3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0444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2026-08-15T02:50:13.0360000Z</dcterms:created>
  <dcterms:modified xsi:type="dcterms:W3CDTF">2026-08-15T02:50:13.0360000Z</dcterms:modified>
</coreProperties>
</file>