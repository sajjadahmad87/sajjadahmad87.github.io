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d9ad5047054014" /><Relationship Type="http://schemas.openxmlformats.org/officeDocument/2006/relationships/extended-properties" Target="/docProps/app.xml" Id="R20f227d9c3e04d9d" /><Relationship Type="http://schemas.openxmlformats.org/officeDocument/2006/relationships/officeDocument" Target="/ppt/presentation.xml" Id="R1600a7e96d1d4b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97136298ec4b36"/>
  </p:sldMasterIdLst>
  <p:notesMasterIdLst>
    <p:notesMasterId xmlns:r="http://schemas.openxmlformats.org/officeDocument/2006/relationships" r:id="Rb11c04ffbbfa4beb"/>
  </p:notesMasterIdLst>
  <p:sldIdLst>
    <p:sldId xmlns:r="http://schemas.openxmlformats.org/officeDocument/2006/relationships" id="256" r:id="R8cc5a1b092f44bc6"/>
    <p:sldId xmlns:r="http://schemas.openxmlformats.org/officeDocument/2006/relationships" id="257" r:id="R1dc9d7258dad473c"/>
    <p:sldId xmlns:r="http://schemas.openxmlformats.org/officeDocument/2006/relationships" id="258" r:id="R5edc3a2a7b714834"/>
    <p:sldId xmlns:r="http://schemas.openxmlformats.org/officeDocument/2006/relationships" id="259" r:id="R693b660b55994015"/>
    <p:sldId xmlns:r="http://schemas.openxmlformats.org/officeDocument/2006/relationships" id="260" r:id="R0c077e679e364dc8"/>
    <p:sldId xmlns:r="http://schemas.openxmlformats.org/officeDocument/2006/relationships" id="261" r:id="R77403cdf4af1415a"/>
    <p:sldId xmlns:r="http://schemas.openxmlformats.org/officeDocument/2006/relationships" id="262" r:id="Rcddc2fc32ae94561"/>
    <p:sldId xmlns:r="http://schemas.openxmlformats.org/officeDocument/2006/relationships" id="263" r:id="Rd5a6cf58f78e4baa"/>
    <p:sldId xmlns:r="http://schemas.openxmlformats.org/officeDocument/2006/relationships" id="264" r:id="R2c3a6d2149e34a74"/>
    <p:sldId xmlns:r="http://schemas.openxmlformats.org/officeDocument/2006/relationships" id="265" r:id="R8bcd05c2de1645b5"/>
    <p:sldId xmlns:r="http://schemas.openxmlformats.org/officeDocument/2006/relationships" id="266" r:id="Rfa89452e452f47fd"/>
    <p:sldId xmlns:r="http://schemas.openxmlformats.org/officeDocument/2006/relationships" id="267" r:id="Rba75d31c277845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1ff50fccf94265" /><Relationship Type="http://schemas.openxmlformats.org/officeDocument/2006/relationships/slideMaster" Target="/ppt/slideMasters/slideMaster1.xml" Id="Re997136298ec4b36" /><Relationship Type="http://schemas.openxmlformats.org/officeDocument/2006/relationships/notesMaster" Target="/ppt/notesMasters/notesMaster1.xml" Id="Rb11c04ffbbfa4beb" /><Relationship Type="http://schemas.openxmlformats.org/officeDocument/2006/relationships/presProps" Target="/ppt/presProps.xml" Id="R1acec87c0dc24496" /><Relationship Type="http://schemas.openxmlformats.org/officeDocument/2006/relationships/tableStyles" Target="/ppt/tableStyles.xml" Id="R3a115a6aa2ad4125" /><Relationship Type="http://schemas.openxmlformats.org/officeDocument/2006/relationships/slide" Target="/ppt/slides/slide1.xml" Id="R8cc5a1b092f44bc6" /><Relationship Type="http://schemas.openxmlformats.org/officeDocument/2006/relationships/slide" Target="/ppt/slides/slide2.xml" Id="R1dc9d7258dad473c" /><Relationship Type="http://schemas.openxmlformats.org/officeDocument/2006/relationships/slide" Target="/ppt/slides/slide3.xml" Id="R5edc3a2a7b714834" /><Relationship Type="http://schemas.openxmlformats.org/officeDocument/2006/relationships/slide" Target="/ppt/slides/slide4.xml" Id="R693b660b55994015" /><Relationship Type="http://schemas.openxmlformats.org/officeDocument/2006/relationships/slide" Target="/ppt/slides/slide5.xml" Id="R0c077e679e364dc8" /><Relationship Type="http://schemas.openxmlformats.org/officeDocument/2006/relationships/slide" Target="/ppt/slides/slide6.xml" Id="R77403cdf4af1415a" /><Relationship Type="http://schemas.openxmlformats.org/officeDocument/2006/relationships/slide" Target="/ppt/slides/slide7.xml" Id="Rcddc2fc32ae94561" /><Relationship Type="http://schemas.openxmlformats.org/officeDocument/2006/relationships/slide" Target="/ppt/slides/slide8.xml" Id="Rd5a6cf58f78e4baa" /><Relationship Type="http://schemas.openxmlformats.org/officeDocument/2006/relationships/slide" Target="/ppt/slides/slide9.xml" Id="R2c3a6d2149e34a74" /><Relationship Type="http://schemas.openxmlformats.org/officeDocument/2006/relationships/slide" Target="/ppt/slides/slide10.xml" Id="R8bcd05c2de1645b5" /><Relationship Type="http://schemas.openxmlformats.org/officeDocument/2006/relationships/slide" Target="/ppt/slides/slide11.xml" Id="Rfa89452e452f47fd" /><Relationship Type="http://schemas.openxmlformats.org/officeDocument/2006/relationships/slide" Target="/ppt/slides/slide12.xml" Id="Rba75d31c277845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b7235487e645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5330633fc24fb9" /><Relationship Type="http://schemas.openxmlformats.org/officeDocument/2006/relationships/notesMaster" Target="/ppt/notesMasters/notesMaster1.xml" Id="Rbd55ebb02ace42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8a3834d7d54060" /><Relationship Type="http://schemas.openxmlformats.org/officeDocument/2006/relationships/notesMaster" Target="/ppt/notesMasters/notesMaster1.xml" Id="R4468ed0ad76b43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b2f8765ae44bda" /><Relationship Type="http://schemas.openxmlformats.org/officeDocument/2006/relationships/notesMaster" Target="/ppt/notesMasters/notesMaster1.xml" Id="R972fcb56843746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213eb7902340ef" /><Relationship Type="http://schemas.openxmlformats.org/officeDocument/2006/relationships/notesMaster" Target="/ppt/notesMasters/notesMaster1.xml" Id="R82a126d2a02d49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3b10ef607e467f" /><Relationship Type="http://schemas.openxmlformats.org/officeDocument/2006/relationships/notesMaster" Target="/ppt/notesMasters/notesMaster1.xml" Id="R10488462447048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63276626814958" /><Relationship Type="http://schemas.openxmlformats.org/officeDocument/2006/relationships/notesMaster" Target="/ppt/notesMasters/notesMaster1.xml" Id="R0cfa683d1e1544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e31597f7724ccf" /><Relationship Type="http://schemas.openxmlformats.org/officeDocument/2006/relationships/notesMaster" Target="/ppt/notesMasters/notesMaster1.xml" Id="R66e5b60c0e044e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0bb5f4843241e1" /><Relationship Type="http://schemas.openxmlformats.org/officeDocument/2006/relationships/notesMaster" Target="/ppt/notesMasters/notesMaster1.xml" Id="R1ecbd9a1b8be44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831164b09b4751" /><Relationship Type="http://schemas.openxmlformats.org/officeDocument/2006/relationships/notesMaster" Target="/ppt/notesMasters/notesMaster1.xml" Id="Rf12fdaee40eb49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c6e8d45472464e" /><Relationship Type="http://schemas.openxmlformats.org/officeDocument/2006/relationships/notesMaster" Target="/ppt/notesMasters/notesMaster1.xml" Id="R558e2f47c90940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ef7ed7b6a0435e" /><Relationship Type="http://schemas.openxmlformats.org/officeDocument/2006/relationships/notesMaster" Target="/ppt/notesMasters/notesMaster1.xml" Id="R4682b682433f4e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65042c30cc4255" /><Relationship Type="http://schemas.openxmlformats.org/officeDocument/2006/relationships/notesMaster" Target="/ppt/notesMasters/notesMaster1.xml" Id="Rcb4bdc1fa84145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cf023b95942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e1d94282694df9" /><Relationship Type="http://schemas.openxmlformats.org/officeDocument/2006/relationships/slideLayout" Target="/ppt/slideLayouts/slideLayout1.xml" Id="R97cf000a6a6445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cf000a6a6445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348b9f36345fb" /><Relationship Type="http://schemas.openxmlformats.org/officeDocument/2006/relationships/notesSlide" Target="/ppt/notesSlides/notesSlide1.xml" Id="R5314b4daec4148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ab188a9814ff5" /><Relationship Type="http://schemas.openxmlformats.org/officeDocument/2006/relationships/notesSlide" Target="/ppt/notesSlides/notesSlide2.xml" Id="R65eb82a52b2940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392dc299c4469" /><Relationship Type="http://schemas.openxmlformats.org/officeDocument/2006/relationships/notesSlide" Target="/ppt/notesSlides/notesSlide3.xml" Id="Rb25be2900a9b4e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ece2fab19431a" /><Relationship Type="http://schemas.openxmlformats.org/officeDocument/2006/relationships/notesSlide" Target="/ppt/notesSlides/notesSlide4.xml" Id="Ra2ae2470c60347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c299639e34049" /><Relationship Type="http://schemas.openxmlformats.org/officeDocument/2006/relationships/notesSlide" Target="/ppt/notesSlides/notesSlide5.xml" Id="R194c70868a4442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51fcc89784451" /><Relationship Type="http://schemas.openxmlformats.org/officeDocument/2006/relationships/notesSlide" Target="/ppt/notesSlides/notesSlide6.xml" Id="Rb45202c8486d43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64924886f440b" /><Relationship Type="http://schemas.openxmlformats.org/officeDocument/2006/relationships/notesSlide" Target="/ppt/notesSlides/notesSlide7.xml" Id="Ref80cc16af774a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f48df41ab4146" /><Relationship Type="http://schemas.openxmlformats.org/officeDocument/2006/relationships/notesSlide" Target="/ppt/notesSlides/notesSlide8.xml" Id="Red02285863ca48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7be279ce1408c" /><Relationship Type="http://schemas.openxmlformats.org/officeDocument/2006/relationships/notesSlide" Target="/ppt/notesSlides/notesSlide9.xml" Id="Rc939713c8ae942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f92e82b644572" /><Relationship Type="http://schemas.openxmlformats.org/officeDocument/2006/relationships/notesSlide" Target="/ppt/notesSlides/notesSlide10.xml" Id="Reb8150c3a89940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88a09e37544e2" /><Relationship Type="http://schemas.openxmlformats.org/officeDocument/2006/relationships/notesSlide" Target="/ppt/notesSlides/notesSlide11.xml" Id="Rd05c8136c8484d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258f83bb24feb" /><Relationship Type="http://schemas.openxmlformats.org/officeDocument/2006/relationships/notesSlide" Target="/ppt/notesSlides/notesSlide12.xml" Id="R23d1827f94d042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9EC33-AF8C-402C-B2C3-BD7A642A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FEA03-23F8-4361-AF14-35994C31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029 — Portable Cut-off Saw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7C11D-B736-49DF-B35A-DA454191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52377-5F94-4088-A724-2E9727D0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FCAB7-D749-468E-965D-F833615C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1C617-DAB4-4E43-9026-90331F03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19276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42756-659C-4795-9459-4EEE04ED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ECB20-4A6C-4B71-A8B5-6C29EFA8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E2DDF-FA32-46C9-BBDF-DE1B8924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8F576-D2EC-4070-92F0-6214CF3F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440268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8B77E-B447-4A16-8155-8A673CF2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55A53-2E18-4D95-BCC5-3D003D31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B4BCC-958B-4870-9B08-E431C826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050D0-90BA-4597-BC18-18FA82F4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40DF6-499D-4CC1-99C6-E8CE8E97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6F25F-05F9-42B3-9D51-65EB4763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28D79-7FA1-4A9D-B7A7-0E8CD408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CB76B-943C-432D-9A15-37382AD2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71610-0D16-4999-BC75-51DC2306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AF23F-7376-4520-BCE0-345D5C0D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34FED-D6BB-432B-900B-8D573458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4B127-E325-4F39-A63D-15AF600C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1458D-71E5-4E8F-B7D4-40E08BAB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49343-0551-4BE7-9F08-768350D2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12256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4B8F2-F664-41B4-B701-8BAF1DD1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CC98E-D26C-4BFC-840B-9ED5BE1D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2D84B-E009-4B14-B1C1-01D1D791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wheel type, rating, condition, guard and spindle fit. • Secure the work and control sparks, dust and kickback.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FFCDA-E801-436A-AF48-4F95E6FB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9B8FA-5B51-454A-83A3-9AD6ED67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Allow the wheel to stop before setting the tool down.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FFEE1-25F8-4A31-A4A8-0ADB676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7FEE8-5508-4F1D-ABAF-D179CF1E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3D47B-86EE-403E-821A-B587941F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2721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A72B2-827B-40A8-8129-8C36E4C9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A2C6C-B759-4E59-BC4C-FCF82EDB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3E6CA-762B-4D02-8251-40EE1CD3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BBC6B-FB7B-45AA-9F35-26E733C4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08F56-B370-453E-8D51-301546DD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8FAEE-98DE-4763-99B0-B93C71AE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E9355-F169-462D-9126-E744DCFD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D34B3-483B-4DD7-A642-276843C3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7241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D1EFC-D374-4476-B7E0-56207C55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C37E7-5002-4207-87F4-44BF20AE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C3191-5872-45BC-B36B-D3964C8E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77F9E-EEF5-4770-AEAE-A660FC5B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E7A24-D870-4B66-AE0A-6814CF1E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49AC1-8CD7-4584-9F2A-D722CAF2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9751F-DDF2-4256-BF45-6733FC01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C74F5-655D-4F3F-BFC7-A05DDCC4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2747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B95D8-C1CE-420F-B642-F9169555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20D10-03FF-4948-8971-A96F52FD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A1647-178A-4D39-8494-5755CBF1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79637-22A5-4D0A-BF50-9AFECC35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37C40-09F8-4AAB-97B4-F3170584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C55B7-459B-4640-B59D-62D89818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AE2E9-482D-44E0-848B-E3228151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16D72-AE48-46B2-BB94-FD22AEF6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E6E17-9000-4426-90F6-25167B2F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88897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83CA6-BBF9-4BAB-A908-B9E88C7A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0BDB2-325E-4594-9D46-E2538AB8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7F444-1834-4823-8C3C-A998B56A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17AC4-B149-4180-BB61-F8B9E5F3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6DACE-D266-45B7-9F1F-17524DAA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54EFE-52BF-4999-8D12-1651107B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CDF70-B26B-4869-B60C-68331DE0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AE2BE-C908-4849-A58F-1497373E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2A5F9-D7C4-4B58-B7FE-828ABB02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4816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92B22-7E63-4DF4-ADF5-2599DA90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C9604-F63F-4CBA-8C28-D4506B0C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EAF9A-4A2C-4A19-AE42-A6CA04D1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02E28-8C00-42F9-808E-BED06217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1D196-A5CC-4CF3-9356-F94BAB9B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CF08E-CE6B-464A-AFE7-CC3533D2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A6149-EEB8-43F8-8302-5ABF8AB3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94609-906A-4C3A-B370-65312056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91482-F6C3-443C-959D-921958FF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4964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C8010-1D19-4B4A-8F82-BFE86844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45E3E-CAFF-461C-84B6-85E053E8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BCD91-21D1-44B6-8DED-21791EEF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B590C-4C2F-463A-A2BA-B65E42F7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36476-72D6-4444-8D78-F76FE4FE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8D186-9E45-4D2E-ADB8-B832DD1F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D037C-C6A9-4129-B5D1-639003B3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16698-D71C-44A1-BBF9-CD1737FB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FE4D6-9F0A-4362-99EB-373845C9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907501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D52ED-D02D-44FE-813B-ABD9C541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1A564-8D41-4275-B7B0-5F157925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6A26A-953D-49AF-9E01-EC0BCDF4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E1A80-AFBD-4ABF-9354-9329061B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AEF58-951B-4A85-B555-EDBF6480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85E58-9A5D-4A07-90A2-D526BB41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DD6C3-214B-47A3-8D07-57BB4392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60B24-F16A-4C2E-9D10-666A19B8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B6E4F-D784-497A-80BC-214318EC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366051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52F8A-94B3-4179-8AC7-8AF180CC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E9C0D-B53F-44B3-AE03-A218898B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04B8F-B79A-4CA1-8E53-F6F75AFC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FCF73-0A83-4DC2-9FD9-80CD3649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E7806-3B21-4B45-A8DE-DC68D368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7B7CE-353A-4A0A-98B7-D8216E71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DB403-0D96-4AE1-AF45-C292D8E1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98203-7D2E-400F-AF89-45936E16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8934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2026-08-15T02:50:12.6720000Z</dcterms:created>
  <dcterms:modified xsi:type="dcterms:W3CDTF">2026-08-15T02:50:12.6720000Z</dcterms:modified>
</coreProperties>
</file>