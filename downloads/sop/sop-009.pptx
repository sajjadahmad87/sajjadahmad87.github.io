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0f191cc3414c0e" /><Relationship Type="http://schemas.openxmlformats.org/officeDocument/2006/relationships/extended-properties" Target="/docProps/app.xml" Id="R9fa61fd4f7ef4b6c" /><Relationship Type="http://schemas.openxmlformats.org/officeDocument/2006/relationships/officeDocument" Target="/ppt/presentation.xml" Id="R499cd76979a747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3f014b49a4bd7"/>
  </p:sldMasterIdLst>
  <p:notesMasterIdLst>
    <p:notesMasterId xmlns:r="http://schemas.openxmlformats.org/officeDocument/2006/relationships" r:id="Rfe497d0ed0854cb5"/>
  </p:notesMasterIdLst>
  <p:sldIdLst>
    <p:sldId xmlns:r="http://schemas.openxmlformats.org/officeDocument/2006/relationships" id="256" r:id="R9504f771f6c64fc4"/>
    <p:sldId xmlns:r="http://schemas.openxmlformats.org/officeDocument/2006/relationships" id="257" r:id="R38fd8c6e85ed4d1e"/>
    <p:sldId xmlns:r="http://schemas.openxmlformats.org/officeDocument/2006/relationships" id="258" r:id="Rfb96eb97f755482e"/>
    <p:sldId xmlns:r="http://schemas.openxmlformats.org/officeDocument/2006/relationships" id="259" r:id="Refe47a4fd81543e4"/>
    <p:sldId xmlns:r="http://schemas.openxmlformats.org/officeDocument/2006/relationships" id="260" r:id="R5f085ffa134f45ff"/>
    <p:sldId xmlns:r="http://schemas.openxmlformats.org/officeDocument/2006/relationships" id="261" r:id="Ra6a4ac2e994a4c27"/>
    <p:sldId xmlns:r="http://schemas.openxmlformats.org/officeDocument/2006/relationships" id="262" r:id="R16cb2226be4843d3"/>
    <p:sldId xmlns:r="http://schemas.openxmlformats.org/officeDocument/2006/relationships" id="263" r:id="Rbdc3c2a076784399"/>
    <p:sldId xmlns:r="http://schemas.openxmlformats.org/officeDocument/2006/relationships" id="264" r:id="R41ec086886ee4f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311eb973374337" /><Relationship Type="http://schemas.openxmlformats.org/officeDocument/2006/relationships/slideMaster" Target="/ppt/slideMasters/slideMaster1.xml" Id="R6853f014b49a4bd7" /><Relationship Type="http://schemas.openxmlformats.org/officeDocument/2006/relationships/notesMaster" Target="/ppt/notesMasters/notesMaster1.xml" Id="Rfe497d0ed0854cb5" /><Relationship Type="http://schemas.openxmlformats.org/officeDocument/2006/relationships/presProps" Target="/ppt/presProps.xml" Id="R7745e74c5f7e4db7" /><Relationship Type="http://schemas.openxmlformats.org/officeDocument/2006/relationships/tableStyles" Target="/ppt/tableStyles.xml" Id="R280b8d54ae7c4634" /><Relationship Type="http://schemas.openxmlformats.org/officeDocument/2006/relationships/slide" Target="/ppt/slides/slide1.xml" Id="R9504f771f6c64fc4" /><Relationship Type="http://schemas.openxmlformats.org/officeDocument/2006/relationships/slide" Target="/ppt/slides/slide2.xml" Id="R38fd8c6e85ed4d1e" /><Relationship Type="http://schemas.openxmlformats.org/officeDocument/2006/relationships/slide" Target="/ppt/slides/slide3.xml" Id="Rfb96eb97f755482e" /><Relationship Type="http://schemas.openxmlformats.org/officeDocument/2006/relationships/slide" Target="/ppt/slides/slide4.xml" Id="Refe47a4fd81543e4" /><Relationship Type="http://schemas.openxmlformats.org/officeDocument/2006/relationships/slide" Target="/ppt/slides/slide5.xml" Id="R5f085ffa134f45ff" /><Relationship Type="http://schemas.openxmlformats.org/officeDocument/2006/relationships/slide" Target="/ppt/slides/slide6.xml" Id="Ra6a4ac2e994a4c27" /><Relationship Type="http://schemas.openxmlformats.org/officeDocument/2006/relationships/slide" Target="/ppt/slides/slide7.xml" Id="R16cb2226be4843d3" /><Relationship Type="http://schemas.openxmlformats.org/officeDocument/2006/relationships/slide" Target="/ppt/slides/slide8.xml" Id="Rbdc3c2a076784399" /><Relationship Type="http://schemas.openxmlformats.org/officeDocument/2006/relationships/slide" Target="/ppt/slides/slide9.xml" Id="R41ec086886ee4f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a774564e24c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93d1bdd6544d4d" /><Relationship Type="http://schemas.openxmlformats.org/officeDocument/2006/relationships/notesMaster" Target="/ppt/notesMasters/notesMaster1.xml" Id="Rdd3acfac496340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e762ee16f84e11" /><Relationship Type="http://schemas.openxmlformats.org/officeDocument/2006/relationships/notesMaster" Target="/ppt/notesMasters/notesMaster1.xml" Id="R7aff96abeb264d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f74072442d4107" /><Relationship Type="http://schemas.openxmlformats.org/officeDocument/2006/relationships/notesMaster" Target="/ppt/notesMasters/notesMaster1.xml" Id="R7851d24cf38c43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624e10a0e24d2e" /><Relationship Type="http://schemas.openxmlformats.org/officeDocument/2006/relationships/notesMaster" Target="/ppt/notesMasters/notesMaster1.xml" Id="Rabe8e005082e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6c0e83e2242b4" /><Relationship Type="http://schemas.openxmlformats.org/officeDocument/2006/relationships/notesMaster" Target="/ppt/notesMasters/notesMaster1.xml" Id="R5a734cd9de5f40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cebd1ba244e4e" /><Relationship Type="http://schemas.openxmlformats.org/officeDocument/2006/relationships/notesMaster" Target="/ppt/notesMasters/notesMaster1.xml" Id="R45a76dda6b904a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eb11b40cef4f95" /><Relationship Type="http://schemas.openxmlformats.org/officeDocument/2006/relationships/notesMaster" Target="/ppt/notesMasters/notesMaster1.xml" Id="R1c80ba9e950042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af06bb52e4e40" /><Relationship Type="http://schemas.openxmlformats.org/officeDocument/2006/relationships/notesMaster" Target="/ppt/notesMasters/notesMaster1.xml" Id="Rc04ddfa695bd43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4183e2ded441e5" /><Relationship Type="http://schemas.openxmlformats.org/officeDocument/2006/relationships/notesMaster" Target="/ppt/notesMasters/notesMaster1.xml" Id="Rb777b061142c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6e7d86508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74263997f24b28" /><Relationship Type="http://schemas.openxmlformats.org/officeDocument/2006/relationships/slideLayout" Target="/ppt/slideLayouts/slideLayout1.xml" Id="R11fec429df4b49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fec429df4b49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0c9925b214c6b" /><Relationship Type="http://schemas.openxmlformats.org/officeDocument/2006/relationships/notesSlide" Target="/ppt/notesSlides/notesSlide1.xml" Id="Ra6867c73303c44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25b108f8a472b" /><Relationship Type="http://schemas.openxmlformats.org/officeDocument/2006/relationships/notesSlide" Target="/ppt/notesSlides/notesSlide2.xml" Id="R03b3f200997f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9475b85b54db4" /><Relationship Type="http://schemas.openxmlformats.org/officeDocument/2006/relationships/notesSlide" Target="/ppt/notesSlides/notesSlide3.xml" Id="Rb72620cabc9d48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23bcca41247be" /><Relationship Type="http://schemas.openxmlformats.org/officeDocument/2006/relationships/notesSlide" Target="/ppt/notesSlides/notesSlide4.xml" Id="R654285bd25344b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681cfe26849af" /><Relationship Type="http://schemas.openxmlformats.org/officeDocument/2006/relationships/notesSlide" Target="/ppt/notesSlides/notesSlide5.xml" Id="R1f369ac489784c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2da157e224d5c" /><Relationship Type="http://schemas.openxmlformats.org/officeDocument/2006/relationships/notesSlide" Target="/ppt/notesSlides/notesSlide6.xml" Id="R10d53a94fa8b47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b74ffe86a4607" /><Relationship Type="http://schemas.openxmlformats.org/officeDocument/2006/relationships/notesSlide" Target="/ppt/notesSlides/notesSlide7.xml" Id="Ra1bd072bc16d4f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3db3fdb974074" /><Relationship Type="http://schemas.openxmlformats.org/officeDocument/2006/relationships/notesSlide" Target="/ppt/notesSlides/notesSlide8.xml" Id="R646f58d71f3f4b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34630e311442f" /><Relationship Type="http://schemas.openxmlformats.org/officeDocument/2006/relationships/notesSlide" Target="/ppt/notesSlides/notesSlide9.xml" Id="Rbfc49c28f983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F4B92-F81A-4B05-8C11-F9443F21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FUEL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C45F2-8136-4554-AD8A-C539AA00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009 — Diesel Receiving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0F389-FF69-4E3F-9701-5A110298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AF4C5-F70A-45A9-ADF4-8FC7AF32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F8829-B05D-4F3E-B254-75BF4E3E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049E0-8B2B-4D05-AA51-868E9B6E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579854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E924A-B62B-46A8-A53A-C90C9A4E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FUEL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0A3E5-58CF-4108-BC6E-CF50CC3B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D5551-7CC1-47B3-BC11-AA6C4761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81DE1-2CC0-4CCA-8595-B78A6E4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3275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E9C78-35C3-4F3F-91B7-DD10D5E9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EF329-F668-4A09-A9CE-2759AA9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B6D6C-A1F9-495B-A986-F3388CE8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415A-1E8B-436B-A3BE-348E8F8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A11AA-2996-43B7-86ED-23D3DEED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2B836-A1C0-4628-8984-86A23A38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C9F55-3623-4C16-8561-A44F18D1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05B7A-C102-46C5-9659-CC4820E1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4AA5B-136F-4B63-A365-8C11A685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CB22A-3ACA-4BD7-9EA9-ED051FE2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FFE10-B2E1-4AEF-9565-0EC10084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3D092-5A40-4171-9361-04D5B117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40301-BCCD-4346-AD6C-A3E742D7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Fuel 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21EC3-6898-401A-AC8E-16FEBF5A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56204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56B3F-F0FF-4BA9-A8F9-861DC2D1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FA376-962D-4B57-963B-C5BBACF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62E92-3991-442D-BAC3-C18165EA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supplier, quantity, tank capacity and transfer route. • Control ignition sources, spills and vehicle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9ECF2-F483-441A-9459-04131D85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B9356-791B-4129-B01F-F932D6E5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Monitor the transfer continuously and reconcile records.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E2F8A-8EA9-4DCC-BF4A-2929F790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81350-0C3C-4EE5-8092-04F7B4DF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Fuel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0DB09-2330-4B15-AC1F-0296C301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2556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B41FB-EF83-4142-94C9-33819A8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D009A-3349-413C-A623-838702EF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44329-699A-4254-BCC4-81BCC1EE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08E7-0035-451B-B12E-04B50BB5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76D46-10F8-4DCA-AF1E-29D025CD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F6BA3-00A3-4012-BFC7-41136D2A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9E0D-ED6E-4C1A-86A8-B9D72AE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Fuel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15DF3-90B2-4EE7-B156-D9F03DDC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3102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541BA-4E8E-499E-A236-5387E2B3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6BBD9-1BF6-45FB-9A5C-33570CC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C90E2-977C-4FEE-A107-C99B6E2D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68E11-24B2-4859-B8FF-1B8A749D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58FB2-90F9-4B84-8A93-69CE88E9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6D196-04B1-4F28-94E2-7C50ADE2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BC233-E7C0-426C-A629-558848DD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Fuel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7717E-B96E-4024-BF2B-4B9AD10C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8275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76393-CECB-411C-B3B4-ADC5DA0E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AA26B-C556-4D9C-81A9-708846AD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DBAEE-26EA-47EE-8332-A1DDDD2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282E3-CC81-4F34-AAC1-3750D155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E10B7-9B07-4285-B900-B3835B28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AB7F1-A700-4763-BCF4-735C871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BFDD5-7C71-4D98-81E8-F4D9E747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4288F-6D29-42E8-A411-3AE19EE9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Fuel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68C89-AD49-4EE7-A93B-8B3CB62C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16654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69DFC-6014-4EB0-8A36-2F742266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579DA-0ED0-4360-BED6-9F1FE578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568BB-1624-4DCA-B593-04D0A3F7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9A8D2-EC21-4822-8F59-E4820357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FB846-7800-4342-B14A-BCF87C3A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9D117-D3DB-4C37-ADAD-8D15AAB7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0963A-B5A1-4E97-8E82-BD7445D8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B2898-4EFD-457D-9741-D0545273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Fuel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13261-EE82-471D-BF83-A5F3C2B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36313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083D2-EADA-4280-9104-6D38298C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E8077-CC08-4A0B-B31C-B930BBAC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EFBE8-42DF-427C-894B-BABDCB8C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2A58B-4DDC-457C-A803-8A2E254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62211-0AAE-4B0F-9B72-5D30E5F1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2C5E2-ECD4-497E-B3FF-AD4439A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3DA1-38DE-4A73-BB7C-B6EE777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Fuel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E4607-3057-42C3-B2D2-B3AFD71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38775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2026-08-15T02:50:07.1010000Z</dcterms:created>
  <dcterms:modified xsi:type="dcterms:W3CDTF">2026-08-15T02:50:07.1010000Z</dcterms:modified>
</coreProperties>
</file>