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12bfd3bf96448b" /><Relationship Type="http://schemas.openxmlformats.org/officeDocument/2006/relationships/extended-properties" Target="/docProps/app.xml" Id="R6632dab8ba564367" /><Relationship Type="http://schemas.openxmlformats.org/officeDocument/2006/relationships/officeDocument" Target="/ppt/presentation.xml" Id="R43c5ea3bccce4d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0d26b96f204ecc"/>
  </p:sldMasterIdLst>
  <p:notesMasterIdLst>
    <p:notesMasterId xmlns:r="http://schemas.openxmlformats.org/officeDocument/2006/relationships" r:id="Rb0ecb52547cf43ca"/>
  </p:notesMasterIdLst>
  <p:sldIdLst>
    <p:sldId xmlns:r="http://schemas.openxmlformats.org/officeDocument/2006/relationships" id="256" r:id="R89b6639eeca541ec"/>
    <p:sldId xmlns:r="http://schemas.openxmlformats.org/officeDocument/2006/relationships" id="257" r:id="R9b92929115484abf"/>
    <p:sldId xmlns:r="http://schemas.openxmlformats.org/officeDocument/2006/relationships" id="258" r:id="R2784977a9d0b422e"/>
    <p:sldId xmlns:r="http://schemas.openxmlformats.org/officeDocument/2006/relationships" id="259" r:id="R1e7cc917e01647b0"/>
    <p:sldId xmlns:r="http://schemas.openxmlformats.org/officeDocument/2006/relationships" id="260" r:id="Rf15f62bc8a2a4e16"/>
    <p:sldId xmlns:r="http://schemas.openxmlformats.org/officeDocument/2006/relationships" id="261" r:id="Rfd1796b8cadd41e7"/>
    <p:sldId xmlns:r="http://schemas.openxmlformats.org/officeDocument/2006/relationships" id="262" r:id="Raab3ece1f8b944b7"/>
    <p:sldId xmlns:r="http://schemas.openxmlformats.org/officeDocument/2006/relationships" id="263" r:id="R9fde8ee0681f4e39"/>
    <p:sldId xmlns:r="http://schemas.openxmlformats.org/officeDocument/2006/relationships" id="264" r:id="R5bcf221af11640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d6273f12d444b8" /><Relationship Type="http://schemas.openxmlformats.org/officeDocument/2006/relationships/slideMaster" Target="/ppt/slideMasters/slideMaster1.xml" Id="R230d26b96f204ecc" /><Relationship Type="http://schemas.openxmlformats.org/officeDocument/2006/relationships/notesMaster" Target="/ppt/notesMasters/notesMaster1.xml" Id="Rb0ecb52547cf43ca" /><Relationship Type="http://schemas.openxmlformats.org/officeDocument/2006/relationships/presProps" Target="/ppt/presProps.xml" Id="R937404d926ab497c" /><Relationship Type="http://schemas.openxmlformats.org/officeDocument/2006/relationships/tableStyles" Target="/ppt/tableStyles.xml" Id="R67f2256f0da344c5" /><Relationship Type="http://schemas.openxmlformats.org/officeDocument/2006/relationships/slide" Target="/ppt/slides/slide1.xml" Id="R89b6639eeca541ec" /><Relationship Type="http://schemas.openxmlformats.org/officeDocument/2006/relationships/slide" Target="/ppt/slides/slide2.xml" Id="R9b92929115484abf" /><Relationship Type="http://schemas.openxmlformats.org/officeDocument/2006/relationships/slide" Target="/ppt/slides/slide3.xml" Id="R2784977a9d0b422e" /><Relationship Type="http://schemas.openxmlformats.org/officeDocument/2006/relationships/slide" Target="/ppt/slides/slide4.xml" Id="R1e7cc917e01647b0" /><Relationship Type="http://schemas.openxmlformats.org/officeDocument/2006/relationships/slide" Target="/ppt/slides/slide5.xml" Id="Rf15f62bc8a2a4e16" /><Relationship Type="http://schemas.openxmlformats.org/officeDocument/2006/relationships/slide" Target="/ppt/slides/slide6.xml" Id="Rfd1796b8cadd41e7" /><Relationship Type="http://schemas.openxmlformats.org/officeDocument/2006/relationships/slide" Target="/ppt/slides/slide7.xml" Id="Raab3ece1f8b944b7" /><Relationship Type="http://schemas.openxmlformats.org/officeDocument/2006/relationships/slide" Target="/ppt/slides/slide8.xml" Id="R9fde8ee0681f4e39" /><Relationship Type="http://schemas.openxmlformats.org/officeDocument/2006/relationships/slide" Target="/ppt/slides/slide9.xml" Id="R5bcf221af11640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2b97b8cf8d48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3bbe2ff7e7419b" /><Relationship Type="http://schemas.openxmlformats.org/officeDocument/2006/relationships/notesMaster" Target="/ppt/notesMasters/notesMaster1.xml" Id="R9f3505d7782c4a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6bb16c404940a3" /><Relationship Type="http://schemas.openxmlformats.org/officeDocument/2006/relationships/notesMaster" Target="/ppt/notesMasters/notesMaster1.xml" Id="R6285920d8c7043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758514dd354afe" /><Relationship Type="http://schemas.openxmlformats.org/officeDocument/2006/relationships/notesMaster" Target="/ppt/notesMasters/notesMaster1.xml" Id="Ra844d3d8062941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d4107dd42643d2" /><Relationship Type="http://schemas.openxmlformats.org/officeDocument/2006/relationships/notesMaster" Target="/ppt/notesMasters/notesMaster1.xml" Id="R2ed57c9dea1e4c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5a8d9031d64d4f" /><Relationship Type="http://schemas.openxmlformats.org/officeDocument/2006/relationships/notesMaster" Target="/ppt/notesMasters/notesMaster1.xml" Id="Rd61f131390c640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818ffef05c48e7" /><Relationship Type="http://schemas.openxmlformats.org/officeDocument/2006/relationships/notesMaster" Target="/ppt/notesMasters/notesMaster1.xml" Id="R1d6a5689a4614b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55acdf75394fe4" /><Relationship Type="http://schemas.openxmlformats.org/officeDocument/2006/relationships/notesMaster" Target="/ppt/notesMasters/notesMaster1.xml" Id="R92d873e5be0f48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623e409ecc432c" /><Relationship Type="http://schemas.openxmlformats.org/officeDocument/2006/relationships/notesMaster" Target="/ppt/notesMasters/notesMaster1.xml" Id="Rf9e383539c14476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0751597b4a4569" /><Relationship Type="http://schemas.openxmlformats.org/officeDocument/2006/relationships/notesMaster" Target="/ppt/notesMasters/notesMaster1.xml" Id="Rbccff35e93844a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d9eddd078e4b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0f03bdd7f6415a" /><Relationship Type="http://schemas.openxmlformats.org/officeDocument/2006/relationships/slideLayout" Target="/ppt/slideLayouts/slideLayout1.xml" Id="R3e399404a09846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399404a09846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040583e361488b" /><Relationship Type="http://schemas.openxmlformats.org/officeDocument/2006/relationships/notesSlide" Target="/ppt/notesSlides/notesSlide1.xml" Id="R258e0b9f6cfe40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59afdfb4a4374" /><Relationship Type="http://schemas.openxmlformats.org/officeDocument/2006/relationships/notesSlide" Target="/ppt/notesSlides/notesSlide2.xml" Id="Rbe4aa9c0e9e749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7fbf4b4b34449" /><Relationship Type="http://schemas.openxmlformats.org/officeDocument/2006/relationships/notesSlide" Target="/ppt/notesSlides/notesSlide3.xml" Id="R3548f34fa8ad41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392512cb74e47" /><Relationship Type="http://schemas.openxmlformats.org/officeDocument/2006/relationships/notesSlide" Target="/ppt/notesSlides/notesSlide4.xml" Id="R12a48519be0c4a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a6ff68032463a" /><Relationship Type="http://schemas.openxmlformats.org/officeDocument/2006/relationships/notesSlide" Target="/ppt/notesSlides/notesSlide5.xml" Id="R11c0e410cc814b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8d353ebaf40c2" /><Relationship Type="http://schemas.openxmlformats.org/officeDocument/2006/relationships/notesSlide" Target="/ppt/notesSlides/notesSlide6.xml" Id="Rfefdb1dd69de41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a0e1c8063146c7" /><Relationship Type="http://schemas.openxmlformats.org/officeDocument/2006/relationships/notesSlide" Target="/ppt/notesSlides/notesSlide7.xml" Id="R21e28106170942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0930a6c22d499b" /><Relationship Type="http://schemas.openxmlformats.org/officeDocument/2006/relationships/notesSlide" Target="/ppt/notesSlides/notesSlide8.xml" Id="Raed438e99db447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7045f5cc9245c0" /><Relationship Type="http://schemas.openxmlformats.org/officeDocument/2006/relationships/notesSlide" Target="/ppt/notesSlides/notesSlide9.xml" Id="R0cb6f4029b2940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34AFBE-7A01-46FD-B4F6-2EE06D8C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• LIFTING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07CC78-B89F-46B6-92EC-2FAA7F01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SOP 039 — Chain or Lever Block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B8C836-C256-4787-B0F6-F95D7A42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Safe operating procedure and technician briefing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38F9F-8768-4AA8-A0B3-6CCD2EBE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920A22-E730-4EDC-AF5B-C851C223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E48D22-E35A-4F39-83E6-4CAB28AE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1402602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01DF48-D652-41E1-8160-4E673CF2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SOP • LIFTING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D3176-66D6-41D6-8966-FBCF9BF1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1212D4-B970-461B-977E-8B5380F9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DC0CE2-C6A6-4F63-8C8C-BC3CDE6B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461170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DF8785-EFBC-478A-BCCA-4097A82F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386E50-DB19-45EA-8C07-BFC2DFBB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D18A-1F63-4770-A4ED-546C53F8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249D10-0329-4CFD-A5AA-7BE24FF1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039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1BE125-C6F6-47C9-862D-E0E52E77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Procedure identifier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EC9F8C-2A27-44B2-99B6-D5FE1C08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66FA96-6636-4A2C-97B7-FD656A7C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CC641E-1486-4B7D-92C6-4773AD27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Controlled source pages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EF9BAE-7B42-4DCB-B90A-3A9EE3CE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F0B4C7-7BED-4966-A3F4-1C9105C2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Safe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DE29D6-F82E-442E-BA3C-8EED706F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execution 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57DFB1-F72F-4A4D-B3AD-69E3461C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69BFF9-5A2E-43FB-A777-3A15AB7B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Lifting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61C781-CDC1-497E-9CEF-C4069FDC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450172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50AA9E-0960-4E1C-AD7A-CEC921DF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A220BE-9F67-402B-8520-3875EFB2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716589-4E3F-4B99-91C6-BBB1E442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Verify certification, capacity, hooks, chain and support point. • Plan the lift and keep people clear of suspended loads.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A22C7F-9ED9-4656-81E0-D6680619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8012A5-1154-41FA-8B11-1D7EE8ED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Lift vertically without shock loading or side pulling. • Complete the checklist, report defects and retain the signed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68B955-0A7D-4D95-AD52-4344180A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B42940-ADB1-439E-9E85-B06DED45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Lifting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4D052B-C9F6-47EC-92C4-17E8FADD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516719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2C3F19-8BC7-4426-971A-72DC1A76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F81CB3-0374-4C4B-B096-07E22777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E832D-2DDA-432D-81B0-4687B236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4E9C8-C351-4271-A03F-51CEAF18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203CF-0EF0-43C4-9B03-92AF0B88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87F4C9-E9B8-4795-B338-6717F42B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F0836-4263-4A4A-9D28-18C5CA07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Lifting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DDA608-60B3-4E72-9B52-D6B8CEC2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382841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E3A501-EDF3-4562-A6C2-0EF1A7E4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730244-5FC8-43C6-ABD7-106C9F70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50BFE-169A-4EDE-95B1-F99FC3F9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168899-F73C-44FF-A9B1-B6BBB74D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5371BF-CB0D-4E1C-8DA9-4898B71E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00E532-B9FD-4BC4-8354-007DABF1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6A49F-2CB7-4E5C-84ED-92FC29D0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Lifting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2D979E-A4A9-4081-98EB-B21A719C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919839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F0621A-12D4-4235-920C-08ED9725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4B66F-B78D-45DC-A47A-85A40D08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0A1957-7075-4768-A85F-7164214F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871BD7-B438-4EE4-9481-A33DD8DE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11F9E2-652F-4ACB-BEEA-4842A946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F73B6B-B29C-43DC-979D-1CCA7E2B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D930F2-DE3E-4821-8D9D-E602A922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C61CF2-E382-4525-BA37-9A496C98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Lifting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1FB995-578C-47AE-9026-5BB0A9D0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497826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542505-7075-49B1-9AF6-4A06F355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4789F3-B773-41EE-A698-C194660D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D8ADAA-EAF6-46A3-AA21-4E7E3509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F8CB0-FEA0-489E-AD01-60E1E953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72C2A6-2DF5-4318-8F1F-924614A6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E08E3A-E145-4CAF-9FFE-D452CB06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40BF5A-FF79-497F-A298-87853F8E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57D09E-E212-477B-84A2-5FD16925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Lifting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CB6EA6-C723-43C7-9106-394BCEF3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305082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FFD486-49EC-4CA8-950A-BE6942DC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B1A15-8275-4185-9A5F-81E3E955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629E27-3553-4DE3-9EBD-8D13AB29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7C2D0-DE65-4578-90A7-7835EC9C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6DDA4-9554-4B7C-A991-10CA0E82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2E8DD4-96B7-4303-80A0-6727F348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C4EAD3-FD25-4FF4-B853-720903C4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Lifting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37F2CD-CCD3-44D7-A2AE-A8B6130F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882996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2026-08-15T02:50:13.6580000Z</dcterms:created>
  <dcterms:modified xsi:type="dcterms:W3CDTF">2026-08-15T02:50:13.6580000Z</dcterms:modified>
</coreProperties>
</file>