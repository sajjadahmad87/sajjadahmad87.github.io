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44bf7c806942c2" /><Relationship Type="http://schemas.openxmlformats.org/officeDocument/2006/relationships/extended-properties" Target="/docProps/app.xml" Id="R6a07efc59b464d51" /><Relationship Type="http://schemas.openxmlformats.org/officeDocument/2006/relationships/officeDocument" Target="/ppt/presentation.xml" Id="Re342d31ae54541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6e87d1b63349ec"/>
  </p:sldMasterIdLst>
  <p:notesMasterIdLst>
    <p:notesMasterId xmlns:r="http://schemas.openxmlformats.org/officeDocument/2006/relationships" r:id="R76204f8eea254ac2"/>
  </p:notesMasterIdLst>
  <p:sldIdLst>
    <p:sldId xmlns:r="http://schemas.openxmlformats.org/officeDocument/2006/relationships" id="256" r:id="R2d452f9ce0a4464f"/>
    <p:sldId xmlns:r="http://schemas.openxmlformats.org/officeDocument/2006/relationships" id="257" r:id="R702970fa0749425c"/>
    <p:sldId xmlns:r="http://schemas.openxmlformats.org/officeDocument/2006/relationships" id="258" r:id="R5232a09cda2448fe"/>
    <p:sldId xmlns:r="http://schemas.openxmlformats.org/officeDocument/2006/relationships" id="259" r:id="Re3ff845663ad411e"/>
    <p:sldId xmlns:r="http://schemas.openxmlformats.org/officeDocument/2006/relationships" id="260" r:id="R142d39beaee049b7"/>
    <p:sldId xmlns:r="http://schemas.openxmlformats.org/officeDocument/2006/relationships" id="261" r:id="R29cbbb522f4346aa"/>
    <p:sldId xmlns:r="http://schemas.openxmlformats.org/officeDocument/2006/relationships" id="262" r:id="R5be07b2d8cf84623"/>
    <p:sldId xmlns:r="http://schemas.openxmlformats.org/officeDocument/2006/relationships" id="263" r:id="R6275c9e5e5fe40d5"/>
    <p:sldId xmlns:r="http://schemas.openxmlformats.org/officeDocument/2006/relationships" id="264" r:id="R247baf5b03c94209"/>
    <p:sldId xmlns:r="http://schemas.openxmlformats.org/officeDocument/2006/relationships" id="265" r:id="Rf52012049d0d4a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17b077f2464624" /><Relationship Type="http://schemas.openxmlformats.org/officeDocument/2006/relationships/slideMaster" Target="/ppt/slideMasters/slideMaster1.xml" Id="Ra36e87d1b63349ec" /><Relationship Type="http://schemas.openxmlformats.org/officeDocument/2006/relationships/notesMaster" Target="/ppt/notesMasters/notesMaster1.xml" Id="R76204f8eea254ac2" /><Relationship Type="http://schemas.openxmlformats.org/officeDocument/2006/relationships/presProps" Target="/ppt/presProps.xml" Id="R5cfea2510fca4c65" /><Relationship Type="http://schemas.openxmlformats.org/officeDocument/2006/relationships/tableStyles" Target="/ppt/tableStyles.xml" Id="R95d20b4c31b24cb7" /><Relationship Type="http://schemas.openxmlformats.org/officeDocument/2006/relationships/slide" Target="/ppt/slides/slide1.xml" Id="R2d452f9ce0a4464f" /><Relationship Type="http://schemas.openxmlformats.org/officeDocument/2006/relationships/slide" Target="/ppt/slides/slide2.xml" Id="R702970fa0749425c" /><Relationship Type="http://schemas.openxmlformats.org/officeDocument/2006/relationships/slide" Target="/ppt/slides/slide3.xml" Id="R5232a09cda2448fe" /><Relationship Type="http://schemas.openxmlformats.org/officeDocument/2006/relationships/slide" Target="/ppt/slides/slide4.xml" Id="Re3ff845663ad411e" /><Relationship Type="http://schemas.openxmlformats.org/officeDocument/2006/relationships/slide" Target="/ppt/slides/slide5.xml" Id="R142d39beaee049b7" /><Relationship Type="http://schemas.openxmlformats.org/officeDocument/2006/relationships/slide" Target="/ppt/slides/slide6.xml" Id="R29cbbb522f4346aa" /><Relationship Type="http://schemas.openxmlformats.org/officeDocument/2006/relationships/slide" Target="/ppt/slides/slide7.xml" Id="R5be07b2d8cf84623" /><Relationship Type="http://schemas.openxmlformats.org/officeDocument/2006/relationships/slide" Target="/ppt/slides/slide8.xml" Id="R6275c9e5e5fe40d5" /><Relationship Type="http://schemas.openxmlformats.org/officeDocument/2006/relationships/slide" Target="/ppt/slides/slide9.xml" Id="R247baf5b03c94209" /><Relationship Type="http://schemas.openxmlformats.org/officeDocument/2006/relationships/slide" Target="/ppt/slides/slide10.xml" Id="Rf52012049d0d4a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ac55706b3b41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9269da842c48da" /><Relationship Type="http://schemas.openxmlformats.org/officeDocument/2006/relationships/notesMaster" Target="/ppt/notesMasters/notesMaster1.xml" Id="R19d6724d9c1f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61d7a2b00c46eb" /><Relationship Type="http://schemas.openxmlformats.org/officeDocument/2006/relationships/notesMaster" Target="/ppt/notesMasters/notesMaster1.xml" Id="Rb8c148b3ee8749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82179c365e4882" /><Relationship Type="http://schemas.openxmlformats.org/officeDocument/2006/relationships/notesMaster" Target="/ppt/notesMasters/notesMaster1.xml" Id="Rbd301ca4e19b4e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c46b8a6c5244c7" /><Relationship Type="http://schemas.openxmlformats.org/officeDocument/2006/relationships/notesMaster" Target="/ppt/notesMasters/notesMaster1.xml" Id="R585582750d894d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fce53e80dd48a0" /><Relationship Type="http://schemas.openxmlformats.org/officeDocument/2006/relationships/notesMaster" Target="/ppt/notesMasters/notesMaster1.xml" Id="R7e9e15f5c07345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b25c24daf4425a" /><Relationship Type="http://schemas.openxmlformats.org/officeDocument/2006/relationships/notesMaster" Target="/ppt/notesMasters/notesMaster1.xml" Id="Rf195975b493344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814cfe15d4258" /><Relationship Type="http://schemas.openxmlformats.org/officeDocument/2006/relationships/notesMaster" Target="/ppt/notesMasters/notesMaster1.xml" Id="R4f125af4729141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a4280b14cd4a1c" /><Relationship Type="http://schemas.openxmlformats.org/officeDocument/2006/relationships/notesMaster" Target="/ppt/notesMasters/notesMaster1.xml" Id="R1a7cfae134b044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bb7a51888747c8" /><Relationship Type="http://schemas.openxmlformats.org/officeDocument/2006/relationships/notesMaster" Target="/ppt/notesMasters/notesMaster1.xml" Id="Ra80162bf49c247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b38d44e4cc4716" /><Relationship Type="http://schemas.openxmlformats.org/officeDocument/2006/relationships/notesMaster" Target="/ppt/notesMasters/notesMaster1.xml" Id="Rba9198e8b29b4f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171fd424649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3f2b9534204188" /><Relationship Type="http://schemas.openxmlformats.org/officeDocument/2006/relationships/slideLayout" Target="/ppt/slideLayouts/slideLayout1.xml" Id="Rfba4d1de266b40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a4d1de266b40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0faff4f364e6f" /><Relationship Type="http://schemas.openxmlformats.org/officeDocument/2006/relationships/notesSlide" Target="/ppt/notesSlides/notesSlide1.xml" Id="R636cde7cc4524c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a68bcc8a945eb" /><Relationship Type="http://schemas.openxmlformats.org/officeDocument/2006/relationships/notesSlide" Target="/ppt/notesSlides/notesSlide2.xml" Id="Rf0622aab11c844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c530a935642a1" /><Relationship Type="http://schemas.openxmlformats.org/officeDocument/2006/relationships/notesSlide" Target="/ppt/notesSlides/notesSlide3.xml" Id="R8a1b8fa8c45949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6b592d6d749a1" /><Relationship Type="http://schemas.openxmlformats.org/officeDocument/2006/relationships/notesSlide" Target="/ppt/notesSlides/notesSlide4.xml" Id="R480cf9662ecc44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8813bfffb4715" /><Relationship Type="http://schemas.openxmlformats.org/officeDocument/2006/relationships/notesSlide" Target="/ppt/notesSlides/notesSlide5.xml" Id="R0a723a043df140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c79b7ec0f4ab4" /><Relationship Type="http://schemas.openxmlformats.org/officeDocument/2006/relationships/notesSlide" Target="/ppt/notesSlides/notesSlide6.xml" Id="Rd67cebfeea2946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bd72afaa44137" /><Relationship Type="http://schemas.openxmlformats.org/officeDocument/2006/relationships/notesSlide" Target="/ppt/notesSlides/notesSlide7.xml" Id="R7768a6694f0b4f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6442ebcb44b2f" /><Relationship Type="http://schemas.openxmlformats.org/officeDocument/2006/relationships/notesSlide" Target="/ppt/notesSlides/notesSlide8.xml" Id="R1836dff047a44d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c74d178634c8f" /><Relationship Type="http://schemas.openxmlformats.org/officeDocument/2006/relationships/notesSlide" Target="/ppt/notesSlides/notesSlide9.xml" Id="R22e306a443e44d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13f36d3e74f0a" /><Relationship Type="http://schemas.openxmlformats.org/officeDocument/2006/relationships/notesSlide" Target="/ppt/notesSlides/notesSlide10.xml" Id="R58f4c7b65eb044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A1E8D-0660-4188-B12F-F263BD89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82804-DFC7-4F2E-9500-F2311858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002 — Angle Grinder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46434-51B2-4D9C-9E6C-7EBCCE5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1E62F-49E1-42D5-BA7F-23C76263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71315-EB5A-4035-9DA5-AB309082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5B18D-01A7-456C-A83F-CC33E48D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637600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AF6CE-616B-4273-9D94-1F3D5C70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BC4C5-5E2E-4D97-9CDE-5AE7CFB7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EC937-5EF2-4E59-87DB-7C12AA4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0413C-592B-45FE-BF9B-0D76FE18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5521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A732A-8F4E-48DA-BC18-005E1841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3F88E-2736-45FC-9147-B8C71C8D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B9C7F-F75E-4AE7-8A42-C72D2B4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1D3E9-23E3-4B21-85FB-9508E348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8CA26-38B1-423E-B815-BF38B664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28FB4-333E-4492-B482-8970B384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250F9-AF13-4C49-8AC4-23E6A7A0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586CE-482F-4BC7-A433-D04CE3DE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33EF2-736F-4393-9E19-39F14F3F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1F6B5-31F7-4D3C-81FF-70F34D5B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33C91-71C6-4705-B5FA-16C152A2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87EFB-8184-4EE9-A054-3D2F5586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BC947-F691-4F18-AC37-0678243C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7FFF7-CDF0-4BE2-B977-2DBB8EF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9316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5F935-EA50-4DA0-993B-5B0B89AB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0A660-9DF0-4221-AE17-EB21B9A9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28643-3529-4D04-AF26-F98AC1CA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disc, guard, handle, cable and switch before use. • Wear task-specific eye, face, hearing and respiratory protection.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4D222-A844-4EB6-8672-24C05A94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F0B56-5D8F-442E-BF63-09BCED42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Control sparks, workpiece movement and bystander exposure.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83231-4EFB-4B03-8171-92858D41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F2CEF-83FC-4802-A960-760CCE0A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BACC7-75F3-4F72-810C-80E6C992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374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706E6-666F-4C2B-9618-A4B32F79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3A4EA-21E6-4128-91B7-9E0A8F11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DF83C-D0A2-43CF-9BFA-C99B7DCC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E7C17-E041-4C61-9CE6-23D495F7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04A1A-97A3-4692-966A-F31A30A5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A7D57-C0B9-4422-9CC0-7FA74018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53D54-B9B4-4C5B-8561-4E1E5115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40F50-41F7-4BC9-9404-CB87B0EB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9030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EE542-CCA6-4D51-8565-C40A4627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212D6-8B6D-4419-B6D2-EEAF74E5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BBFCE-D9F2-4302-9373-935DE42E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C8AEB-71D2-44A5-A000-AEAB4358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5BEA2-BB3C-445A-B5DD-AD2D8030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FB1EE-9452-49A6-B47F-CD8603E9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AC8D1-DA95-4CC4-B41F-A61EAC02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F3297-B083-4D5A-BE4E-56DA64D0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37682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1DCFE-F684-4F8D-898F-2B7347AB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EC553-3C56-4B5F-B715-15B6753B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F5079-AA0D-49A8-BA8F-2F92BB58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AE022-DB15-4FD0-A306-94497EA0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91BA4-843E-42A9-A07C-D99C67F0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1FA41-E378-4325-8522-438C84F4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F201A-7C62-49CC-8020-2E1849F4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8C151-B771-43E6-A70A-74F0CCEC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33998-A162-4C9C-9980-A30E98CA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5092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06CE1-718A-4DA2-A68D-BA390A2A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A6CC0-0A83-46D6-9919-8B5340C0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A84F7-3646-4EA9-9488-0B22494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CF5DD-487E-4AFD-AF17-22825811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33B9D-BA3A-433F-88CA-3CB66BD8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249D2-C395-43E1-A924-B6F23600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A583E-7091-4A11-9A0B-D1948D15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39B0B-5BD7-4B02-97CD-89DB7273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81357-E0C1-4223-B6E8-7FA3539F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28624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91825-5FEF-4811-A7A0-891DC2BA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A9799-02CE-49BA-9696-D3BDED53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56A37-68FB-4240-A5E2-8E54FD9E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65E25-4095-43B8-956F-C68692ED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379D3-11C9-46AE-9E3F-C1F3E677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5C45E-461D-454D-8518-1623EFE7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12E81-860F-4E03-BAF5-4591B136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7BA29-33F7-42A2-9864-5BCC1D51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D1DCB-83A0-40BE-924C-7939C5C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21584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5D271-8AE5-42D7-8EC5-1AEC47F6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278F6-DB73-4E29-8466-7319D71F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E5EB0-3908-4B82-A085-B7F56FA3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B2CEB-658D-4B01-9392-3FEE0426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6D04F-863C-435C-B304-6786E995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099A0-CE63-4F3E-90A0-4A1A9B8C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63D8C-C60A-4A4D-A260-1814A859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22EDB-B5DF-4A98-AF91-D54699C4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4417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2026-08-15T02:50:05.2880000Z</dcterms:created>
  <dcterms:modified xsi:type="dcterms:W3CDTF">2026-08-15T02:50:05.2880000Z</dcterms:modified>
</coreProperties>
</file>