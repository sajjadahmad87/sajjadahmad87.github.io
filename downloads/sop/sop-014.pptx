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9ac532ccfb4836" /><Relationship Type="http://schemas.openxmlformats.org/officeDocument/2006/relationships/extended-properties" Target="/docProps/app.xml" Id="R1366bf3c1d06437c" /><Relationship Type="http://schemas.openxmlformats.org/officeDocument/2006/relationships/officeDocument" Target="/ppt/presentation.xml" Id="R2286d239405b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158c8211d24584"/>
  </p:sldMasterIdLst>
  <p:notesMasterIdLst>
    <p:notesMasterId xmlns:r="http://schemas.openxmlformats.org/officeDocument/2006/relationships" r:id="Rf01908ca07e64ac0"/>
  </p:notesMasterIdLst>
  <p:sldIdLst>
    <p:sldId xmlns:r="http://schemas.openxmlformats.org/officeDocument/2006/relationships" id="256" r:id="R11e0e2cb91d043fb"/>
    <p:sldId xmlns:r="http://schemas.openxmlformats.org/officeDocument/2006/relationships" id="257" r:id="R2f84d9663ca440c8"/>
    <p:sldId xmlns:r="http://schemas.openxmlformats.org/officeDocument/2006/relationships" id="258" r:id="Rf010a114076f4534"/>
    <p:sldId xmlns:r="http://schemas.openxmlformats.org/officeDocument/2006/relationships" id="259" r:id="R98de33c6775c44e8"/>
    <p:sldId xmlns:r="http://schemas.openxmlformats.org/officeDocument/2006/relationships" id="260" r:id="Rcabcb7e79c4149f7"/>
    <p:sldId xmlns:r="http://schemas.openxmlformats.org/officeDocument/2006/relationships" id="261" r:id="R7f1a53afb2c04fb0"/>
    <p:sldId xmlns:r="http://schemas.openxmlformats.org/officeDocument/2006/relationships" id="262" r:id="R1267646b732347d2"/>
    <p:sldId xmlns:r="http://schemas.openxmlformats.org/officeDocument/2006/relationships" id="263" r:id="R9af9621daa6b4e7a"/>
    <p:sldId xmlns:r="http://schemas.openxmlformats.org/officeDocument/2006/relationships" id="264" r:id="Re5177e4abe3d4b14"/>
    <p:sldId xmlns:r="http://schemas.openxmlformats.org/officeDocument/2006/relationships" id="265" r:id="R48b02b9463b04d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814876b34c4f17" /><Relationship Type="http://schemas.openxmlformats.org/officeDocument/2006/relationships/slideMaster" Target="/ppt/slideMasters/slideMaster1.xml" Id="Rc7158c8211d24584" /><Relationship Type="http://schemas.openxmlformats.org/officeDocument/2006/relationships/notesMaster" Target="/ppt/notesMasters/notesMaster1.xml" Id="Rf01908ca07e64ac0" /><Relationship Type="http://schemas.openxmlformats.org/officeDocument/2006/relationships/presProps" Target="/ppt/presProps.xml" Id="R939d7921135b4358" /><Relationship Type="http://schemas.openxmlformats.org/officeDocument/2006/relationships/tableStyles" Target="/ppt/tableStyles.xml" Id="Rf5d099d53d234af7" /><Relationship Type="http://schemas.openxmlformats.org/officeDocument/2006/relationships/slide" Target="/ppt/slides/slide1.xml" Id="R11e0e2cb91d043fb" /><Relationship Type="http://schemas.openxmlformats.org/officeDocument/2006/relationships/slide" Target="/ppt/slides/slide2.xml" Id="R2f84d9663ca440c8" /><Relationship Type="http://schemas.openxmlformats.org/officeDocument/2006/relationships/slide" Target="/ppt/slides/slide3.xml" Id="Rf010a114076f4534" /><Relationship Type="http://schemas.openxmlformats.org/officeDocument/2006/relationships/slide" Target="/ppt/slides/slide4.xml" Id="R98de33c6775c44e8" /><Relationship Type="http://schemas.openxmlformats.org/officeDocument/2006/relationships/slide" Target="/ppt/slides/slide5.xml" Id="Rcabcb7e79c4149f7" /><Relationship Type="http://schemas.openxmlformats.org/officeDocument/2006/relationships/slide" Target="/ppt/slides/slide6.xml" Id="R7f1a53afb2c04fb0" /><Relationship Type="http://schemas.openxmlformats.org/officeDocument/2006/relationships/slide" Target="/ppt/slides/slide7.xml" Id="R1267646b732347d2" /><Relationship Type="http://schemas.openxmlformats.org/officeDocument/2006/relationships/slide" Target="/ppt/slides/slide8.xml" Id="R9af9621daa6b4e7a" /><Relationship Type="http://schemas.openxmlformats.org/officeDocument/2006/relationships/slide" Target="/ppt/slides/slide9.xml" Id="Re5177e4abe3d4b14" /><Relationship Type="http://schemas.openxmlformats.org/officeDocument/2006/relationships/slide" Target="/ppt/slides/slide10.xml" Id="R48b02b9463b04d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12a9046d4f41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5f89a3895f4330" /><Relationship Type="http://schemas.openxmlformats.org/officeDocument/2006/relationships/notesMaster" Target="/ppt/notesMasters/notesMaster1.xml" Id="Rde0ba1cea2024d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0213607c9a4865" /><Relationship Type="http://schemas.openxmlformats.org/officeDocument/2006/relationships/notesMaster" Target="/ppt/notesMasters/notesMaster1.xml" Id="Rdccb090576874b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c49c867bca4b77" /><Relationship Type="http://schemas.openxmlformats.org/officeDocument/2006/relationships/notesMaster" Target="/ppt/notesMasters/notesMaster1.xml" Id="Ra8389e94dacd4e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4f76814d284ef1" /><Relationship Type="http://schemas.openxmlformats.org/officeDocument/2006/relationships/notesMaster" Target="/ppt/notesMasters/notesMaster1.xml" Id="Rffd14d3c760d4b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2275df53ee4ba7" /><Relationship Type="http://schemas.openxmlformats.org/officeDocument/2006/relationships/notesMaster" Target="/ppt/notesMasters/notesMaster1.xml" Id="Rc7991965aeea4d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bbdd22d9614de5" /><Relationship Type="http://schemas.openxmlformats.org/officeDocument/2006/relationships/notesMaster" Target="/ppt/notesMasters/notesMaster1.xml" Id="R17977f8898c24c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49b7b8b1cf4ec9" /><Relationship Type="http://schemas.openxmlformats.org/officeDocument/2006/relationships/notesMaster" Target="/ppt/notesMasters/notesMaster1.xml" Id="R51dceb1268e24c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1a309e411240bb" /><Relationship Type="http://schemas.openxmlformats.org/officeDocument/2006/relationships/notesMaster" Target="/ppt/notesMasters/notesMaster1.xml" Id="R1fd52add0b494b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091e7dc4814544" /><Relationship Type="http://schemas.openxmlformats.org/officeDocument/2006/relationships/notesMaster" Target="/ppt/notesMasters/notesMaster1.xml" Id="R47ce7bd0842744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201aa4555e4ff5" /><Relationship Type="http://schemas.openxmlformats.org/officeDocument/2006/relationships/notesMaster" Target="/ppt/notesMasters/notesMaster1.xml" Id="Re9f69961b73e46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53ad3e65f47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716c7ddaf740c2" /><Relationship Type="http://schemas.openxmlformats.org/officeDocument/2006/relationships/slideLayout" Target="/ppt/slideLayouts/slideLayout1.xml" Id="R8ee8f70eb47d4e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e8f70eb47d4e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c0f97289649a8" /><Relationship Type="http://schemas.openxmlformats.org/officeDocument/2006/relationships/notesSlide" Target="/ppt/notesSlides/notesSlide1.xml" Id="Rc2bd55408ec74f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b568ce69b4199" /><Relationship Type="http://schemas.openxmlformats.org/officeDocument/2006/relationships/notesSlide" Target="/ppt/notesSlides/notesSlide2.xml" Id="R12f34e4a74034b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54ebaae184e8e" /><Relationship Type="http://schemas.openxmlformats.org/officeDocument/2006/relationships/notesSlide" Target="/ppt/notesSlides/notesSlide3.xml" Id="R3c2d1a92765749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668792a294b88" /><Relationship Type="http://schemas.openxmlformats.org/officeDocument/2006/relationships/notesSlide" Target="/ppt/notesSlides/notesSlide4.xml" Id="Ra4f9f7d7256b4c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67a7c70334945" /><Relationship Type="http://schemas.openxmlformats.org/officeDocument/2006/relationships/notesSlide" Target="/ppt/notesSlides/notesSlide5.xml" Id="Re58f58a9cfb44e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2241fe24f424a" /><Relationship Type="http://schemas.openxmlformats.org/officeDocument/2006/relationships/notesSlide" Target="/ppt/notesSlides/notesSlide6.xml" Id="Rf796db8d831142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2e598b4a14a7f" /><Relationship Type="http://schemas.openxmlformats.org/officeDocument/2006/relationships/notesSlide" Target="/ppt/notesSlides/notesSlide7.xml" Id="Rce2d43623b314a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a97e6617c4abc" /><Relationship Type="http://schemas.openxmlformats.org/officeDocument/2006/relationships/notesSlide" Target="/ppt/notesSlides/notesSlide8.xml" Id="R706eb0474b2346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e605a176a4c94" /><Relationship Type="http://schemas.openxmlformats.org/officeDocument/2006/relationships/notesSlide" Target="/ppt/notesSlides/notesSlide9.xml" Id="Ra69253a7be0541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7f1816e0d4d5f" /><Relationship Type="http://schemas.openxmlformats.org/officeDocument/2006/relationships/notesSlide" Target="/ppt/notesSlides/notesSlide10.xml" Id="Ra29d891dfe4243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46815-70D4-43B3-9648-20EF15FC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FIRE &amp; LIFE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BB95C-1982-4F58-BAC6-31304FFA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014 — Fire-Alarm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9F9BA-1383-4666-A59D-29DB47F2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C979F-AEC8-49B3-AC0B-A6B1A9C3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386F4-C2A6-4E05-92E5-71D00B55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77120-A21A-4AF4-BCDF-1D170CAD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250545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32363-1121-45EF-B254-42A5F892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FIRE &amp; LIFE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8FDB2-F36E-4438-B1BB-30CF386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F8DFF-5D0C-432F-B72C-E787E507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1C607-7F30-47D8-A0D1-7AC8F832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2064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7589B-3EC5-4095-8E9E-08B54302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DC248-9460-4FF0-9AE7-12DB4129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FD1DE-E6CE-4F63-B3FC-228AF228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082B5-66DB-4F8B-ACF0-91B92F91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87340-D207-481F-B880-CACFC824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0C221-3C03-4963-B609-3F190F49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DB2DB-1B69-4D7F-B4F0-B0A36F22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E2CA2-C101-4620-BC05-9881F83F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6C56C-18FE-4540-94A5-736DFE5C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1539D-169D-4EA4-88B6-32FADD54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A3FBC-6522-4AE7-969B-F50DB641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F5913-8327-4C02-B93C-8969A784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F2C0B-30F5-4D35-81B1-3E181ED7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05ADE-C2A7-465E-BE61-668A5BEF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0111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06E7D-F5D0-4255-B924-BE558EC3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7EF6A-EAB2-492F-A838-2BF96EA7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F0853-7EFC-4CDC-924C-CB3A8096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Coordinate impairment, notification and test-zone control. • Verify initiating devices, sounders, interfaces and panel messages.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CABD4-723B-4CCB-9A08-F02C5FE1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A7CE2-1183-4FDF-A6D3-C805F994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Restore, confirm normal status and close the test record.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8D8B2-3A9C-43B6-A727-69604DC6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0C261-A88D-4802-81C5-1803422F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A759F-E5D9-42C9-85B2-23CF10C5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6911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5DFD2-4032-45A8-AAEB-F07CE7A3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17243-4B29-4A68-A57B-9768FC22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1E0FB-991B-4077-A5D2-4FD817BC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5B8DC-ED61-45C9-BB42-F7826DF1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B8A22-0193-4024-B3E5-C9411360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96B41-9402-4639-858A-F39BCF7A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C2814-A7F2-4207-8E0F-1E36D9FA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5F5EA-A0F5-41CA-9BC3-D0355924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59040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B081C-664A-4C93-961D-80E4FE3F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2ED32-942C-4F4F-BFD1-8464EBC7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88D24-2E2F-4A72-A002-7A79BB82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3195A-8098-4444-8132-278DDC75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10DCA-920A-4345-B3CC-4551BBC7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9124A-35FE-46F5-ADD0-ED2EE240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96AF7-6FC6-4486-B4C4-265D6408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3A17A-594F-42B3-B9A0-AD60263A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3115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3D35F-D824-4286-B697-DD372BE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A8412-F1F9-479B-BFDC-A7762C06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FBF5B-F4D6-4E46-8E44-9F134772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19FF7-694C-45EB-9777-0CB806FE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B04DF-3F59-4C2F-839E-00598CDB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14945-A7B9-447D-86BD-91EBBD71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D0385-4939-47D6-9BB9-C6051FE0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918A0-A91A-474E-8CAC-5EAA33AF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46420-9534-4617-BF37-892BEC69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9567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DDF6E-E336-4B79-B064-344526D4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0B6B6-2571-4B64-B5C4-E47E1FE1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5EEE4-021C-42B0-AE50-3FDCA1C6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2F2FB-44FE-4BB9-A200-C5FA3F42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934F9-BCD5-411F-B895-D79E5C31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B6DED-817A-4BA7-B01C-9B4470C2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32377-EE36-41A9-83F7-3EF9A1E6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1BE07-54C1-4D5D-8BF0-3D483447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F6FD9-C8F4-4832-B09D-6A752CD5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8217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B6573-4A9C-4640-AD3A-4D36E456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17E97-DE14-4687-9098-4F011669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325AA-A3E2-4228-9636-ED5A3BEF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D1CDD-BD63-42AC-8C11-24FF6E96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10047-14DA-4F21-BAB1-A64CB0C4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2D57C-1B4F-438D-9099-ABF9BDA2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00EDB-0C0D-424D-9F8C-3A3DA96C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B1D2A-4E86-44D1-8F9F-505B0DD2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9CD1E-F8C6-4B46-8D99-2A2CA416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07562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B2F8B-1DE7-4C11-8866-E941BC85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FCE9D-767B-4632-A206-F05CFAD7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1BAF2-795D-4027-8AA1-C016F291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BF9BD-E554-4B49-9F36-BC45EFD2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9266F-9A35-4A28-BD11-4B07A03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A7F05-C691-4352-B132-3501EAC9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D5889-48B6-4358-9FFC-08DD99F8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Fire &amp; Life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898CA-625C-4536-80B7-25F2D00B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61626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2026-08-15T02:50:08.4620000Z</dcterms:created>
  <dcterms:modified xsi:type="dcterms:W3CDTF">2026-08-15T02:50:08.4620000Z</dcterms:modified>
</coreProperties>
</file>