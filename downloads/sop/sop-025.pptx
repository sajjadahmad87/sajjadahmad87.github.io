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549cc519b849ae" /><Relationship Type="http://schemas.openxmlformats.org/officeDocument/2006/relationships/extended-properties" Target="/docProps/app.xml" Id="R5378a0147e344bd6" /><Relationship Type="http://schemas.openxmlformats.org/officeDocument/2006/relationships/officeDocument" Target="/ppt/presentation.xml" Id="Rb208c90d27d74e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e7288bfadf4f04"/>
  </p:sldMasterIdLst>
  <p:notesMasterIdLst>
    <p:notesMasterId xmlns:r="http://schemas.openxmlformats.org/officeDocument/2006/relationships" r:id="R71a96cb9b2cc44fe"/>
  </p:notesMasterIdLst>
  <p:sldIdLst>
    <p:sldId xmlns:r="http://schemas.openxmlformats.org/officeDocument/2006/relationships" id="256" r:id="R6aad498b216f44e1"/>
    <p:sldId xmlns:r="http://schemas.openxmlformats.org/officeDocument/2006/relationships" id="257" r:id="R41a515a7a261489f"/>
    <p:sldId xmlns:r="http://schemas.openxmlformats.org/officeDocument/2006/relationships" id="258" r:id="Rc3b2378e85d64809"/>
    <p:sldId xmlns:r="http://schemas.openxmlformats.org/officeDocument/2006/relationships" id="259" r:id="Rc3d48c18314b40da"/>
    <p:sldId xmlns:r="http://schemas.openxmlformats.org/officeDocument/2006/relationships" id="260" r:id="Rcfa7543876a8442f"/>
    <p:sldId xmlns:r="http://schemas.openxmlformats.org/officeDocument/2006/relationships" id="261" r:id="Reed2d19fe9c54a02"/>
    <p:sldId xmlns:r="http://schemas.openxmlformats.org/officeDocument/2006/relationships" id="262" r:id="Rc0cf81b5b7d1450c"/>
    <p:sldId xmlns:r="http://schemas.openxmlformats.org/officeDocument/2006/relationships" id="263" r:id="R3496f10a701b4c5e"/>
    <p:sldId xmlns:r="http://schemas.openxmlformats.org/officeDocument/2006/relationships" id="264" r:id="Rbd4a44245f0e4d54"/>
    <p:sldId xmlns:r="http://schemas.openxmlformats.org/officeDocument/2006/relationships" id="265" r:id="R77b3f66857944894"/>
    <p:sldId xmlns:r="http://schemas.openxmlformats.org/officeDocument/2006/relationships" id="266" r:id="Ra1199b4b8e6643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ce12093c004929" /><Relationship Type="http://schemas.openxmlformats.org/officeDocument/2006/relationships/slideMaster" Target="/ppt/slideMasters/slideMaster1.xml" Id="Rb3e7288bfadf4f04" /><Relationship Type="http://schemas.openxmlformats.org/officeDocument/2006/relationships/notesMaster" Target="/ppt/notesMasters/notesMaster1.xml" Id="R71a96cb9b2cc44fe" /><Relationship Type="http://schemas.openxmlformats.org/officeDocument/2006/relationships/presProps" Target="/ppt/presProps.xml" Id="R58cfcf9671f04f29" /><Relationship Type="http://schemas.openxmlformats.org/officeDocument/2006/relationships/tableStyles" Target="/ppt/tableStyles.xml" Id="Rbb369d66c7804257" /><Relationship Type="http://schemas.openxmlformats.org/officeDocument/2006/relationships/slide" Target="/ppt/slides/slide1.xml" Id="R6aad498b216f44e1" /><Relationship Type="http://schemas.openxmlformats.org/officeDocument/2006/relationships/slide" Target="/ppt/slides/slide2.xml" Id="R41a515a7a261489f" /><Relationship Type="http://schemas.openxmlformats.org/officeDocument/2006/relationships/slide" Target="/ppt/slides/slide3.xml" Id="Rc3b2378e85d64809" /><Relationship Type="http://schemas.openxmlformats.org/officeDocument/2006/relationships/slide" Target="/ppt/slides/slide4.xml" Id="Rc3d48c18314b40da" /><Relationship Type="http://schemas.openxmlformats.org/officeDocument/2006/relationships/slide" Target="/ppt/slides/slide5.xml" Id="Rcfa7543876a8442f" /><Relationship Type="http://schemas.openxmlformats.org/officeDocument/2006/relationships/slide" Target="/ppt/slides/slide6.xml" Id="Reed2d19fe9c54a02" /><Relationship Type="http://schemas.openxmlformats.org/officeDocument/2006/relationships/slide" Target="/ppt/slides/slide7.xml" Id="Rc0cf81b5b7d1450c" /><Relationship Type="http://schemas.openxmlformats.org/officeDocument/2006/relationships/slide" Target="/ppt/slides/slide8.xml" Id="R3496f10a701b4c5e" /><Relationship Type="http://schemas.openxmlformats.org/officeDocument/2006/relationships/slide" Target="/ppt/slides/slide9.xml" Id="Rbd4a44245f0e4d54" /><Relationship Type="http://schemas.openxmlformats.org/officeDocument/2006/relationships/slide" Target="/ppt/slides/slide10.xml" Id="R77b3f66857944894" /><Relationship Type="http://schemas.openxmlformats.org/officeDocument/2006/relationships/slide" Target="/ppt/slides/slide11.xml" Id="Ra1199b4b8e6643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4f9a48280c49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05b65a6a684aeb" /><Relationship Type="http://schemas.openxmlformats.org/officeDocument/2006/relationships/notesMaster" Target="/ppt/notesMasters/notesMaster1.xml" Id="R444323588dbf44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5e8499e0d74c99" /><Relationship Type="http://schemas.openxmlformats.org/officeDocument/2006/relationships/notesMaster" Target="/ppt/notesMasters/notesMaster1.xml" Id="Rf05c99a0115e40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6b4ef8e97a4ad0" /><Relationship Type="http://schemas.openxmlformats.org/officeDocument/2006/relationships/notesMaster" Target="/ppt/notesMasters/notesMaster1.xml" Id="R65b7ef97c46f47b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489ce741154458" /><Relationship Type="http://schemas.openxmlformats.org/officeDocument/2006/relationships/notesMaster" Target="/ppt/notesMasters/notesMaster1.xml" Id="R65c1ca38616743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f1d16f5348b437a" /><Relationship Type="http://schemas.openxmlformats.org/officeDocument/2006/relationships/notesMaster" Target="/ppt/notesMasters/notesMaster1.xml" Id="Re1e5b956c89d40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a8622b668ab4f7c" /><Relationship Type="http://schemas.openxmlformats.org/officeDocument/2006/relationships/notesMaster" Target="/ppt/notesMasters/notesMaster1.xml" Id="Rde3be451366d446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ed85faf8b104fcf" /><Relationship Type="http://schemas.openxmlformats.org/officeDocument/2006/relationships/notesMaster" Target="/ppt/notesMasters/notesMaster1.xml" Id="R2c5c76bada5344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7400a37672c489a" /><Relationship Type="http://schemas.openxmlformats.org/officeDocument/2006/relationships/notesMaster" Target="/ppt/notesMasters/notesMaster1.xml" Id="Raf1f7810a39641a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ac74539b55c477f" /><Relationship Type="http://schemas.openxmlformats.org/officeDocument/2006/relationships/notesMaster" Target="/ppt/notesMasters/notesMaster1.xml" Id="Rd62207e08d024a9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4a74ec119f64121" /><Relationship Type="http://schemas.openxmlformats.org/officeDocument/2006/relationships/notesMaster" Target="/ppt/notesMasters/notesMaster1.xml" Id="Re3cd9a1d401f40a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acb66c53fa34ef2" /><Relationship Type="http://schemas.openxmlformats.org/officeDocument/2006/relationships/notesMaster" Target="/ppt/notesMasters/notesMaster1.xml" Id="R2809d541cc574e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b364e0e2194b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497de4585e4296" /><Relationship Type="http://schemas.openxmlformats.org/officeDocument/2006/relationships/slideLayout" Target="/ppt/slideLayouts/slideLayout1.xml" Id="Rdf2c211a73a847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2c211a73a847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6dc55eb40b4f07" /><Relationship Type="http://schemas.openxmlformats.org/officeDocument/2006/relationships/notesSlide" Target="/ppt/notesSlides/notesSlide1.xml" Id="R55724122af704f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4b3f594fb447aa" /><Relationship Type="http://schemas.openxmlformats.org/officeDocument/2006/relationships/notesSlide" Target="/ppt/notesSlides/notesSlide2.xml" Id="R5ffc9167f2174f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84abb081d24856" /><Relationship Type="http://schemas.openxmlformats.org/officeDocument/2006/relationships/notesSlide" Target="/ppt/notesSlides/notesSlide3.xml" Id="R6d131fc967f246d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44e376493644a4" /><Relationship Type="http://schemas.openxmlformats.org/officeDocument/2006/relationships/notesSlide" Target="/ppt/notesSlides/notesSlide4.xml" Id="R5f1ba70166df4e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28480437e4427b" /><Relationship Type="http://schemas.openxmlformats.org/officeDocument/2006/relationships/notesSlide" Target="/ppt/notesSlides/notesSlide5.xml" Id="Rcb1ab39bcdb24d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82f9457627405e" /><Relationship Type="http://schemas.openxmlformats.org/officeDocument/2006/relationships/notesSlide" Target="/ppt/notesSlides/notesSlide6.xml" Id="R90a03bcc8c9449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d40c099eeb4c4d" /><Relationship Type="http://schemas.openxmlformats.org/officeDocument/2006/relationships/notesSlide" Target="/ppt/notesSlides/notesSlide7.xml" Id="R2e339a39b55246d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87f01c59a84496" /><Relationship Type="http://schemas.openxmlformats.org/officeDocument/2006/relationships/notesSlide" Target="/ppt/notesSlides/notesSlide8.xml" Id="R219cd81684f7416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cf599faee94301" /><Relationship Type="http://schemas.openxmlformats.org/officeDocument/2006/relationships/notesSlide" Target="/ppt/notesSlides/notesSlide9.xml" Id="R8757ecfd28c7480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10399ac5474490" /><Relationship Type="http://schemas.openxmlformats.org/officeDocument/2006/relationships/notesSlide" Target="/ppt/notesSlides/notesSlide10.xml" Id="Rb206b31420c244a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1eb0e25ac64a4a" /><Relationship Type="http://schemas.openxmlformats.org/officeDocument/2006/relationships/notesSlide" Target="/ppt/notesSlides/notesSlide11.xml" Id="R35319383e54248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5FE88A-17A3-49BD-9A6C-9969AC70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• ELECTRICAL 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A0B3EF-2506-4FBF-BA3B-6A96C8CC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SOP 025 — MCCB / ELCB Testing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B3D2F5-1ED7-4283-A970-6FD31BEB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Safe operating procedure and technician briefing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BFE261-0FE1-4FA4-B80A-D5E67073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C41D82-A764-4B98-9759-AEF7CCA3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343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26EB02-388F-4930-ABB8-E33625C1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1641653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31FF14-5D6D-48B8-B18D-423D5E29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SOP • ELECTRICAL 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F5399E-08D1-414D-811A-11289EF5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55A6E2-BAD1-4A1D-8397-9DC681BA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F694E5-A5F0-4D62-AA4E-555B49A3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17932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6A7622-985E-4CAB-998F-F8784415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F523DC-E995-4DE1-86E4-16D63C51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5DA5CA-7848-4822-B436-E509DC72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7A37D7-0ABC-41F0-AF6F-1ABA350F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954C7F-841C-4928-9DC1-54BA55DB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Procedure identifier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B081A9-AA54-46EF-BECB-DF28B73B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31C8E5-7998-4979-95EE-2A849D67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B57AE7-7866-4B3B-BFFA-2D30CEFA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Controlled source pages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093336-1E46-486A-8571-5777621A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C5E4C6-8219-4C33-A32E-D0F7C96C9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Safe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C9E34A-3B02-455B-B801-061E8060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Task execution 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CDFE08-C6C3-4938-A70B-6C1FBD9D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C764BB-02EB-462F-9D62-1111743D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Electrical Safety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53FC0A-BFCA-4ED3-B3C4-ED4B59C5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130137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057013-F1CA-4CF6-A0B5-27602C64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D24509-3F15-498C-A6D8-7437609E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8F3CC8-F522-46A7-8FF1-1D9B431C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Use competent persons, approved instruments and safe isolation. • Verify ratings, test method and expected trip response.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FD86EC-29C2-4FCA-A21F-AEFB67BC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268138-E8FE-44D4-B41A-D4BDFE7C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results, restore protection and escalate failures. • Complete the checklist, report defects and retain the signed record.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0E25C5-3454-4458-A09C-000F6BA6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3AECBF-D040-45E4-803A-4511FD35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Electrical Safety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9A13B1-2131-4070-85E6-4C27BFD2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512940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A89A11-4514-4E7A-97E7-B1E9006B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36059A-FD13-4FB7-A844-96C6AF29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626B9D-3702-450B-B8EA-3311AD45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 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E742A9-CE17-41DD-B407-6C01A1C8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6387E2-519C-4B57-89B8-9005819A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 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62490C-2D33-4F12-A6A7-AB2BB938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32F10F-65FD-49B5-9293-228C5B32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Electrical Safety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574669-7E4D-4379-8DDD-862F8ED4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39232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195D5B-AF62-4808-954A-C996A3C8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643DE3-4AC5-4421-A83F-F5401F19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409380-C5D2-428B-9C79-1BC8C62D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 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DB79D-DBC7-495F-A909-1AE2FF2F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2754E7-A878-49B9-B4AA-FF6254396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 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B1D434-43F1-4470-BCAF-C4DB2FB9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CFD9A2-1A7E-4DC8-8800-5DE641B8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Electrical Safety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85384C-BC52-4267-9B26-E20A35F1A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63519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F0E344-0B06-487F-A616-611904E3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6AD85D-9784-4477-B04C-FE06E401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4C8516-8A23-4109-A421-47F514C4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7DB902-E83C-4B8A-8F38-054CED3D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99ECD5-F7F9-4A2F-843F-DAE6EFE6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817DC0-D4A1-4E0C-914F-BC61AC1E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6C7694-4EAF-4F95-ABEA-A92B6E0B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160C2A-5F59-4A8D-91DF-66ADEC9E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Electrical Safety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9ED7AF-4ACE-47E9-B994-80B57D90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593169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A01FED-1E61-472B-BD2D-4D52AEBE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F8BD2B-E43F-4E86-9DB1-C0D41C3E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F625E5-BF56-402D-BE0B-109E509A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4522AD-7B42-460F-BEC3-CD726B62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EF35AD-76A5-45AC-99C8-022500F3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4ABE6F-8078-4E3C-B8EF-F429A01A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AFFF78-6938-476B-9B1F-A779C220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D122A5-A038-44A6-B5F2-38B1ABE6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Electrical Safety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254F13-CFE6-4381-B9AE-D3107EEB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67376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2F88F2-B07B-4258-8ABC-0408E990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45DCC4-23EA-41EF-B29E-4CEDA263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DFD5EE-0217-4FB6-824B-F7355CA7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2A6F35-7926-4F76-8542-B5AD8BB9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58FF78-8430-4637-A3C8-236FBBFD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9DFFA8-5FED-446A-84D8-E7A64679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2430B8-58EB-4B25-A21D-70A71913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293E92-46DB-4190-9609-7BD4B6AA9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Electrical Safety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1CB4D4-B3B5-4ABC-9531-AAC6B360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179239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D15332-43C4-4D5F-95D6-69DAA42E4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AF356E-B25D-4DB3-BB29-4AF9AD36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AA5C32-8B04-43FB-B29A-48C1B4B7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E0913A-E497-4078-9BC1-CBF36A1E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084355-A2FD-439A-B0F3-F2284AD61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0C96B1-DA7B-4FB4-BFDC-5E3012EF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C16BB4-D395-4823-8A0C-9822BDC7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06F588-251E-4A83-AE52-28DF262C4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Electrical Safety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4FCFA3-AD34-42C1-8A9C-3FD9FA00D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108507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6DB217-661A-4220-8CA5-C7BF73CD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30F055-9960-4C61-A35D-F01630A0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02DE2F-B64E-434E-B771-AEF2158C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6D947A-5490-4CCE-9CF4-D6EA8F94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2FBA94-7686-4968-B6DE-E6636343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0C2A7B-DD35-4494-9126-9597FB8C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9635BE-35BA-4F62-A3B5-807BDEAB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Electrical Safety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B9B055-6231-4B1A-A2D9-02D1BBC9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950849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2026-08-15T02:50:11.3890000Z</dcterms:created>
  <dcterms:modified xsi:type="dcterms:W3CDTF">2026-08-15T02:50:11.3890000Z</dcterms:modified>
</coreProperties>
</file>