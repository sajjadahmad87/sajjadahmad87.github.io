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e6f50e8d7e4419" /><Relationship Type="http://schemas.openxmlformats.org/officeDocument/2006/relationships/extended-properties" Target="/docProps/app.xml" Id="Rf890851c93904216" /><Relationship Type="http://schemas.openxmlformats.org/officeDocument/2006/relationships/officeDocument" Target="/ppt/presentation.xml" Id="R18dbb678b11847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46277e7593474e"/>
  </p:sldMasterIdLst>
  <p:notesMasterIdLst>
    <p:notesMasterId xmlns:r="http://schemas.openxmlformats.org/officeDocument/2006/relationships" r:id="R2ad71f441bd44917"/>
  </p:notesMasterIdLst>
  <p:sldIdLst>
    <p:sldId xmlns:r="http://schemas.openxmlformats.org/officeDocument/2006/relationships" id="256" r:id="Rd9a2bb86c2cb4178"/>
    <p:sldId xmlns:r="http://schemas.openxmlformats.org/officeDocument/2006/relationships" id="257" r:id="Ra319b2d8fe4c430c"/>
    <p:sldId xmlns:r="http://schemas.openxmlformats.org/officeDocument/2006/relationships" id="258" r:id="R4efaeee3a9f54274"/>
    <p:sldId xmlns:r="http://schemas.openxmlformats.org/officeDocument/2006/relationships" id="259" r:id="R3e2289e5224142a1"/>
    <p:sldId xmlns:r="http://schemas.openxmlformats.org/officeDocument/2006/relationships" id="260" r:id="R1cf88254a00644d1"/>
    <p:sldId xmlns:r="http://schemas.openxmlformats.org/officeDocument/2006/relationships" id="261" r:id="R99ebd449388045b0"/>
    <p:sldId xmlns:r="http://schemas.openxmlformats.org/officeDocument/2006/relationships" id="262" r:id="R934d19630dbc4ec5"/>
    <p:sldId xmlns:r="http://schemas.openxmlformats.org/officeDocument/2006/relationships" id="263" r:id="R93d27719867943a8"/>
    <p:sldId xmlns:r="http://schemas.openxmlformats.org/officeDocument/2006/relationships" id="264" r:id="R7be2c11f3ae04ee8"/>
    <p:sldId xmlns:r="http://schemas.openxmlformats.org/officeDocument/2006/relationships" id="265" r:id="R82f1c74cd32140c6"/>
    <p:sldId xmlns:r="http://schemas.openxmlformats.org/officeDocument/2006/relationships" id="266" r:id="R4163707819a34b90"/>
    <p:sldId xmlns:r="http://schemas.openxmlformats.org/officeDocument/2006/relationships" id="267" r:id="Ra31257ddc99343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38226175f349a8" /><Relationship Type="http://schemas.openxmlformats.org/officeDocument/2006/relationships/slideMaster" Target="/ppt/slideMasters/slideMaster1.xml" Id="Rf846277e7593474e" /><Relationship Type="http://schemas.openxmlformats.org/officeDocument/2006/relationships/notesMaster" Target="/ppt/notesMasters/notesMaster1.xml" Id="R2ad71f441bd44917" /><Relationship Type="http://schemas.openxmlformats.org/officeDocument/2006/relationships/presProps" Target="/ppt/presProps.xml" Id="R995ff7a125724c65" /><Relationship Type="http://schemas.openxmlformats.org/officeDocument/2006/relationships/tableStyles" Target="/ppt/tableStyles.xml" Id="R2cb05517166b4c13" /><Relationship Type="http://schemas.openxmlformats.org/officeDocument/2006/relationships/slide" Target="/ppt/slides/slide1.xml" Id="Rd9a2bb86c2cb4178" /><Relationship Type="http://schemas.openxmlformats.org/officeDocument/2006/relationships/slide" Target="/ppt/slides/slide2.xml" Id="Ra319b2d8fe4c430c" /><Relationship Type="http://schemas.openxmlformats.org/officeDocument/2006/relationships/slide" Target="/ppt/slides/slide3.xml" Id="R4efaeee3a9f54274" /><Relationship Type="http://schemas.openxmlformats.org/officeDocument/2006/relationships/slide" Target="/ppt/slides/slide4.xml" Id="R3e2289e5224142a1" /><Relationship Type="http://schemas.openxmlformats.org/officeDocument/2006/relationships/slide" Target="/ppt/slides/slide5.xml" Id="R1cf88254a00644d1" /><Relationship Type="http://schemas.openxmlformats.org/officeDocument/2006/relationships/slide" Target="/ppt/slides/slide6.xml" Id="R99ebd449388045b0" /><Relationship Type="http://schemas.openxmlformats.org/officeDocument/2006/relationships/slide" Target="/ppt/slides/slide7.xml" Id="R934d19630dbc4ec5" /><Relationship Type="http://schemas.openxmlformats.org/officeDocument/2006/relationships/slide" Target="/ppt/slides/slide8.xml" Id="R93d27719867943a8" /><Relationship Type="http://schemas.openxmlformats.org/officeDocument/2006/relationships/slide" Target="/ppt/slides/slide9.xml" Id="R7be2c11f3ae04ee8" /><Relationship Type="http://schemas.openxmlformats.org/officeDocument/2006/relationships/slide" Target="/ppt/slides/slide10.xml" Id="R82f1c74cd32140c6" /><Relationship Type="http://schemas.openxmlformats.org/officeDocument/2006/relationships/slide" Target="/ppt/slides/slide11.xml" Id="R4163707819a34b90" /><Relationship Type="http://schemas.openxmlformats.org/officeDocument/2006/relationships/slide" Target="/ppt/slides/slide12.xml" Id="Ra31257ddc99343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8c6aa49fd440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0c526ff31a4c3f" /><Relationship Type="http://schemas.openxmlformats.org/officeDocument/2006/relationships/notesMaster" Target="/ppt/notesMasters/notesMaster1.xml" Id="Rbed8df7ec8a743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02e99ca7ce4aff" /><Relationship Type="http://schemas.openxmlformats.org/officeDocument/2006/relationships/notesMaster" Target="/ppt/notesMasters/notesMaster1.xml" Id="Rca06062bbbf2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57cf4dd34e4293" /><Relationship Type="http://schemas.openxmlformats.org/officeDocument/2006/relationships/notesMaster" Target="/ppt/notesMasters/notesMaster1.xml" Id="Rd2d29ce5608040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fa847d8f2b4217" /><Relationship Type="http://schemas.openxmlformats.org/officeDocument/2006/relationships/notesMaster" Target="/ppt/notesMasters/notesMaster1.xml" Id="Rb6f9ad4bd53141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a6fa68eca54f67" /><Relationship Type="http://schemas.openxmlformats.org/officeDocument/2006/relationships/notesMaster" Target="/ppt/notesMasters/notesMaster1.xml" Id="R286d89b494234d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25f0db3a4e4e3a" /><Relationship Type="http://schemas.openxmlformats.org/officeDocument/2006/relationships/notesMaster" Target="/ppt/notesMasters/notesMaster1.xml" Id="Ra9e2accd39e148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baed37a7044698" /><Relationship Type="http://schemas.openxmlformats.org/officeDocument/2006/relationships/notesMaster" Target="/ppt/notesMasters/notesMaster1.xml" Id="R3ed20bb78bfe4a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905a1253da494e" /><Relationship Type="http://schemas.openxmlformats.org/officeDocument/2006/relationships/notesMaster" Target="/ppt/notesMasters/notesMaster1.xml" Id="R72231e28936d40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954db733ad4d8c" /><Relationship Type="http://schemas.openxmlformats.org/officeDocument/2006/relationships/notesMaster" Target="/ppt/notesMasters/notesMaster1.xml" Id="R8279ce02322f46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61e6b1e02447e0" /><Relationship Type="http://schemas.openxmlformats.org/officeDocument/2006/relationships/notesMaster" Target="/ppt/notesMasters/notesMaster1.xml" Id="R200359af0cef4d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91a40897b14909" /><Relationship Type="http://schemas.openxmlformats.org/officeDocument/2006/relationships/notesMaster" Target="/ppt/notesMasters/notesMaster1.xml" Id="R1a9fc01b533442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e5b9f439074cc0" /><Relationship Type="http://schemas.openxmlformats.org/officeDocument/2006/relationships/notesMaster" Target="/ppt/notesMasters/notesMaster1.xml" Id="R0ff3f019b87445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3af6161dc4e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a2778958034e41" /><Relationship Type="http://schemas.openxmlformats.org/officeDocument/2006/relationships/slideLayout" Target="/ppt/slideLayouts/slideLayout1.xml" Id="Rd5a03203784e41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a03203784e41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00e10c36b4970" /><Relationship Type="http://schemas.openxmlformats.org/officeDocument/2006/relationships/notesSlide" Target="/ppt/notesSlides/notesSlide1.xml" Id="R476abdcfd84a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a80d95cec4036" /><Relationship Type="http://schemas.openxmlformats.org/officeDocument/2006/relationships/notesSlide" Target="/ppt/notesSlides/notesSlide2.xml" Id="R69fba82c26c047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489916bea4c88" /><Relationship Type="http://schemas.openxmlformats.org/officeDocument/2006/relationships/notesSlide" Target="/ppt/notesSlides/notesSlide3.xml" Id="R8089aac939fd43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973013b3b4ddb" /><Relationship Type="http://schemas.openxmlformats.org/officeDocument/2006/relationships/notesSlide" Target="/ppt/notesSlides/notesSlide4.xml" Id="R1962098ab8c54f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7d50240e94041" /><Relationship Type="http://schemas.openxmlformats.org/officeDocument/2006/relationships/notesSlide" Target="/ppt/notesSlides/notesSlide5.xml" Id="Raebff1a01e724d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ef90487b74700" /><Relationship Type="http://schemas.openxmlformats.org/officeDocument/2006/relationships/notesSlide" Target="/ppt/notesSlides/notesSlide6.xml" Id="Rdc7b4720978847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9b58e048d435b" /><Relationship Type="http://schemas.openxmlformats.org/officeDocument/2006/relationships/notesSlide" Target="/ppt/notesSlides/notesSlide7.xml" Id="Red36411d7d9b47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ffa0b5dba4101" /><Relationship Type="http://schemas.openxmlformats.org/officeDocument/2006/relationships/notesSlide" Target="/ppt/notesSlides/notesSlide8.xml" Id="Rc6f8b8a72bfd4d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ae2c352fb4f22" /><Relationship Type="http://schemas.openxmlformats.org/officeDocument/2006/relationships/notesSlide" Target="/ppt/notesSlides/notesSlide9.xml" Id="R1c2a68a538ef4a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8f1432c944770" /><Relationship Type="http://schemas.openxmlformats.org/officeDocument/2006/relationships/notesSlide" Target="/ppt/notesSlides/notesSlide10.xml" Id="Rc7d417ed568f4f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b7e72c84b4428" /><Relationship Type="http://schemas.openxmlformats.org/officeDocument/2006/relationships/notesSlide" Target="/ppt/notesSlides/notesSlide11.xml" Id="R385f615fd1854b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af4f53ef54519" /><Relationship Type="http://schemas.openxmlformats.org/officeDocument/2006/relationships/notesSlide" Target="/ppt/notesSlides/notesSlide12.xml" Id="R2be705d0652847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D3A15-C790-47F7-BD42-DE5237B6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OCCUPATIONAL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15DBE-4496-450B-88AA-222EFABD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026 — Noise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38D2A-E8A3-4C45-AC02-436BBB3A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4A116-A16D-4FF1-B07F-857F2C47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1C277-FDF0-489A-B567-EB53370F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E0A9B-B86A-43B4-957A-3128F90E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080838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62AE7-5BF8-4013-A98B-7CE31777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OCCUPATIONAL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C8B35-5C69-43E1-AF90-40810E07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833CE-666B-42D9-AD56-0778A2B4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5BD24-6406-4448-8F39-1E9A4B66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1382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EEDD4-96AF-4127-AD1A-05910869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728E4-DF57-4A1F-B77C-31277753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D67A5-C1D7-4E8B-8957-74A23E5B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23004-92B5-4C77-B266-556CCF25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3ED76-8E8A-4A92-B28D-E088D463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BE5C8-EADE-47A8-9175-A80D5B80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FBB36-96CD-4377-9545-0E5206A5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55A32-CF6B-4C2B-B12A-69E61625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C1E01-25C8-4FED-A175-95402C77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E3C45-366B-48D1-B902-F93FE6E5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8FD38-D63A-4CCE-8F5F-AB65A386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B55A0-9DBD-40C2-BE8E-D146131B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6AB72-A97A-408E-B796-8AF1FF43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57588-0145-4769-ACD6-2BBFFAE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0906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CAE11-139A-4D04-8E1F-FBC21080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826D7-4B15-4A90-B9A4-9107B3FB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DA0E4-CD21-4A17-9871-16D6F6EB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a calibrated instrument and representative operating conditions. • Map exposure locations and duration, not only spot levels.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6C6B8-5508-440F-ABEB-1DC95C77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377E6-A602-4318-B67A-3744DA47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Apply engineering, administrative and hearing-protection controls.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2C554-5069-4387-9350-4F0BE128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49FDE-BA98-4D4F-9C7F-AE977B54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B9863-F592-4C2C-9D4A-4C102100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9019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A8678-750C-4387-9B8F-66DEE733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B69F5-E664-41D6-A3AD-4F15E205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46286-C560-4526-B902-B0A82836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D16ED-04CC-4589-AB65-4BE1782B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C3DCD-6AF3-4FFF-B467-84FCB295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1B916-04C7-49CD-A4D6-32FE5E5B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DC21B-6E9F-4434-A052-4CD7043D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FF344-3638-472C-B33C-072DBD08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35674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51C45-E739-4FEE-BEA0-C35A7E2C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F5CC1-FC9E-4F45-8FC5-1887FDE6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4C2E1-8DAF-4FA5-8495-3845143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49022-2B38-4ED2-B4BB-28ABC5AD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56379-6EB9-4D78-B924-4B0A1092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C704C-325F-4500-8D79-5B804A74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747AA-1B13-4352-9348-AE97CCB6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A5C2D-5B7F-4C3E-9073-B052F014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0415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67EA1-398B-432A-A20A-8C0C47C4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856A4-8211-41C3-B6A6-BCE7B768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1972D-C150-4355-A2F2-5CEEA6C8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28B9A-3CF6-43E9-82B3-3A4EF12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14569-5CCC-4AE0-A430-FC87F158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32D1E-4225-437E-A1A4-AF687E45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BBC0C-74DF-4A6B-AA55-F10B315D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BBA3A-5F17-40D6-9EC1-3CDF5553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1029E-ED95-4790-88BD-AD4F51DA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2066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C38C7-58F4-4AEA-8654-572E4ED7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AB90C-871F-4CEF-9A9F-5DADC6FB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3AE2F-3DBF-4134-A8C6-9BE698EC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43860-FFE5-4780-9303-6C7E6E58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F81E7-C6BA-4DCF-94A3-6E4DBD97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5DEDF-7DD2-4144-BDD2-A2B6C977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54A30-BB3C-4CC1-8A0E-0F9DBDF9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E1B9A-BC46-46F0-A320-E253F5A3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DDAC1-37A7-4C05-AE1A-5BDBA5BD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1632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F9CD2-0613-43F2-868C-9C64065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9BABB-8041-480F-ABFC-3444957E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E002E-1413-4456-BF14-FAF6AC41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2DBB5-8300-45D4-9389-769B44E6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E9CDC-9C39-4452-8DE3-378C6BA4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A4E3A-D47D-49BA-B910-FC72A17C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5E8FF-2518-4F36-870F-CB8DD466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B8F1E-3E27-437E-BB6A-8F6A4989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D5EC3-34EF-4004-A608-1389349C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395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2489D-2406-426B-94D4-2E6D5763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CF968-D2DB-4F67-A6FF-5FF28C73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8FF8B-4B51-4C60-9965-89F553B8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C6033-14D9-4A34-AEB1-F7B0EEFF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F4CD0-C245-4D4B-98E2-5EF4D156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D1D96-E502-49AD-8B43-C89266E6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1B2A0-AC6D-4C28-B46A-8A4FFB93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C83C9-EEDB-46E7-A14A-F5BDDF36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EB499-5D22-41EB-906E-C2577411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769496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F9C7F-07B4-4225-BC09-B762989B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3E9A8-DE04-4B57-BA75-826C2109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C31E1-2F50-4B69-B3B8-11B2188D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2B5E9-8531-4C9B-AF35-90C0BA36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B69BE-F64B-4AFB-997A-726D96BA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FF41A-42D2-4EF5-A6D9-AA3DAF5B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7F9EB-6BEA-4DFB-95C9-FB604DD0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1420F-E809-48B7-980A-5F37A94C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819AD-649F-4BD4-A241-38E1A00A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06167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CEAE1-9D2C-4498-B10A-9D347DEA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84E90-AAB7-4103-B6EC-FE38900D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1D42B-1C4F-43CD-8A22-820B369C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BEB39-9584-451C-8C7F-FB690316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3F479-7388-465F-B797-B9754F00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D3EAC-D7C3-4A45-83E3-E83478DD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0F38D-C59E-4222-B2F4-0076D6F1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7D0EB-8A0E-4D7C-8A55-FB4E87AE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62991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2026-08-15T02:50:11.7280000Z</dcterms:created>
  <dcterms:modified xsi:type="dcterms:W3CDTF">2026-08-15T02:50:11.7280000Z</dcterms:modified>
</coreProperties>
</file>