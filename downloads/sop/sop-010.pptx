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3db6c8a119c4248" /><Relationship Type="http://schemas.openxmlformats.org/officeDocument/2006/relationships/extended-properties" Target="/docProps/app.xml" Id="R8971694c8b454ddf" /><Relationship Type="http://schemas.openxmlformats.org/officeDocument/2006/relationships/officeDocument" Target="/ppt/presentation.xml" Id="Rdf64566d1bea430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6f516e4053947ab"/>
  </p:sldMasterIdLst>
  <p:notesMasterIdLst>
    <p:notesMasterId xmlns:r="http://schemas.openxmlformats.org/officeDocument/2006/relationships" r:id="Ra76491243be24cf4"/>
  </p:notesMasterIdLst>
  <p:sldIdLst>
    <p:sldId xmlns:r="http://schemas.openxmlformats.org/officeDocument/2006/relationships" id="256" r:id="R34ae826fe84d47de"/>
    <p:sldId xmlns:r="http://schemas.openxmlformats.org/officeDocument/2006/relationships" id="257" r:id="Rb5690149cfbb47a9"/>
    <p:sldId xmlns:r="http://schemas.openxmlformats.org/officeDocument/2006/relationships" id="258" r:id="R7b39f9b489224692"/>
    <p:sldId xmlns:r="http://schemas.openxmlformats.org/officeDocument/2006/relationships" id="259" r:id="R2c595d46d667401c"/>
    <p:sldId xmlns:r="http://schemas.openxmlformats.org/officeDocument/2006/relationships" id="260" r:id="R1a6e38acc5bf4582"/>
    <p:sldId xmlns:r="http://schemas.openxmlformats.org/officeDocument/2006/relationships" id="261" r:id="R25c2c66cd0c04f54"/>
    <p:sldId xmlns:r="http://schemas.openxmlformats.org/officeDocument/2006/relationships" id="262" r:id="R258e00f08a0d4902"/>
    <p:sldId xmlns:r="http://schemas.openxmlformats.org/officeDocument/2006/relationships" id="263" r:id="Rfa27d87e54a74e5a"/>
    <p:sldId xmlns:r="http://schemas.openxmlformats.org/officeDocument/2006/relationships" id="264" r:id="R0c3d4504282a4f70"/>
    <p:sldId xmlns:r="http://schemas.openxmlformats.org/officeDocument/2006/relationships" id="265" r:id="Re6953aa4388645e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0d6b14a712d4726" /><Relationship Type="http://schemas.openxmlformats.org/officeDocument/2006/relationships/slideMaster" Target="/ppt/slideMasters/slideMaster1.xml" Id="R16f516e4053947ab" /><Relationship Type="http://schemas.openxmlformats.org/officeDocument/2006/relationships/notesMaster" Target="/ppt/notesMasters/notesMaster1.xml" Id="Ra76491243be24cf4" /><Relationship Type="http://schemas.openxmlformats.org/officeDocument/2006/relationships/presProps" Target="/ppt/presProps.xml" Id="R034153ba0f84468f" /><Relationship Type="http://schemas.openxmlformats.org/officeDocument/2006/relationships/tableStyles" Target="/ppt/tableStyles.xml" Id="R85884d59fa644837" /><Relationship Type="http://schemas.openxmlformats.org/officeDocument/2006/relationships/slide" Target="/ppt/slides/slide1.xml" Id="R34ae826fe84d47de" /><Relationship Type="http://schemas.openxmlformats.org/officeDocument/2006/relationships/slide" Target="/ppt/slides/slide2.xml" Id="Rb5690149cfbb47a9" /><Relationship Type="http://schemas.openxmlformats.org/officeDocument/2006/relationships/slide" Target="/ppt/slides/slide3.xml" Id="R7b39f9b489224692" /><Relationship Type="http://schemas.openxmlformats.org/officeDocument/2006/relationships/slide" Target="/ppt/slides/slide4.xml" Id="R2c595d46d667401c" /><Relationship Type="http://schemas.openxmlformats.org/officeDocument/2006/relationships/slide" Target="/ppt/slides/slide5.xml" Id="R1a6e38acc5bf4582" /><Relationship Type="http://schemas.openxmlformats.org/officeDocument/2006/relationships/slide" Target="/ppt/slides/slide6.xml" Id="R25c2c66cd0c04f54" /><Relationship Type="http://schemas.openxmlformats.org/officeDocument/2006/relationships/slide" Target="/ppt/slides/slide7.xml" Id="R258e00f08a0d4902" /><Relationship Type="http://schemas.openxmlformats.org/officeDocument/2006/relationships/slide" Target="/ppt/slides/slide8.xml" Id="Rfa27d87e54a74e5a" /><Relationship Type="http://schemas.openxmlformats.org/officeDocument/2006/relationships/slide" Target="/ppt/slides/slide9.xml" Id="R0c3d4504282a4f70" /><Relationship Type="http://schemas.openxmlformats.org/officeDocument/2006/relationships/slide" Target="/ppt/slides/slide10.xml" Id="Re6953aa4388645e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22c5b86bde247b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44804ebe3c547d0" /><Relationship Type="http://schemas.openxmlformats.org/officeDocument/2006/relationships/notesMaster" Target="/ppt/notesMasters/notesMaster1.xml" Id="R2d5b634bc0b4493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3570fe6d1cc4dfb" /><Relationship Type="http://schemas.openxmlformats.org/officeDocument/2006/relationships/notesMaster" Target="/ppt/notesMasters/notesMaster1.xml" Id="R83215cfc2362423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cd0d8113b854d66" /><Relationship Type="http://schemas.openxmlformats.org/officeDocument/2006/relationships/notesMaster" Target="/ppt/notesMasters/notesMaster1.xml" Id="R7a40d4d49a4c438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cc47036971c4180" /><Relationship Type="http://schemas.openxmlformats.org/officeDocument/2006/relationships/notesMaster" Target="/ppt/notesMasters/notesMaster1.xml" Id="R7197778ddf49483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c6b5795ceba4d97" /><Relationship Type="http://schemas.openxmlformats.org/officeDocument/2006/relationships/notesMaster" Target="/ppt/notesMasters/notesMaster1.xml" Id="R8d94e3b6a11d420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715e3c77b314ca9" /><Relationship Type="http://schemas.openxmlformats.org/officeDocument/2006/relationships/notesMaster" Target="/ppt/notesMasters/notesMaster1.xml" Id="Rf7142eb4893f45f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b0cef4f68664c73" /><Relationship Type="http://schemas.openxmlformats.org/officeDocument/2006/relationships/notesMaster" Target="/ppt/notesMasters/notesMaster1.xml" Id="Rd337e140551a479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ec5defb601c4cfc" /><Relationship Type="http://schemas.openxmlformats.org/officeDocument/2006/relationships/notesMaster" Target="/ppt/notesMasters/notesMaster1.xml" Id="Re2c39fa9af05453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402be985bba47ca" /><Relationship Type="http://schemas.openxmlformats.org/officeDocument/2006/relationships/notesMaster" Target="/ppt/notesMasters/notesMaster1.xml" Id="R287a9306b5b5430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6792cbc61b34f57" /><Relationship Type="http://schemas.openxmlformats.org/officeDocument/2006/relationships/notesMaster" Target="/ppt/notesMasters/notesMaster1.xml" Id="R459bd3e0b01e42f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736648df0b4c8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72f023b73c2454d" /><Relationship Type="http://schemas.openxmlformats.org/officeDocument/2006/relationships/slideLayout" Target="/ppt/slideLayouts/slideLayout1.xml" Id="R710dc62114864f1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10dc62114864f1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c9348f0f2d498b" /><Relationship Type="http://schemas.openxmlformats.org/officeDocument/2006/relationships/notesSlide" Target="/ppt/notesSlides/notesSlide1.xml" Id="Rd4a64fd3cc744d6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97937d88614b81" /><Relationship Type="http://schemas.openxmlformats.org/officeDocument/2006/relationships/notesSlide" Target="/ppt/notesSlides/notesSlide2.xml" Id="Rc5efd913b9024a5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bdd0fc0cdd421b" /><Relationship Type="http://schemas.openxmlformats.org/officeDocument/2006/relationships/notesSlide" Target="/ppt/notesSlides/notesSlide3.xml" Id="R6dc590c4d76f4bb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9fc299631c4b9a" /><Relationship Type="http://schemas.openxmlformats.org/officeDocument/2006/relationships/notesSlide" Target="/ppt/notesSlides/notesSlide4.xml" Id="R0d9b75d3677e4e1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e6076bb71a4f71" /><Relationship Type="http://schemas.openxmlformats.org/officeDocument/2006/relationships/notesSlide" Target="/ppt/notesSlides/notesSlide5.xml" Id="R5245d316031b43e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ab1fd05e1945f9" /><Relationship Type="http://schemas.openxmlformats.org/officeDocument/2006/relationships/notesSlide" Target="/ppt/notesSlides/notesSlide6.xml" Id="R967465576de24ba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858ad169bb4c30" /><Relationship Type="http://schemas.openxmlformats.org/officeDocument/2006/relationships/notesSlide" Target="/ppt/notesSlides/notesSlide7.xml" Id="Reb84bf3b2e494ff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e369933a8e4656" /><Relationship Type="http://schemas.openxmlformats.org/officeDocument/2006/relationships/notesSlide" Target="/ppt/notesSlides/notesSlide8.xml" Id="Rfbb03090970a46a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7f640b95144983" /><Relationship Type="http://schemas.openxmlformats.org/officeDocument/2006/relationships/notesSlide" Target="/ppt/notesSlides/notesSlide9.xml" Id="R50e9e3903cd34ec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c2d87f965a41d7" /><Relationship Type="http://schemas.openxmlformats.org/officeDocument/2006/relationships/notesSlide" Target="/ppt/notesSlides/notesSlide10.xml" Id="R62e59540a5ff452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2F9FF5-D67C-4281-8195-BA4BF4B0D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SOP • MATERIAL HANDLING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EAD8A1-047F-4360-9227-375CD6897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55245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SOP 010 — Drum Pallet Lifter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19695B-E196-4CCD-988F-B10400E84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5524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Safe operating procedure and technician briefing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8F2EA7-B11F-4AFD-AB8F-F23CF24D3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0050"/>
            <a:ext cx="5524500" cy="560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A75CA6-F4E1-49EC-951D-1887E1626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81250"/>
            <a:ext cx="4343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TECHNICAL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1F2254-C480-4C37-BBA9-D912E5856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TECHNICAL TRAINING RESOURCE</a:t>
            </a:r>
          </a:p>
        </p:txBody>
      </p:sp>
    </p:spTree>
    <p:extLst>
      <p:ext uri="{BB962C8B-B14F-4D97-AF65-F5344CB8AC3E}">
        <p14:creationId xmlns:p14="http://schemas.microsoft.com/office/powerpoint/2010/main" val="10965755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48856E-E1A2-4959-B782-C1150CAEF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SOP • MATERIAL HANDLING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8DCC76-0EEE-41C4-A027-24F5661C1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10287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Source to practice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30EAE4-8544-4B6D-9B25-431143DCF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9E2E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9E2EC"/>
                </a:solidFill>
                <a:latin typeface="Arial"/>
                <a:ea typeface="Arial"/>
                <a:cs typeface="Arial"/>
              </a:rPr>
              <a:t>Evidence, interpretation and technician application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DED09A-10A8-42C0-BAF2-430B5951C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524500"/>
            <a:ext cx="114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82111938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BBD304-71C3-4BEC-BE4F-949659B8A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KEY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540B39-4B69-42F8-88C8-A188B43BB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 controlled technical reference for safe maintenance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FEE55B-2D6A-4C87-B645-B452C5FB3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55FF9C-60DE-41AA-8D59-1A9D7C2A2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SOP 010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367854-DF6A-4F53-A23F-DEE8721C3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Procedure identifier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149D9A-9A38-4125-BF67-B5586BAA1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967FE3-2644-4601-965F-8800E5436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00BE6E-363D-4E4A-B39F-75D2692A6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Controlled source pages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54DD57-D462-4269-B05F-75C702A44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1F184C-E040-4E6B-A68F-8841CDB53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Safe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2CE5F8-71B6-4946-A23B-3E7D96ABE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Task execution objective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27009E-B050-443F-941B-340DE729E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B1CADC-5454-4814-8F19-9FF10D557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Material Handling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644980-DC2E-4894-8074-6DA753F28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448497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8A13B5-53AD-4433-B44A-DD233C905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9EEE07-700C-42DB-967D-CCF138137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Use the manual as a machine-specific working reference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2F0612-E9F7-42F8-A6A8-D63657595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Inspect wheels, forks, hydraulics and rated capacity. • Secure the drum and keep hands and feet clear.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44128D-09F9-4641-BA2A-B6FA9E4B3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33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552DAF-9358-4A35-A6BC-D3FC931E8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Travel slowly on a clear, level route. • Complete the checklist, report defects and retain the signed record.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D7D947-51C5-441F-BF06-DB9AE8238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BA3C7B-0D0B-401D-8358-815B0A49D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Material Handling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90A16C-3F88-4D46-ABBF-1BB0BCD46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4020583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FCD627-9147-4A90-84C6-6BD196A2A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CD4C13-A568-49B9-842F-5FB87F286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Apply a consistent safe-work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07A481-068F-41BC-BE9A-1F17C5C2D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Confirm machine identity, model and document revision. • Isolate all energy sources and prove a safe state before access.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6CEF8C-14BA-4FAC-B273-E9CE8BD46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33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268DEF-1C82-462A-8631-1D6588A33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Inspect, measure and diagnose before replacing components. • Function-test safeguards and record the completed work.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5648F3-4218-4092-B89F-5FBB4BA64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E8F6CA-960F-48CC-AD64-E653ECFE5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Material Handling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2F0DB3-6076-48C5-AFCC-9E637B8B3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4969184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EDEA81-78A6-4C21-8335-297679671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9C1F3A-2B83-47C5-80C1-90A9B08AC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Parts and settings require configuration control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191FEC-15B1-46F2-B760-4ACB2DE35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Record original settings and connections before adjustment. • Use exact part numbers or approved supersessions.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388D07-AB51-472C-B53D-D24FE07C9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33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2F8709-C5BB-4B9F-A9A4-CE38B6BFD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Preserve firmware, program and parameter backups where applicable. • Update the maintenance history after each intervention.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78E819-D028-4D82-B923-5039F7ABF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AD7E79-5DF8-4303-AB58-39CB52E99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Material Handling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540D0A-9466-454C-A5FF-85968483D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9578691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93BD2A-E68D-4C39-A0BA-CBAB4FA35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9677B5-1629-40B8-8681-2932E5F1A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B21CC5-DC75-477B-8BA8-8829E58B4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B3F770-DA79-4154-A710-222CF1478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63C947-63BE-4E83-8007-033BBCDF3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387B4C-52BE-42E4-AF5F-261CD29D9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3E197D-4C57-4F36-B697-E52E3FCD5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A753E1-DBA6-4BC2-83CF-8F36F19CD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Material Handling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7C6248-64D4-451E-9062-E9602C134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32673771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F8779E-818C-4841-84B4-C296AD676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7D172C-14D5-4444-9202-E3B1C0B07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70BD47-3498-4F14-B054-BCA0BD270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C692E4-F459-43DE-9469-D71C5CF76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9BC1FE-1E4A-4572-A972-C28EE2090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6D8D0B-9C68-4F3B-B554-06C6BA2A8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F726C5-900A-44F1-8415-76B76BEB3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6586A8-710D-4FCA-8C46-A9AB151B0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Material Handling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A20CEC-FE0A-42C9-B9A8-FEE01479A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33190759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9BC53B-BFC4-44F3-9BBD-31714E1B6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02922B-3D81-43A8-8EAF-3EED4CAC0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E8CD14-531E-4AC1-A11F-A044DF059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B5906D-2E04-490C-B9BA-93BA4EBBC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4342D4-DCE7-4A2E-B14B-DA8733D67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C49935-BD4D-476F-80B4-B2CD66D08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E970E0-F6C9-42C3-B75F-BB1E0744A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924E5D-8955-4126-9058-18976F60E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Material Handling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926920-B422-4332-BB81-A37447DA7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40209526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3DEB7A-F974-4B59-9C3C-401B506AC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COMPETENCY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B4E928-0BF8-48A3-BA44-7F05E493E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What technicians must retain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D5DF9F-A741-41CC-BB5A-2F866D159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Identify the correct controlled source before work. • Verify readings, configuration and acceptance criteria.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AD04BF-9143-4195-8207-68B543FDE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33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DADBC6-16A8-427B-9F38-20DB57F69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Preserve evidence and escalate unresolved deviations. • Complete safe isolation, functional testing and handover records.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9F84A2-4779-4EB1-B3A3-5242CD0B2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86E983-B63A-4EC0-95C8-1A78E0CB4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Material Handling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DDD039-A4C0-4829-8FDA-9CDE4400D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4907195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2026-08-15T02:50:07.3670000Z</dcterms:created>
  <dcterms:modified xsi:type="dcterms:W3CDTF">2026-08-15T02:50:07.3670000Z</dcterms:modified>
</coreProperties>
</file>