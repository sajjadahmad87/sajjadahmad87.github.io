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fe7fa6af347ec" /><Relationship Type="http://schemas.openxmlformats.org/officeDocument/2006/relationships/extended-properties" Target="/docProps/app.xml" Id="R831041ce6ea2451d" /><Relationship Type="http://schemas.openxmlformats.org/officeDocument/2006/relationships/officeDocument" Target="/ppt/presentation.xml" Id="R2a1fc2c82569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e1d81492ac468a"/>
  </p:sldMasterIdLst>
  <p:notesMasterIdLst>
    <p:notesMasterId xmlns:r="http://schemas.openxmlformats.org/officeDocument/2006/relationships" r:id="R95886b12ad7543eb"/>
  </p:notesMasterIdLst>
  <p:sldIdLst>
    <p:sldId xmlns:r="http://schemas.openxmlformats.org/officeDocument/2006/relationships" id="256" r:id="Rd6a9f26b93b44424"/>
    <p:sldId xmlns:r="http://schemas.openxmlformats.org/officeDocument/2006/relationships" id="257" r:id="Rf91d529780a142ea"/>
    <p:sldId xmlns:r="http://schemas.openxmlformats.org/officeDocument/2006/relationships" id="258" r:id="R9808c549426a4f78"/>
    <p:sldId xmlns:r="http://schemas.openxmlformats.org/officeDocument/2006/relationships" id="259" r:id="Rfe1ee56b77dc465b"/>
    <p:sldId xmlns:r="http://schemas.openxmlformats.org/officeDocument/2006/relationships" id="260" r:id="Rf73bf2682d1442db"/>
    <p:sldId xmlns:r="http://schemas.openxmlformats.org/officeDocument/2006/relationships" id="261" r:id="Raefff1f17aea4873"/>
    <p:sldId xmlns:r="http://schemas.openxmlformats.org/officeDocument/2006/relationships" id="262" r:id="Rd86549c758ed4597"/>
    <p:sldId xmlns:r="http://schemas.openxmlformats.org/officeDocument/2006/relationships" id="263" r:id="Rb53490cf212742c3"/>
    <p:sldId xmlns:r="http://schemas.openxmlformats.org/officeDocument/2006/relationships" id="264" r:id="R7f3f3afca8364da3"/>
    <p:sldId xmlns:r="http://schemas.openxmlformats.org/officeDocument/2006/relationships" id="265" r:id="R31f2636b83ed41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4d68136c774594" /><Relationship Type="http://schemas.openxmlformats.org/officeDocument/2006/relationships/slideMaster" Target="/ppt/slideMasters/slideMaster1.xml" Id="R99e1d81492ac468a" /><Relationship Type="http://schemas.openxmlformats.org/officeDocument/2006/relationships/notesMaster" Target="/ppt/notesMasters/notesMaster1.xml" Id="R95886b12ad7543eb" /><Relationship Type="http://schemas.openxmlformats.org/officeDocument/2006/relationships/presProps" Target="/ppt/presProps.xml" Id="R6c964fb86e0344dc" /><Relationship Type="http://schemas.openxmlformats.org/officeDocument/2006/relationships/tableStyles" Target="/ppt/tableStyles.xml" Id="R16867aa0a8f14dd9" /><Relationship Type="http://schemas.openxmlformats.org/officeDocument/2006/relationships/slide" Target="/ppt/slides/slide1.xml" Id="Rd6a9f26b93b44424" /><Relationship Type="http://schemas.openxmlformats.org/officeDocument/2006/relationships/slide" Target="/ppt/slides/slide2.xml" Id="Rf91d529780a142ea" /><Relationship Type="http://schemas.openxmlformats.org/officeDocument/2006/relationships/slide" Target="/ppt/slides/slide3.xml" Id="R9808c549426a4f78" /><Relationship Type="http://schemas.openxmlformats.org/officeDocument/2006/relationships/slide" Target="/ppt/slides/slide4.xml" Id="Rfe1ee56b77dc465b" /><Relationship Type="http://schemas.openxmlformats.org/officeDocument/2006/relationships/slide" Target="/ppt/slides/slide5.xml" Id="Rf73bf2682d1442db" /><Relationship Type="http://schemas.openxmlformats.org/officeDocument/2006/relationships/slide" Target="/ppt/slides/slide6.xml" Id="Raefff1f17aea4873" /><Relationship Type="http://schemas.openxmlformats.org/officeDocument/2006/relationships/slide" Target="/ppt/slides/slide7.xml" Id="Rd86549c758ed4597" /><Relationship Type="http://schemas.openxmlformats.org/officeDocument/2006/relationships/slide" Target="/ppt/slides/slide8.xml" Id="Rb53490cf212742c3" /><Relationship Type="http://schemas.openxmlformats.org/officeDocument/2006/relationships/slide" Target="/ppt/slides/slide9.xml" Id="R7f3f3afca8364da3" /><Relationship Type="http://schemas.openxmlformats.org/officeDocument/2006/relationships/slide" Target="/ppt/slides/slide10.xml" Id="R31f2636b83ed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dca75609249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3175072df4f89" /><Relationship Type="http://schemas.openxmlformats.org/officeDocument/2006/relationships/notesMaster" Target="/ppt/notesMasters/notesMaster1.xml" Id="R16fc1fa0a37546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36369fb56c4d16" /><Relationship Type="http://schemas.openxmlformats.org/officeDocument/2006/relationships/notesMaster" Target="/ppt/notesMasters/notesMaster1.xml" Id="R8b3b9160bcb346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14fad9f4a42a6" /><Relationship Type="http://schemas.openxmlformats.org/officeDocument/2006/relationships/notesMaster" Target="/ppt/notesMasters/notesMaster1.xml" Id="R7134a6846eb644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5baf6ae28476e" /><Relationship Type="http://schemas.openxmlformats.org/officeDocument/2006/relationships/notesMaster" Target="/ppt/notesMasters/notesMaster1.xml" Id="R51f66b0eaf8e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64fbd264864eee" /><Relationship Type="http://schemas.openxmlformats.org/officeDocument/2006/relationships/notesMaster" Target="/ppt/notesMasters/notesMaster1.xml" Id="Ref222d65e422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a385f61c5c42ee" /><Relationship Type="http://schemas.openxmlformats.org/officeDocument/2006/relationships/notesMaster" Target="/ppt/notesMasters/notesMaster1.xml" Id="Rcdc8352f9c2841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85fd54fec47d3" /><Relationship Type="http://schemas.openxmlformats.org/officeDocument/2006/relationships/notesMaster" Target="/ppt/notesMasters/notesMaster1.xml" Id="R36b004582e9f42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edd6d9a1e9453d" /><Relationship Type="http://schemas.openxmlformats.org/officeDocument/2006/relationships/notesMaster" Target="/ppt/notesMasters/notesMaster1.xml" Id="R04fcdc1de460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064de3642d4840" /><Relationship Type="http://schemas.openxmlformats.org/officeDocument/2006/relationships/notesMaster" Target="/ppt/notesMasters/notesMaster1.xml" Id="Rf7b156a74c0c47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fca8b5dd804218" /><Relationship Type="http://schemas.openxmlformats.org/officeDocument/2006/relationships/notesMaster" Target="/ppt/notesMasters/notesMaster1.xml" Id="R3bc0f057f469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2a75033d1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cc0146e4034812" /><Relationship Type="http://schemas.openxmlformats.org/officeDocument/2006/relationships/slideLayout" Target="/ppt/slideLayouts/slideLayout1.xml" Id="Rd6611d8b1d67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11d8b1d67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50eedb6c4462a" /><Relationship Type="http://schemas.openxmlformats.org/officeDocument/2006/relationships/notesSlide" Target="/ppt/notesSlides/notesSlide1.xml" Id="R425076e47c40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1cdde2de4eb2" /><Relationship Type="http://schemas.openxmlformats.org/officeDocument/2006/relationships/notesSlide" Target="/ppt/notesSlides/notesSlide2.xml" Id="R4cc5924dbf87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765a5370743af" /><Relationship Type="http://schemas.openxmlformats.org/officeDocument/2006/relationships/notesSlide" Target="/ppt/notesSlides/notesSlide3.xml" Id="Ra3b503694320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9d33a9020465c" /><Relationship Type="http://schemas.openxmlformats.org/officeDocument/2006/relationships/notesSlide" Target="/ppt/notesSlides/notesSlide4.xml" Id="R1f971faa35984f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5aa53311450e" /><Relationship Type="http://schemas.openxmlformats.org/officeDocument/2006/relationships/notesSlide" Target="/ppt/notesSlides/notesSlide5.xml" Id="Re9892e2315fd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2ccf09da74ec1" /><Relationship Type="http://schemas.openxmlformats.org/officeDocument/2006/relationships/notesSlide" Target="/ppt/notesSlides/notesSlide6.xml" Id="R6b8424693f0942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ff79e0e9d4416" /><Relationship Type="http://schemas.openxmlformats.org/officeDocument/2006/relationships/notesSlide" Target="/ppt/notesSlides/notesSlide7.xml" Id="R7f8a5e25517e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fe94bcda04507" /><Relationship Type="http://schemas.openxmlformats.org/officeDocument/2006/relationships/notesSlide" Target="/ppt/notesSlides/notesSlide8.xml" Id="R1f9aefcbad254c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a4946ca5245e8" /><Relationship Type="http://schemas.openxmlformats.org/officeDocument/2006/relationships/notesSlide" Target="/ppt/notesSlides/notesSlide9.xml" Id="R31f8fc2e0a124f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bf5c6390c4b5c" /><Relationship Type="http://schemas.openxmlformats.org/officeDocument/2006/relationships/notesSlide" Target="/ppt/notesSlides/notesSlide10.xml" Id="Ra1d3f8a5035343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1B17B-B0DA-4173-89E0-6A879D29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E4CE-75EE-4816-81D7-6562A57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043 — Electrical Grinder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A1CCC-572B-4FCA-B665-C21C51E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4657E-0F91-4C5B-BC9E-A04BE737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94454-1302-4839-9932-7D1BD82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E1C87-F25B-4856-98EC-471699E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380000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33D80-D8BF-4DFE-B1C7-A71F4CC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78416-F16F-4E03-B4CB-F141950A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E9E08-9618-432B-BDB9-EAD0CC8E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BDC55-6DBB-4D9A-AA2C-7431C472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2087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9EFBD-3E10-4304-BC78-2338D63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493E6-15DC-40EF-9901-41E0858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2242E-41FF-45FE-809C-B1E16915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FE526-1DC1-4F27-A289-998CEB64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69429-818C-4571-9A9A-64C8089B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D57E-EF90-4F7D-AA58-F0BC844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B48C5-CFA2-43C0-AB81-39F1519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E18EA-26EE-4A73-89BA-9EBBE7B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107EE-A761-4CE7-ABC9-408B755C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F412B-16A5-4376-BF8F-6A29CF85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48D9A-91E2-4057-BF50-D1142A23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E3418-86B1-4AD7-85E6-693C631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1D49A-1A24-41D6-BAED-8C84DAF1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1F7FA-79F3-4B37-9FF9-0F4BDD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4627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FD149-0BB7-4E56-B625-8B55341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50D0-B2C3-4DF1-9ADA-DC178E8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45FB-4255-4FE7-B78C-871DA527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guard, wheel, handle, cable and electrical protection. • Control sparks, fragments, dust and workpiece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2EC26-E454-4DDB-818D-8A27D127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CCA96-21EE-4231-A725-A5084D8E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before adjustment or wheel replacement.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22E91-2BE5-49AF-A050-A8E752A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2A6A4-764E-4AC8-96D2-BD51B21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57AEC-5665-4BF9-AB8B-1EB35E4C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2687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ECA37-15D4-4E00-AC89-A8409E92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39AC6-5D3F-4F83-9ACB-45E9993E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249EF-D080-4EB8-939E-6FBCDD2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02CDE-886D-405F-AE77-60F5C5EE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A0394-8C21-4EF4-B8E2-AF4DFE6C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98C43-B751-47CC-BCA4-7A321C39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ECB44-9BB9-4188-BD54-7EEB1794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8EEA7-2F86-466E-9DF3-E9110DC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784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7B2FD-A221-46E2-AA8A-3C82C98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01FFF-6C1E-467B-A151-DDB767E7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F2AD8-E3CB-4CEB-80EE-C01A28E6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B50F0-A3A2-430E-B481-92F356C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937DE-F751-4678-91D3-9BD045FD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32B70-5F0A-4C14-9F3C-3EA20881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EAB9-7B89-4415-B13D-DA92E4DA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202AD-A7B5-45FD-9D21-C27E61A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5926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4E7BD-65A7-4E24-A49C-9373526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07794-DE20-444C-B2B5-7540ED3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3D9A8-97BF-4A80-9C60-EA39CDAC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E6909-023A-4F38-84FD-7DDEDDE7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AF47-069D-4B69-85D9-54DF888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FF6AC-C601-445C-A916-82177C8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7B5D4-59C0-453A-94BC-ADC1931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56A0B-783F-4910-9E75-66B9CC9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5961F-026E-4337-B76E-69256CFD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691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1C0E9-5292-4D0F-AC71-03697675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AA927-D537-48E5-B360-D75B9BC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C1D3F-A089-4F13-9D6D-539109D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77998-5D45-4850-88B5-389A05F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98F1A-E22F-41B1-8C5D-34678E07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92AE1-0D66-4703-A377-410CB0E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58DA7-0781-44F3-BE88-DDE8F6BD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31218-9191-490C-B8BC-D94682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8F3FD-95A5-43AA-88D3-66DBA7CE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6946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94500-AA6C-4045-977B-7916D797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BD3F7-A423-47E0-81C7-3CFA040A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31C44-A899-4AAC-A1E0-C09F8454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EC9A1-2358-4D75-8B78-A5E84545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35394-F882-47E5-96AD-BD22131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6EABB-6EC2-45D0-851D-E804301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B9208-F2A3-4479-A6B7-18D22B3F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01535-DA96-4459-B306-0B555DF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0367D-5E28-4A9E-85F0-4F3041D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9207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54DA1-7984-4AE1-8019-ADFB5D1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05CCC-7E5C-4E3C-90C2-391C0371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ED9D-0DD6-4B5B-85F8-C51A0F6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40287-5F5B-434F-99D4-518CADE8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D5E86-DF76-47DB-A1AE-E6E6DD1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17E34-EBDB-4E47-AE94-72386F10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03DA4-F766-4E9C-869A-C21A297B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35924-EE6C-4CFC-96DA-EED30DE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3459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2026-08-15T02:50:14.6850000Z</dcterms:created>
  <dcterms:modified xsi:type="dcterms:W3CDTF">2026-08-15T02:50:14.6850000Z</dcterms:modified>
</coreProperties>
</file>