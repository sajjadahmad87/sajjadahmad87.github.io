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1058c132e64e6e" /><Relationship Type="http://schemas.openxmlformats.org/officeDocument/2006/relationships/extended-properties" Target="/docProps/app.xml" Id="Ree7107a56ea743df" /><Relationship Type="http://schemas.openxmlformats.org/officeDocument/2006/relationships/officeDocument" Target="/ppt/presentation.xml" Id="Rb6168cf2912943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85d23b98fa462c"/>
  </p:sldMasterIdLst>
  <p:notesMasterIdLst>
    <p:notesMasterId xmlns:r="http://schemas.openxmlformats.org/officeDocument/2006/relationships" r:id="R2b32e5a7d5e74b81"/>
  </p:notesMasterIdLst>
  <p:sldIdLst>
    <p:sldId xmlns:r="http://schemas.openxmlformats.org/officeDocument/2006/relationships" id="256" r:id="Re2ed19ae869140a2"/>
    <p:sldId xmlns:r="http://schemas.openxmlformats.org/officeDocument/2006/relationships" id="257" r:id="R11f384c422d44df6"/>
    <p:sldId xmlns:r="http://schemas.openxmlformats.org/officeDocument/2006/relationships" id="258" r:id="R29dec7f7608e4c84"/>
    <p:sldId xmlns:r="http://schemas.openxmlformats.org/officeDocument/2006/relationships" id="259" r:id="Re09e7c2ccfcd47dc"/>
    <p:sldId xmlns:r="http://schemas.openxmlformats.org/officeDocument/2006/relationships" id="260" r:id="R14737860cb9a40d5"/>
    <p:sldId xmlns:r="http://schemas.openxmlformats.org/officeDocument/2006/relationships" id="261" r:id="R684bbb263c9243f7"/>
    <p:sldId xmlns:r="http://schemas.openxmlformats.org/officeDocument/2006/relationships" id="262" r:id="Ra85e00bfc6ed4fa3"/>
    <p:sldId xmlns:r="http://schemas.openxmlformats.org/officeDocument/2006/relationships" id="263" r:id="Rab508a9e80424d97"/>
    <p:sldId xmlns:r="http://schemas.openxmlformats.org/officeDocument/2006/relationships" id="264" r:id="R81e633709d7b4699"/>
    <p:sldId xmlns:r="http://schemas.openxmlformats.org/officeDocument/2006/relationships" id="265" r:id="Rd296cf5297f64f96"/>
    <p:sldId xmlns:r="http://schemas.openxmlformats.org/officeDocument/2006/relationships" id="266" r:id="R8913ab3e3a8e4d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bd5d62e4c646a2" /><Relationship Type="http://schemas.openxmlformats.org/officeDocument/2006/relationships/slideMaster" Target="/ppt/slideMasters/slideMaster1.xml" Id="R8c85d23b98fa462c" /><Relationship Type="http://schemas.openxmlformats.org/officeDocument/2006/relationships/notesMaster" Target="/ppt/notesMasters/notesMaster1.xml" Id="R2b32e5a7d5e74b81" /><Relationship Type="http://schemas.openxmlformats.org/officeDocument/2006/relationships/presProps" Target="/ppt/presProps.xml" Id="R329c1831782d45b4" /><Relationship Type="http://schemas.openxmlformats.org/officeDocument/2006/relationships/tableStyles" Target="/ppt/tableStyles.xml" Id="Rf7c4dcc465c04e06" /><Relationship Type="http://schemas.openxmlformats.org/officeDocument/2006/relationships/slide" Target="/ppt/slides/slide1.xml" Id="Re2ed19ae869140a2" /><Relationship Type="http://schemas.openxmlformats.org/officeDocument/2006/relationships/slide" Target="/ppt/slides/slide2.xml" Id="R11f384c422d44df6" /><Relationship Type="http://schemas.openxmlformats.org/officeDocument/2006/relationships/slide" Target="/ppt/slides/slide3.xml" Id="R29dec7f7608e4c84" /><Relationship Type="http://schemas.openxmlformats.org/officeDocument/2006/relationships/slide" Target="/ppt/slides/slide4.xml" Id="Re09e7c2ccfcd47dc" /><Relationship Type="http://schemas.openxmlformats.org/officeDocument/2006/relationships/slide" Target="/ppt/slides/slide5.xml" Id="R14737860cb9a40d5" /><Relationship Type="http://schemas.openxmlformats.org/officeDocument/2006/relationships/slide" Target="/ppt/slides/slide6.xml" Id="R684bbb263c9243f7" /><Relationship Type="http://schemas.openxmlformats.org/officeDocument/2006/relationships/slide" Target="/ppt/slides/slide7.xml" Id="Ra85e00bfc6ed4fa3" /><Relationship Type="http://schemas.openxmlformats.org/officeDocument/2006/relationships/slide" Target="/ppt/slides/slide8.xml" Id="Rab508a9e80424d97" /><Relationship Type="http://schemas.openxmlformats.org/officeDocument/2006/relationships/slide" Target="/ppt/slides/slide9.xml" Id="R81e633709d7b4699" /><Relationship Type="http://schemas.openxmlformats.org/officeDocument/2006/relationships/slide" Target="/ppt/slides/slide10.xml" Id="Rd296cf5297f64f96" /><Relationship Type="http://schemas.openxmlformats.org/officeDocument/2006/relationships/slide" Target="/ppt/slides/slide11.xml" Id="R8913ab3e3a8e4d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e8125372a14c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d65060f689484f" /><Relationship Type="http://schemas.openxmlformats.org/officeDocument/2006/relationships/notesMaster" Target="/ppt/notesMasters/notesMaster1.xml" Id="Rb41eb3c5228241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1ddaf2f06d465f" /><Relationship Type="http://schemas.openxmlformats.org/officeDocument/2006/relationships/notesMaster" Target="/ppt/notesMasters/notesMaster1.xml" Id="Raef1a3ae12834f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c87d966f2c4141" /><Relationship Type="http://schemas.openxmlformats.org/officeDocument/2006/relationships/notesMaster" Target="/ppt/notesMasters/notesMaster1.xml" Id="R3ef6e9421fcd40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65fa61e30e46d0" /><Relationship Type="http://schemas.openxmlformats.org/officeDocument/2006/relationships/notesMaster" Target="/ppt/notesMasters/notesMaster1.xml" Id="Rec7975a2f0814c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b8ffb7c39049db" /><Relationship Type="http://schemas.openxmlformats.org/officeDocument/2006/relationships/notesMaster" Target="/ppt/notesMasters/notesMaster1.xml" Id="R3b7632d4fcda4d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cecde81fb74812" /><Relationship Type="http://schemas.openxmlformats.org/officeDocument/2006/relationships/notesMaster" Target="/ppt/notesMasters/notesMaster1.xml" Id="R51fbfbf0230748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c31ca959a44de8" /><Relationship Type="http://schemas.openxmlformats.org/officeDocument/2006/relationships/notesMaster" Target="/ppt/notesMasters/notesMaster1.xml" Id="R4c58f4abff6f4c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7eca2adfaf4a4b" /><Relationship Type="http://schemas.openxmlformats.org/officeDocument/2006/relationships/notesMaster" Target="/ppt/notesMasters/notesMaster1.xml" Id="R34432949d3cd48a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5a5b033cc14ec6" /><Relationship Type="http://schemas.openxmlformats.org/officeDocument/2006/relationships/notesMaster" Target="/ppt/notesMasters/notesMaster1.xml" Id="R4b87e9e37bda4e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3a3545063924999" /><Relationship Type="http://schemas.openxmlformats.org/officeDocument/2006/relationships/notesMaster" Target="/ppt/notesMasters/notesMaster1.xml" Id="R0a37496fb56f454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187f09d80284f06" /><Relationship Type="http://schemas.openxmlformats.org/officeDocument/2006/relationships/notesMaster" Target="/ppt/notesMasters/notesMaster1.xml" Id="Re1b7f7e939c144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fd9efd440843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0535ee4a654870" /><Relationship Type="http://schemas.openxmlformats.org/officeDocument/2006/relationships/slideLayout" Target="/ppt/slideLayouts/slideLayout1.xml" Id="Rd577dbb5909848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77dbb5909848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5b345490b4ec5" /><Relationship Type="http://schemas.openxmlformats.org/officeDocument/2006/relationships/notesSlide" Target="/ppt/notesSlides/notesSlide1.xml" Id="R19051e97c6b749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60f52debc44295" /><Relationship Type="http://schemas.openxmlformats.org/officeDocument/2006/relationships/notesSlide" Target="/ppt/notesSlides/notesSlide2.xml" Id="R574ed5239b2746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868af3d1a04017" /><Relationship Type="http://schemas.openxmlformats.org/officeDocument/2006/relationships/notesSlide" Target="/ppt/notesSlides/notesSlide3.xml" Id="Rdf4b7a26e2f943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4d28a69c4a440d" /><Relationship Type="http://schemas.openxmlformats.org/officeDocument/2006/relationships/notesSlide" Target="/ppt/notesSlides/notesSlide4.xml" Id="R0dd75492012f4d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345f88713483e" /><Relationship Type="http://schemas.openxmlformats.org/officeDocument/2006/relationships/notesSlide" Target="/ppt/notesSlides/notesSlide5.xml" Id="R077d87646f6344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8d569da5349ca" /><Relationship Type="http://schemas.openxmlformats.org/officeDocument/2006/relationships/notesSlide" Target="/ppt/notesSlides/notesSlide6.xml" Id="R3ab98fbef68b47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b1ffec8ca4761" /><Relationship Type="http://schemas.openxmlformats.org/officeDocument/2006/relationships/notesSlide" Target="/ppt/notesSlides/notesSlide7.xml" Id="Re0816cee9ec144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3816ddf73b454e" /><Relationship Type="http://schemas.openxmlformats.org/officeDocument/2006/relationships/notesSlide" Target="/ppt/notesSlides/notesSlide8.xml" Id="R063406c86f53458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043c8ae364d44" /><Relationship Type="http://schemas.openxmlformats.org/officeDocument/2006/relationships/notesSlide" Target="/ppt/notesSlides/notesSlide9.xml" Id="Rb3472999fba64cc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8e809ef284592" /><Relationship Type="http://schemas.openxmlformats.org/officeDocument/2006/relationships/notesSlide" Target="/ppt/notesSlides/notesSlide10.xml" Id="Rf5dafd8cb64b45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173b7dab5e424a" /><Relationship Type="http://schemas.openxmlformats.org/officeDocument/2006/relationships/notesSlide" Target="/ppt/notesSlides/notesSlide11.xml" Id="R5519a4cdf72b48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2AEAEE-6F54-4604-A886-6AD9512D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• CONVEYOR ACCESS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80976-35D4-4801-B5AA-FBAE47E3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SOP 046 — Shuttle Conveyor Safe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DFDBE2-A3BB-4B0C-89ED-EB70D53F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Safe operating procedure and technician briefing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E63B10-E012-4190-A428-BECF7BAC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DA93FD-A0FE-4354-A5D8-F8FFCB2B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18C27A-6265-492F-A6CC-6A58047B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12151930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4A8F5-7540-4858-A7A1-09B62828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SOP • CONVEYOR ACCESS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B9108C-DB94-44AE-86AF-D289E02D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C61E7A-EA76-4714-BDAA-B4F10A3F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D356D5-C184-4639-9757-CE14A21D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060617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235B88-BCA6-42C1-B3B3-5DE48825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F072FE-40B9-477F-8C3F-3DF6E33B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7D20B2-3E53-4877-9724-AD957B11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69499-E752-4203-9733-696D689F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046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B5908-3BEE-49CB-B8F5-D7FEF43B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Procedure identifier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75624C-C749-45BC-BD4E-77D9494E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68A56F-FD0D-49B2-8C76-5DA96A9A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4A0218-31B4-4F75-AC67-0FEDC4B1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Controlled source pages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0FBD2B-D629-48A5-872A-A3044F89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DCF4BB-274E-42E4-A41E-D9AFE038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Safe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7DBFDD-2154-433B-8BCE-49D0B260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 execution 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5F958A-2ED5-49AA-B8E1-5DF24A85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B587C6-3A98-4FE3-9D67-F4CB44B7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Conveyor Access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54C4BC-AB75-440C-AEA5-891FAFCD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70074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505D93-F82E-4B7F-B60B-5C43C744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D5C21-6E3D-44F1-AAFA-07D1F23A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7E0AB-1775-42B1-B729-637259B4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Isolate travel, drive and automatic-control energy. • Block movement and maintain communication with operations.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ABF8B6-FFF7-463E-9227-9DFF180E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2045AC-84FD-4FCC-A8EB-00179640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 the work zone before authorized restart. • Complete the checklist, report defects and retain the signed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0C8FBA-836A-41B8-97AD-CC1F6014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F19C0D-3CB6-4F31-AFBD-1090FE4B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Conveyor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8224D8-5B1D-425A-A174-F0D596A0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34684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C27D7B-6902-47B5-AD42-E2FD782C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704676-EA42-4C77-B1D9-DBAF69F5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2BFF65-4305-41BB-B8A1-FC701A45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50D987-37BD-4FA7-9FFE-73CCF74B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B1E626-0F36-4BCC-A55B-2E5C95EF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91C050-185C-46AD-BAA8-74E01DA3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8EAACE-F209-4F4F-91FE-66483657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Conveyor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A3654C-87B8-452A-A57A-9A544423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924660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CD7A44-ED65-45BA-8AD4-64D98883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E8D7F8-F2CE-4887-801C-9691C759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62C83A-FE93-44C2-81E3-77C55F02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B4A9E0-9DE2-483A-B189-A1E28EF9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35955E-B7EA-404C-A917-2DD0702C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BD3C7A-D79B-498A-89B4-873C59EE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CA1D60-2CBD-4A3E-82BC-898261B0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Conveyor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44F117-1FDD-4B2C-BF98-D56CE13C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079961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7D2461-D931-424E-87D5-CA76AB11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8B6069-BE3C-4C29-8CE1-1CEDB97C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3493F9-3FCE-46A2-B63F-C44EE1AE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AE998-52CC-4582-9FB5-0C6E460C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60C782-17DC-4696-8B82-EE75E8BA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18B56F-06E3-41DA-ABBD-E44342C5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049575-F97D-4E6B-A331-4912B217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1887C1-1D2B-4B01-9873-9CD8A80C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Conveyor Access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4BCA41-F9B2-4EA3-BA7D-FE0D7D75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729591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FF0F93-3AF1-4696-B86B-0A9A40A6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085A83-63D6-4205-A7EA-E8DBE6C7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0CAADD-C290-4F62-B17E-9AAA9FB6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994329-6ECA-4F24-97D7-FAF28757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BD749F-0DB6-410E-AA98-DE933550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DAD7D8-737E-400B-8890-DA0872CF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D8FFD0-8187-450D-A0D9-1994D490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7E3BFC-591D-4736-A089-36E9536C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Conveyor Access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C1AB8A-B240-463A-8156-B495C933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082860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CD3363-AB55-4076-A2D5-98DABA6F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143D90-7459-4D1E-8D75-C49A9AD9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3FC24D-8812-45DE-828D-474A1F31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90B0F7-01D3-42D6-BEA2-4A17E0C6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0085C4-41DB-4242-B4F0-80FE9FF3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EE7F6F-EBC8-46A3-882B-0FB2B139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F7BA41-BFB3-4260-A444-F6BDCC9B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A449E7-E63D-4D26-A95B-E706BFFA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Conveyor Access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38A07D-38EC-4CD5-8AA6-66706C20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139270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AFA24C-7A7D-4DE0-9C38-F6C94CC8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E0EEDB-8D24-4C54-B026-AA169DFB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FD093-F1D8-4CD6-AE45-6C405A1C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776016-51B1-4BA5-A707-5CEDB6F4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0B12D9-6333-4E22-A777-0C578097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2D4202-19C6-4616-B27F-03DE56F1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1B9B94-CA3F-42DF-A7AE-2710E730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03D519-D18D-4BA6-8281-C0032B68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Conveyor Access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1991BC-FDCD-4A88-8DFC-31A9EBE5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798619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0C79A8-F36E-475D-B183-415379FE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B408AE-A279-4EAC-87CE-BA0A2540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29BD07-5542-4A12-976B-8E8FB5B5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FE375A-4D63-4B6B-B388-48F0C1E0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F3972C-6EAF-44EB-BCFD-7BB12C32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9CCF61-89BA-4FF2-A47E-3A1547B2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7046F-88FC-4B7F-B7DD-280175DE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Conveyor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3F12C8-5F37-4270-937E-9F558C18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379179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2026-08-15T02:50:15.5870000Z</dcterms:created>
  <dcterms:modified xsi:type="dcterms:W3CDTF">2026-08-15T02:50:15.5870000Z</dcterms:modified>
</coreProperties>
</file>