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299b6aac474b5d" /><Relationship Type="http://schemas.openxmlformats.org/officeDocument/2006/relationships/extended-properties" Target="/docProps/app.xml" Id="R562b1c4b2a424f68" /><Relationship Type="http://schemas.openxmlformats.org/officeDocument/2006/relationships/officeDocument" Target="/ppt/presentation.xml" Id="R7e4353e84f6747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9bdd28d5024276"/>
  </p:sldMasterIdLst>
  <p:notesMasterIdLst>
    <p:notesMasterId xmlns:r="http://schemas.openxmlformats.org/officeDocument/2006/relationships" r:id="R742d2a11d5a642e8"/>
  </p:notesMasterIdLst>
  <p:sldIdLst>
    <p:sldId xmlns:r="http://schemas.openxmlformats.org/officeDocument/2006/relationships" id="256" r:id="R06a67ecaeba646fa"/>
    <p:sldId xmlns:r="http://schemas.openxmlformats.org/officeDocument/2006/relationships" id="257" r:id="R11d517c2fd644a8f"/>
    <p:sldId xmlns:r="http://schemas.openxmlformats.org/officeDocument/2006/relationships" id="258" r:id="Rd6427be8d05342f8"/>
    <p:sldId xmlns:r="http://schemas.openxmlformats.org/officeDocument/2006/relationships" id="259" r:id="R3791d1a2aa084f6d"/>
    <p:sldId xmlns:r="http://schemas.openxmlformats.org/officeDocument/2006/relationships" id="260" r:id="R2cf3281ba71f49a9"/>
    <p:sldId xmlns:r="http://schemas.openxmlformats.org/officeDocument/2006/relationships" id="261" r:id="R89082bf44fef4a0c"/>
    <p:sldId xmlns:r="http://schemas.openxmlformats.org/officeDocument/2006/relationships" id="262" r:id="R45f3a316e54e4fe5"/>
    <p:sldId xmlns:r="http://schemas.openxmlformats.org/officeDocument/2006/relationships" id="263" r:id="R63ec2f2d0e3b4bc7"/>
    <p:sldId xmlns:r="http://schemas.openxmlformats.org/officeDocument/2006/relationships" id="264" r:id="R77da87e548db4548"/>
    <p:sldId xmlns:r="http://schemas.openxmlformats.org/officeDocument/2006/relationships" id="265" r:id="Re00ce94d9b5a4f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e1f32819994dab" /><Relationship Type="http://schemas.openxmlformats.org/officeDocument/2006/relationships/slideMaster" Target="/ppt/slideMasters/slideMaster1.xml" Id="Rad9bdd28d5024276" /><Relationship Type="http://schemas.openxmlformats.org/officeDocument/2006/relationships/notesMaster" Target="/ppt/notesMasters/notesMaster1.xml" Id="R742d2a11d5a642e8" /><Relationship Type="http://schemas.openxmlformats.org/officeDocument/2006/relationships/presProps" Target="/ppt/presProps.xml" Id="R998107ac4462405f" /><Relationship Type="http://schemas.openxmlformats.org/officeDocument/2006/relationships/tableStyles" Target="/ppt/tableStyles.xml" Id="R79fd510b68424e20" /><Relationship Type="http://schemas.openxmlformats.org/officeDocument/2006/relationships/slide" Target="/ppt/slides/slide1.xml" Id="R06a67ecaeba646fa" /><Relationship Type="http://schemas.openxmlformats.org/officeDocument/2006/relationships/slide" Target="/ppt/slides/slide2.xml" Id="R11d517c2fd644a8f" /><Relationship Type="http://schemas.openxmlformats.org/officeDocument/2006/relationships/slide" Target="/ppt/slides/slide3.xml" Id="Rd6427be8d05342f8" /><Relationship Type="http://schemas.openxmlformats.org/officeDocument/2006/relationships/slide" Target="/ppt/slides/slide4.xml" Id="R3791d1a2aa084f6d" /><Relationship Type="http://schemas.openxmlformats.org/officeDocument/2006/relationships/slide" Target="/ppt/slides/slide5.xml" Id="R2cf3281ba71f49a9" /><Relationship Type="http://schemas.openxmlformats.org/officeDocument/2006/relationships/slide" Target="/ppt/slides/slide6.xml" Id="R89082bf44fef4a0c" /><Relationship Type="http://schemas.openxmlformats.org/officeDocument/2006/relationships/slide" Target="/ppt/slides/slide7.xml" Id="R45f3a316e54e4fe5" /><Relationship Type="http://schemas.openxmlformats.org/officeDocument/2006/relationships/slide" Target="/ppt/slides/slide8.xml" Id="R63ec2f2d0e3b4bc7" /><Relationship Type="http://schemas.openxmlformats.org/officeDocument/2006/relationships/slide" Target="/ppt/slides/slide9.xml" Id="R77da87e548db4548" /><Relationship Type="http://schemas.openxmlformats.org/officeDocument/2006/relationships/slide" Target="/ppt/slides/slide10.xml" Id="Re00ce94d9b5a4f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ffe2d7848045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049cdec25d4a50" /><Relationship Type="http://schemas.openxmlformats.org/officeDocument/2006/relationships/notesMaster" Target="/ppt/notesMasters/notesMaster1.xml" Id="R436f59476e2747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80c8c432c4448b" /><Relationship Type="http://schemas.openxmlformats.org/officeDocument/2006/relationships/notesMaster" Target="/ppt/notesMasters/notesMaster1.xml" Id="Rfe0e047c979e4e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b2c23892b041ed" /><Relationship Type="http://schemas.openxmlformats.org/officeDocument/2006/relationships/notesMaster" Target="/ppt/notesMasters/notesMaster1.xml" Id="Ree8f89a23d1540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f627529d51411f" /><Relationship Type="http://schemas.openxmlformats.org/officeDocument/2006/relationships/notesMaster" Target="/ppt/notesMasters/notesMaster1.xml" Id="Re3a71b60850a48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3dddfadaf14330" /><Relationship Type="http://schemas.openxmlformats.org/officeDocument/2006/relationships/notesMaster" Target="/ppt/notesMasters/notesMaster1.xml" Id="Rea5ba4a89d0147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c1b88a75ab41cf" /><Relationship Type="http://schemas.openxmlformats.org/officeDocument/2006/relationships/notesMaster" Target="/ppt/notesMasters/notesMaster1.xml" Id="R0485c927e7124f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eba74f4b984839" /><Relationship Type="http://schemas.openxmlformats.org/officeDocument/2006/relationships/notesMaster" Target="/ppt/notesMasters/notesMaster1.xml" Id="Rf34754ec6ea54b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012c494b3d450e" /><Relationship Type="http://schemas.openxmlformats.org/officeDocument/2006/relationships/notesMaster" Target="/ppt/notesMasters/notesMaster1.xml" Id="Re9a7a3be157f44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2e5bf4bfa44837" /><Relationship Type="http://schemas.openxmlformats.org/officeDocument/2006/relationships/notesMaster" Target="/ppt/notesMasters/notesMaster1.xml" Id="Ra862f4e7da6d44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ab1773c91a4555" /><Relationship Type="http://schemas.openxmlformats.org/officeDocument/2006/relationships/notesMaster" Target="/ppt/notesMasters/notesMaster1.xml" Id="R32f0916b1d284e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a4d024dcf43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37272a98084b9f" /><Relationship Type="http://schemas.openxmlformats.org/officeDocument/2006/relationships/slideLayout" Target="/ppt/slideLayouts/slideLayout1.xml" Id="R4e21c8f3036442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21c8f3036442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0c0e7e5274036" /><Relationship Type="http://schemas.openxmlformats.org/officeDocument/2006/relationships/notesSlide" Target="/ppt/notesSlides/notesSlide1.xml" Id="R7bcc04a384b9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979e9e91046ea" /><Relationship Type="http://schemas.openxmlformats.org/officeDocument/2006/relationships/notesSlide" Target="/ppt/notesSlides/notesSlide2.xml" Id="Rcccf73875eca43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a4b306ee84fc7" /><Relationship Type="http://schemas.openxmlformats.org/officeDocument/2006/relationships/notesSlide" Target="/ppt/notesSlides/notesSlide3.xml" Id="R46be94660e274b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c8edf885b48e3" /><Relationship Type="http://schemas.openxmlformats.org/officeDocument/2006/relationships/notesSlide" Target="/ppt/notesSlides/notesSlide4.xml" Id="R3f21665588884a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a731ebf0a49c6" /><Relationship Type="http://schemas.openxmlformats.org/officeDocument/2006/relationships/notesSlide" Target="/ppt/notesSlides/notesSlide5.xml" Id="Raa045be1f32048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d10381af6422c" /><Relationship Type="http://schemas.openxmlformats.org/officeDocument/2006/relationships/notesSlide" Target="/ppt/notesSlides/notesSlide6.xml" Id="R2d5df9df40474f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72dd35f204377" /><Relationship Type="http://schemas.openxmlformats.org/officeDocument/2006/relationships/notesSlide" Target="/ppt/notesSlides/notesSlide7.xml" Id="Rddde9d98499443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bb08afd654d8f" /><Relationship Type="http://schemas.openxmlformats.org/officeDocument/2006/relationships/notesSlide" Target="/ppt/notesSlides/notesSlide8.xml" Id="Rbccba9bdd3724a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ccd4951cd42a1" /><Relationship Type="http://schemas.openxmlformats.org/officeDocument/2006/relationships/notesSlide" Target="/ppt/notesSlides/notesSlide9.xml" Id="R589b931ad7a14e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b2e3a19224e85" /><Relationship Type="http://schemas.openxmlformats.org/officeDocument/2006/relationships/notesSlide" Target="/ppt/notesSlides/notesSlide10.xml" Id="Rcde5243d6faa40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48B05-F889-42FF-9A8D-A9028EF2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BOILER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21AEA-14E0-43F0-A32F-A7B51BC5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006 — Boiler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A4F0C-78B3-467A-B323-295D6558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F13F2-9C9A-4670-A3A9-8A7471B6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07042-8CD5-470B-8F3A-63EEB927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86A25-6388-4F9A-AF75-D0CB002F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713639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6B304-EEB3-4102-BB2B-94B61D95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BOILER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C92E3-988C-4D87-8E61-D834FBB0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B7ECC-A137-4394-B748-0D6BCF5B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AEC61-9F9B-4C86-9A16-49C45E93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344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9BF98-5454-4011-A52F-F8037F98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CEE68-4A70-41BD-883D-CCB37216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E209C-276A-4A59-B9F3-A375588D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C3BEC-B95B-43ED-A524-F065827B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3CD73-E138-41C8-86C9-C2470F86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E8B55-20DA-4582-8B3E-7B886D3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BF20A-7920-4231-AA64-1ECB53A7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758C3-5095-4D71-838E-C4A8C6F9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58F2E-88C3-42C4-B745-6E527CA1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3E078-7BB6-4433-B42B-3022210B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12254-C946-4A54-AE59-AD0CB06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BA983-CAEA-4754-82CD-CE0C0DF9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F71F7-9425-451F-8209-C8C8604F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EF226-2CF9-4343-94F7-CD53705F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3232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D3F09-DCCE-4C20-AF70-494F2E07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5CE28-073F-4567-A34D-C9B665D3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77D38-4F20-4C2A-85FF-F15B96CC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pre-start water, fuel, combustion and safety checks. • Operate within approved pressure and water-level limits.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35CE7-CC13-4CCB-A944-781FF663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5923F-09EF-4F03-84D4-F31DEB4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Respond to alarms and abnormal combustion without delay.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DFA7C-5EAA-477D-923B-C484BE5E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B2C59-FB19-4E43-A5D0-0E57B37E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60132-49CE-4865-B05C-8725FE39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5514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F1448-2773-40A5-BF4D-38A6BD3F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F8E95-F1FE-4398-8D8F-C1F74973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0D882-2378-4D43-901E-5227EF43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A701C-CAD9-4ADE-ABB3-A6F03E35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509F4-EDD7-49DD-ACE1-CA530DC8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4F32A-7F36-4209-AEEF-D476AAA6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B7988-CA85-4B90-926B-5B84B420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DFB57-E676-445D-8DCB-AD43A0CE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667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C532E-116F-468E-82CE-5CB919EA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2AA08-DF01-4770-929D-1B861CC9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4AF3B-FF3A-46F3-808A-9E66A683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1C600-119C-4EC1-9193-4BA90761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9B451-CE1C-4441-8552-3382461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4217A-5BD3-4911-990D-F666DD7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3825E-0F8F-441C-8E4F-15E91610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1617E-1070-4B39-ACE1-C9F62DCA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2751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116FF-BB5E-417E-97DD-7F9182F5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DC2C5-6D86-4401-AD00-BB6FF9D1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C9B41-1533-4E71-BAC6-D5014CCF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69846-4051-4FED-B449-164A8C8F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4F2A0-D75A-424B-81DB-5DA7A67B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8E6FD-CCA7-4A02-A261-814917B2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412E2-9279-4AED-B65C-747C3C93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FEC02-2FF7-4D51-B390-AD6B50F4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90756-EC52-4A61-B054-BBE2082A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5350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0B470-D913-4FCD-BCA1-00083C73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436EC-8759-445C-8EED-F68B08D4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FFAC4-97F0-424A-8023-644A2ADD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4C833-8B78-4838-AD07-198A4C80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6BCB7-950F-44E8-9E3D-7060DA45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DAB8F-A4B9-4D8E-9D16-5C091414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14526-F17A-43EE-9E1A-534DB88D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006AF-0335-4CD7-964F-0D7F78B0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80953-7F0D-4501-ABEF-A2013ECF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20943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EDC5F-E3D0-43DE-A2B6-41EFF049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40922-3755-4670-AEC3-8B5B0159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FDCC0-E3FF-4D66-9291-84741904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AD472-DDD6-4040-9C47-91DE8B70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9AB7B-A4DC-40A2-A856-90BD3E0C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6C4DE-205B-4E2D-BF19-61E9AB8F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8FDCE-9562-47B5-B4E2-93BF1691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EB57E-639A-4035-A32B-79290F7B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B5B7E-AE7E-4165-B9A2-2A1045E8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97338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8262A-BC98-43C9-B5A3-0766FABA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62814-8CD0-41F8-B192-66F8516A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42C18-CD4E-46E1-A71C-9924E1A7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005FF-DE03-4127-9525-10DD30CC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6F37B-1685-4AFA-9C46-4871E86A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D7C0F-58A3-454C-8456-941DA8F9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F89F1-8363-4EAF-B958-64917D39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C1B35-38D4-41EE-84CD-60B368D9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0853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2026-08-15T02:50:06.3450000Z</dcterms:created>
  <dcterms:modified xsi:type="dcterms:W3CDTF">2026-08-15T02:50:06.3450000Z</dcterms:modified>
</coreProperties>
</file>