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62ca6aa4764e09" /><Relationship Type="http://schemas.openxmlformats.org/officeDocument/2006/relationships/extended-properties" Target="/docProps/app.xml" Id="R54cf829674a74a12" /><Relationship Type="http://schemas.openxmlformats.org/officeDocument/2006/relationships/officeDocument" Target="/ppt/presentation.xml" Id="R0dd935488023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f98ce12cd4abf"/>
  </p:sldMasterIdLst>
  <p:notesMasterIdLst>
    <p:notesMasterId xmlns:r="http://schemas.openxmlformats.org/officeDocument/2006/relationships" r:id="Rb64e4195340a4838"/>
  </p:notesMasterIdLst>
  <p:sldIdLst>
    <p:sldId xmlns:r="http://schemas.openxmlformats.org/officeDocument/2006/relationships" id="256" r:id="Rd13c25dce8224345"/>
    <p:sldId xmlns:r="http://schemas.openxmlformats.org/officeDocument/2006/relationships" id="257" r:id="Ra25bc1272e074b89"/>
    <p:sldId xmlns:r="http://schemas.openxmlformats.org/officeDocument/2006/relationships" id="258" r:id="R7ddd40f0bb924924"/>
    <p:sldId xmlns:r="http://schemas.openxmlformats.org/officeDocument/2006/relationships" id="259" r:id="R7359071295834671"/>
    <p:sldId xmlns:r="http://schemas.openxmlformats.org/officeDocument/2006/relationships" id="260" r:id="Rbc5152f80a564421"/>
    <p:sldId xmlns:r="http://schemas.openxmlformats.org/officeDocument/2006/relationships" id="261" r:id="R3e09a00db10e4cf6"/>
    <p:sldId xmlns:r="http://schemas.openxmlformats.org/officeDocument/2006/relationships" id="262" r:id="Rc7dd2e7ec7f34b65"/>
    <p:sldId xmlns:r="http://schemas.openxmlformats.org/officeDocument/2006/relationships" id="263" r:id="R3e51ffb67d2a4f6e"/>
    <p:sldId xmlns:r="http://schemas.openxmlformats.org/officeDocument/2006/relationships" id="264" r:id="R63114445e3654c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abff1c8014268" /><Relationship Type="http://schemas.openxmlformats.org/officeDocument/2006/relationships/slideMaster" Target="/ppt/slideMasters/slideMaster1.xml" Id="R14df98ce12cd4abf" /><Relationship Type="http://schemas.openxmlformats.org/officeDocument/2006/relationships/notesMaster" Target="/ppt/notesMasters/notesMaster1.xml" Id="Rb64e4195340a4838" /><Relationship Type="http://schemas.openxmlformats.org/officeDocument/2006/relationships/presProps" Target="/ppt/presProps.xml" Id="Rded4b0ba112b4b0a" /><Relationship Type="http://schemas.openxmlformats.org/officeDocument/2006/relationships/tableStyles" Target="/ppt/tableStyles.xml" Id="R79b5c75658d542e4" /><Relationship Type="http://schemas.openxmlformats.org/officeDocument/2006/relationships/slide" Target="/ppt/slides/slide1.xml" Id="Rd13c25dce8224345" /><Relationship Type="http://schemas.openxmlformats.org/officeDocument/2006/relationships/slide" Target="/ppt/slides/slide2.xml" Id="Ra25bc1272e074b89" /><Relationship Type="http://schemas.openxmlformats.org/officeDocument/2006/relationships/slide" Target="/ppt/slides/slide3.xml" Id="R7ddd40f0bb924924" /><Relationship Type="http://schemas.openxmlformats.org/officeDocument/2006/relationships/slide" Target="/ppt/slides/slide4.xml" Id="R7359071295834671" /><Relationship Type="http://schemas.openxmlformats.org/officeDocument/2006/relationships/slide" Target="/ppt/slides/slide5.xml" Id="Rbc5152f80a564421" /><Relationship Type="http://schemas.openxmlformats.org/officeDocument/2006/relationships/slide" Target="/ppt/slides/slide6.xml" Id="R3e09a00db10e4cf6" /><Relationship Type="http://schemas.openxmlformats.org/officeDocument/2006/relationships/slide" Target="/ppt/slides/slide7.xml" Id="Rc7dd2e7ec7f34b65" /><Relationship Type="http://schemas.openxmlformats.org/officeDocument/2006/relationships/slide" Target="/ppt/slides/slide8.xml" Id="R3e51ffb67d2a4f6e" /><Relationship Type="http://schemas.openxmlformats.org/officeDocument/2006/relationships/slide" Target="/ppt/slides/slide9.xml" Id="R63114445e3654c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84d422fac94e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a5f3d64951443f" /><Relationship Type="http://schemas.openxmlformats.org/officeDocument/2006/relationships/notesMaster" Target="/ppt/notesMasters/notesMaster1.xml" Id="Rb7e9e1658a0046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c3f2c93ced420e" /><Relationship Type="http://schemas.openxmlformats.org/officeDocument/2006/relationships/notesMaster" Target="/ppt/notesMasters/notesMaster1.xml" Id="Rdc184ff7780842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fb738428054332" /><Relationship Type="http://schemas.openxmlformats.org/officeDocument/2006/relationships/notesMaster" Target="/ppt/notesMasters/notesMaster1.xml" Id="R3ca1c49cc64c44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1118d5ffc24fd1" /><Relationship Type="http://schemas.openxmlformats.org/officeDocument/2006/relationships/notesMaster" Target="/ppt/notesMasters/notesMaster1.xml" Id="R7890531ba1bf44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4f15cf2ea043b1" /><Relationship Type="http://schemas.openxmlformats.org/officeDocument/2006/relationships/notesMaster" Target="/ppt/notesMasters/notesMaster1.xml" Id="Rc3bc093e327b4f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57f8619e5543d9" /><Relationship Type="http://schemas.openxmlformats.org/officeDocument/2006/relationships/notesMaster" Target="/ppt/notesMasters/notesMaster1.xml" Id="Rb0e8cfcb270647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36dbfbf49849b2" /><Relationship Type="http://schemas.openxmlformats.org/officeDocument/2006/relationships/notesMaster" Target="/ppt/notesMasters/notesMaster1.xml" Id="Ra9118557366548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318ddd7ed3418c" /><Relationship Type="http://schemas.openxmlformats.org/officeDocument/2006/relationships/notesMaster" Target="/ppt/notesMasters/notesMaster1.xml" Id="Ra486e7eeb1604e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7227c318d74875" /><Relationship Type="http://schemas.openxmlformats.org/officeDocument/2006/relationships/notesMaster" Target="/ppt/notesMasters/notesMaster1.xml" Id="Rc9c91294cd9b48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b065ef06a40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d67734614647a0" /><Relationship Type="http://schemas.openxmlformats.org/officeDocument/2006/relationships/slideLayout" Target="/ppt/slideLayouts/slideLayout1.xml" Id="R98b77880272243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77880272243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6e65f58a14306" /><Relationship Type="http://schemas.openxmlformats.org/officeDocument/2006/relationships/notesSlide" Target="/ppt/notesSlides/notesSlide1.xml" Id="R5ddd947b44f648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01d5aca8741df" /><Relationship Type="http://schemas.openxmlformats.org/officeDocument/2006/relationships/notesSlide" Target="/ppt/notesSlides/notesSlide2.xml" Id="Rc32958235ff948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a6eaeabd34b35" /><Relationship Type="http://schemas.openxmlformats.org/officeDocument/2006/relationships/notesSlide" Target="/ppt/notesSlides/notesSlide3.xml" Id="R24099b42b5da4c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49c4048734076" /><Relationship Type="http://schemas.openxmlformats.org/officeDocument/2006/relationships/notesSlide" Target="/ppt/notesSlides/notesSlide4.xml" Id="Rd0ceba25149547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f3a3c9b62460c" /><Relationship Type="http://schemas.openxmlformats.org/officeDocument/2006/relationships/notesSlide" Target="/ppt/notesSlides/notesSlide5.xml" Id="R44952203dcab4f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fb26e569d4f9e" /><Relationship Type="http://schemas.openxmlformats.org/officeDocument/2006/relationships/notesSlide" Target="/ppt/notesSlides/notesSlide6.xml" Id="Rfa470b21fe5140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4bbb9e2aa438c" /><Relationship Type="http://schemas.openxmlformats.org/officeDocument/2006/relationships/notesSlide" Target="/ppt/notesSlides/notesSlide7.xml" Id="Rd1c668e429cd49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229975c384cd7" /><Relationship Type="http://schemas.openxmlformats.org/officeDocument/2006/relationships/notesSlide" Target="/ppt/notesSlides/notesSlide8.xml" Id="Rd953654af5504f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a053b800c45fd" /><Relationship Type="http://schemas.openxmlformats.org/officeDocument/2006/relationships/notesSlide" Target="/ppt/notesSlides/notesSlide9.xml" Id="R83671bca37af45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76B1E-2EE2-44F3-BC85-97B1743E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27429-9E19-4970-9217-D99FB97F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015 — Fire-Pump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6C95C-3581-4523-8A9F-7E94CCAD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BA07F-3C96-4A4A-A788-290110DA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32050-F8A9-4D12-A949-D525A0B4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C951C-7EC6-4924-B729-834E3D27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266254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A5E79-AD1A-497C-BA17-4B2671B8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3ED8A-4B92-4B7F-BC2F-93EADF25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70111-568D-45FD-91EB-7A4A5ADA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5CCF6-EC64-45DF-AAD8-35D59C2C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0673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BD201-4F5F-443F-BAA2-794C34A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AA437-4BCB-4E8F-BF0D-D9511B03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3C93D-D0DD-4E2B-928C-5F93E5B5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51B71-FC33-4C97-AE72-A21FB6E7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AE4AF-C9E6-4533-A277-698782D2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AABAF-02D1-4E7F-8399-98187E7F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ACE78-ADCF-4E95-AC35-A123216C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D1F06-2A1B-4BE2-AC01-30DFDC6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84B24-FB5F-4F53-9B04-FA056260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19332-450F-4E3D-9B6C-52D70864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11529-598D-4F78-B7EF-46C6E3B5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1A2AC-E1E6-4889-9308-28032568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93D6F-A39B-4B2B-92A4-967041B6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3462E-B07B-4504-8C49-8B0201E6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4902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E1A6D-A621-41FD-A3BE-A643DFAD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84ADC-E493-4D3D-8F8B-6FF1402B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87098-E92E-4B3C-B477-E542C846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Coordinate the test and confirm a safe discharge arrangement. • Record start pressure, running pressure and abnormal vibration or leakage.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31B06-E360-4214-A5F1-F71DF6A2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7E655-53B5-4FA5-9FC0-D1A8D61A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Restore automatic readiness and report any defect immediately.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8B06F-1196-4DC2-867E-CF64977E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0F79B-5B61-480E-941A-385EBC8C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867BD-9E5A-4362-970C-1A0ED136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8560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6F91B-BA58-4278-B5CF-D84D0EBF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D8154-06DB-4685-ADE5-D326F1B3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5AEB5-D9E6-45E8-BAAD-D9201D91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4EFEA-3001-4EE4-9E7C-6CFA35C8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E9399-5B71-44FC-A72B-10D5C2C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3641E-6AEE-4F03-B473-704A8A81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74482-B2DA-4AEA-9C47-1BC0B459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EC12C-B1BA-431B-8723-9F5E736F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1081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B9137-76A5-4EF6-9785-47A792BB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70CC8-DFD6-4D98-A86D-E90D9936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3C9FA-06CF-431D-BA46-48B6458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378D7-BCA6-41CB-AC0C-CC0F3B48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95332-C84E-4755-AB25-BD53E87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04531-1E65-41D6-A9E9-9C6FDBF3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999EC-53D6-4A3C-B83B-0C2D54DE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359D3-28A4-4942-B173-599EA948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0604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5D28-04D9-4D2F-A6AB-0F871A5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C676B-525F-4574-A02B-EE5D14F8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765E1-EED7-4CFB-B993-EF10A442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75333-A321-4A03-AE9B-276FE9C6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E6877-1EA5-4978-99F7-95EFB15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FE6F8-BBB5-4890-A59E-DAFC7760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156B1-81F1-4CBC-AE2B-223A8CA8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C46FA-05C6-4532-9EA6-60DAC108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E953F-484F-41E7-8B49-573F36F3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9613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BFC3D-2CAC-4308-86F3-16E95480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BE0E3-4ABD-47AB-92AC-36015EF3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2D9EE-FCF5-4894-9FA1-90E4D851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03739-6C19-459E-BF4A-0E96AB9C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9F2F9-0526-44BE-B75E-C66B1FC4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3311B-AB09-4809-A725-887435E1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211BF-7946-49C4-B5B2-54C715B5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9151C-EDBB-4B0A-9687-99B6AF57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F6C44-BCE6-41D6-8ED5-D55ECC24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33911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DBE69-42A5-42C6-83A6-D746F7B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550EF-6EE0-4435-A837-D6816D05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E3EEF-808B-4879-8839-F23E314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4930F-0D09-46F3-AC73-D4B2FEFC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3CD17-DB26-4426-B53F-ECA9BAD8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6F057-1590-42EF-941A-75F07CE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FE70A-A2EF-4D21-8E29-CF3F4B9C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6238C-D34C-4300-8320-238B313E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97636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2026-08-15T02:50:08.7090000Z</dcterms:created>
  <dcterms:modified xsi:type="dcterms:W3CDTF">2026-08-15T02:50:08.7090000Z</dcterms:modified>
</coreProperties>
</file>