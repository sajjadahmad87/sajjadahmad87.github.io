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e2e5bcd3b04388" /><Relationship Type="http://schemas.openxmlformats.org/officeDocument/2006/relationships/extended-properties" Target="/docProps/app.xml" Id="R9ac3cd2b903c4108" /><Relationship Type="http://schemas.openxmlformats.org/officeDocument/2006/relationships/officeDocument" Target="/ppt/presentation.xml" Id="Rcd51de353ecf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c53f8fd8bc4033"/>
  </p:sldMasterIdLst>
  <p:notesMasterIdLst>
    <p:notesMasterId xmlns:r="http://schemas.openxmlformats.org/officeDocument/2006/relationships" r:id="R151583ab035d404c"/>
  </p:notesMasterIdLst>
  <p:sldIdLst>
    <p:sldId xmlns:r="http://schemas.openxmlformats.org/officeDocument/2006/relationships" id="256" r:id="R4b508b42b2da403f"/>
    <p:sldId xmlns:r="http://schemas.openxmlformats.org/officeDocument/2006/relationships" id="257" r:id="R3a9feb56b1934d91"/>
    <p:sldId xmlns:r="http://schemas.openxmlformats.org/officeDocument/2006/relationships" id="258" r:id="R7a0ce92e93cf4146"/>
    <p:sldId xmlns:r="http://schemas.openxmlformats.org/officeDocument/2006/relationships" id="259" r:id="R779067e7146f4b6f"/>
    <p:sldId xmlns:r="http://schemas.openxmlformats.org/officeDocument/2006/relationships" id="260" r:id="R3d62c33883f54c83"/>
    <p:sldId xmlns:r="http://schemas.openxmlformats.org/officeDocument/2006/relationships" id="261" r:id="Rc59e7338380f4ac8"/>
    <p:sldId xmlns:r="http://schemas.openxmlformats.org/officeDocument/2006/relationships" id="262" r:id="R71c5d5cb19084fc6"/>
    <p:sldId xmlns:r="http://schemas.openxmlformats.org/officeDocument/2006/relationships" id="263" r:id="R3b8f83f2e9f541e0"/>
    <p:sldId xmlns:r="http://schemas.openxmlformats.org/officeDocument/2006/relationships" id="264" r:id="R8c7b7d0889094d21"/>
    <p:sldId xmlns:r="http://schemas.openxmlformats.org/officeDocument/2006/relationships" id="265" r:id="R005ac5fbb2c74ba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7476382f524188" /><Relationship Type="http://schemas.openxmlformats.org/officeDocument/2006/relationships/slideMaster" Target="/ppt/slideMasters/slideMaster1.xml" Id="Recc53f8fd8bc4033" /><Relationship Type="http://schemas.openxmlformats.org/officeDocument/2006/relationships/notesMaster" Target="/ppt/notesMasters/notesMaster1.xml" Id="R151583ab035d404c" /><Relationship Type="http://schemas.openxmlformats.org/officeDocument/2006/relationships/presProps" Target="/ppt/presProps.xml" Id="R4d23f57415174614" /><Relationship Type="http://schemas.openxmlformats.org/officeDocument/2006/relationships/tableStyles" Target="/ppt/tableStyles.xml" Id="Rfcdd709bd93e4491" /><Relationship Type="http://schemas.openxmlformats.org/officeDocument/2006/relationships/slide" Target="/ppt/slides/slide1.xml" Id="R4b508b42b2da403f" /><Relationship Type="http://schemas.openxmlformats.org/officeDocument/2006/relationships/slide" Target="/ppt/slides/slide2.xml" Id="R3a9feb56b1934d91" /><Relationship Type="http://schemas.openxmlformats.org/officeDocument/2006/relationships/slide" Target="/ppt/slides/slide3.xml" Id="R7a0ce92e93cf4146" /><Relationship Type="http://schemas.openxmlformats.org/officeDocument/2006/relationships/slide" Target="/ppt/slides/slide4.xml" Id="R779067e7146f4b6f" /><Relationship Type="http://schemas.openxmlformats.org/officeDocument/2006/relationships/slide" Target="/ppt/slides/slide5.xml" Id="R3d62c33883f54c83" /><Relationship Type="http://schemas.openxmlformats.org/officeDocument/2006/relationships/slide" Target="/ppt/slides/slide6.xml" Id="Rc59e7338380f4ac8" /><Relationship Type="http://schemas.openxmlformats.org/officeDocument/2006/relationships/slide" Target="/ppt/slides/slide7.xml" Id="R71c5d5cb19084fc6" /><Relationship Type="http://schemas.openxmlformats.org/officeDocument/2006/relationships/slide" Target="/ppt/slides/slide8.xml" Id="R3b8f83f2e9f541e0" /><Relationship Type="http://schemas.openxmlformats.org/officeDocument/2006/relationships/slide" Target="/ppt/slides/slide9.xml" Id="R8c7b7d0889094d21" /><Relationship Type="http://schemas.openxmlformats.org/officeDocument/2006/relationships/slide" Target="/ppt/slides/slide10.xml" Id="R005ac5fbb2c74b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9ec65812cc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319f32f5284e68" /><Relationship Type="http://schemas.openxmlformats.org/officeDocument/2006/relationships/notesMaster" Target="/ppt/notesMasters/notesMaster1.xml" Id="Rec7fcfa9ca6d45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46398a40a045c8" /><Relationship Type="http://schemas.openxmlformats.org/officeDocument/2006/relationships/notesMaster" Target="/ppt/notesMasters/notesMaster1.xml" Id="Rd62afce75e2745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e112beff694b52" /><Relationship Type="http://schemas.openxmlformats.org/officeDocument/2006/relationships/notesMaster" Target="/ppt/notesMasters/notesMaster1.xml" Id="Rbb70df44f24445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ac9deac110470d" /><Relationship Type="http://schemas.openxmlformats.org/officeDocument/2006/relationships/notesMaster" Target="/ppt/notesMasters/notesMaster1.xml" Id="R384e979c94254c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c48182dbbf4ba2" /><Relationship Type="http://schemas.openxmlformats.org/officeDocument/2006/relationships/notesMaster" Target="/ppt/notesMasters/notesMaster1.xml" Id="Rb06523e07a674d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47d261b2ff4fe8" /><Relationship Type="http://schemas.openxmlformats.org/officeDocument/2006/relationships/notesMaster" Target="/ppt/notesMasters/notesMaster1.xml" Id="Re4f4803b313242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9d365d820048a8" /><Relationship Type="http://schemas.openxmlformats.org/officeDocument/2006/relationships/notesMaster" Target="/ppt/notesMasters/notesMaster1.xml" Id="Rb4748dd05d6a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a1de66889d4a28" /><Relationship Type="http://schemas.openxmlformats.org/officeDocument/2006/relationships/notesMaster" Target="/ppt/notesMasters/notesMaster1.xml" Id="Rf5c7ab05b82d42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97ec39e7b34d46" /><Relationship Type="http://schemas.openxmlformats.org/officeDocument/2006/relationships/notesMaster" Target="/ppt/notesMasters/notesMaster1.xml" Id="Rcde12ea20b7b47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f5158c33a348a0" /><Relationship Type="http://schemas.openxmlformats.org/officeDocument/2006/relationships/notesMaster" Target="/ppt/notesMasters/notesMaster1.xml" Id="Rddde89718f1245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40ce42f88c4e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ff691b02914db7" /><Relationship Type="http://schemas.openxmlformats.org/officeDocument/2006/relationships/slideLayout" Target="/ppt/slideLayouts/slideLayout1.xml" Id="R3d445f9bd2ad44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445f9bd2ad44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7283ce683457e" /><Relationship Type="http://schemas.openxmlformats.org/officeDocument/2006/relationships/notesSlide" Target="/ppt/notesSlides/notesSlide1.xml" Id="R017342d0318245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193e2e3c54a09" /><Relationship Type="http://schemas.openxmlformats.org/officeDocument/2006/relationships/notesSlide" Target="/ppt/notesSlides/notesSlide2.xml" Id="Rf77be4a52561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bb7e4c8644d85" /><Relationship Type="http://schemas.openxmlformats.org/officeDocument/2006/relationships/notesSlide" Target="/ppt/notesSlides/notesSlide3.xml" Id="R7200f6b439bc40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46c6e10dd433f" /><Relationship Type="http://schemas.openxmlformats.org/officeDocument/2006/relationships/notesSlide" Target="/ppt/notesSlides/notesSlide4.xml" Id="Rda575f273a634b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4182cc034427c" /><Relationship Type="http://schemas.openxmlformats.org/officeDocument/2006/relationships/notesSlide" Target="/ppt/notesSlides/notesSlide5.xml" Id="Rc99c2d5a509346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232d847a64d18" /><Relationship Type="http://schemas.openxmlformats.org/officeDocument/2006/relationships/notesSlide" Target="/ppt/notesSlides/notesSlide6.xml" Id="R7d8bd82a434945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2b70671424568" /><Relationship Type="http://schemas.openxmlformats.org/officeDocument/2006/relationships/notesSlide" Target="/ppt/notesSlides/notesSlide7.xml" Id="R6e4dddb9166c49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e4694b44b468c" /><Relationship Type="http://schemas.openxmlformats.org/officeDocument/2006/relationships/notesSlide" Target="/ppt/notesSlides/notesSlide8.xml" Id="R970c18f0e18b4a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18a8b05f84407" /><Relationship Type="http://schemas.openxmlformats.org/officeDocument/2006/relationships/notesSlide" Target="/ppt/notesSlides/notesSlide9.xml" Id="R23d41867ca2f41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9812da34a4c54" /><Relationship Type="http://schemas.openxmlformats.org/officeDocument/2006/relationships/notesSlide" Target="/ppt/notesSlides/notesSlide10.xml" Id="Rbb387ba1635140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0C9D1-6D9B-43DF-B63B-51F438B8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WORK AT HEIGHT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37487-E774-4929-8F12-8DFBE64A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041 — Working on Platforms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F94D3-536B-42E2-A3E2-8271EA35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1AF7D-0B2A-4218-A8AD-03C7B07B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09952-63A1-4679-90FA-DB67496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EFB4B-2F0F-4E9D-8009-F3660AF1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620769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ACC0A-1364-477C-A092-F2041996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WORK AT HEIGHT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BE71C-73C6-4E6F-819E-55E0261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28279-B51D-42F0-BF5A-E6A445E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F7A5A-64DA-42C1-9F08-9EE4538B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7079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19203-7B7B-42D5-ACEC-70BF3A2E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75D0E-34E6-4B81-B8C2-CD552097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F2419-3212-495B-89D9-3D3B353F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C5C9D-E3F8-4A08-81C4-E1CFABC3D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DC60A9-E907-4D88-89CB-1B935B0D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24069-9EDE-4249-8871-6B5E27BE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C9479-449E-468D-8A4E-0BC5E281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9FEF7-84C8-4626-8A0F-349EE769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1521E-CAC4-45FE-BF59-8653A8AD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4BD85-903C-47FD-BF8E-0F28FBD6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636FC-99B9-4AB5-9760-20F7B79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60ECD-E5F6-452F-AD3D-E253A85C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1C029-44EF-43D8-829C-49E20D60A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47354-5199-4FBB-9D8F-DFC47E5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950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6379E-362D-4638-B439-19661F9B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A4B7D-5302-40C0-8B85-D4695D10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B4EF5-A08E-41B5-9560-138CA4E7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platform, guardrails, access and load capacity. • Control dropped objects and maintain a safe working area.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2F27F-6545-49C4-B017-3DF11995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20981-2475-460F-801E-1E4CFEEC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fall protection where the risk assessment requires it.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C6205-7A24-4C25-BB13-5BFB05A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2684A-44DD-43F7-999C-7837164D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7F0E1-F9D3-44F0-A7D8-5FC3A530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96971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74C68-034E-42FF-BD04-B2C66700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34ECE-E940-446F-84F5-21E2938D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F45D1-4E31-476F-97C0-8E8343C5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BC99D-3AB1-4704-BC17-583B1D22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B8217-C486-430A-94FF-D936E5B8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A44D58-8C3B-40C9-88B4-DA996220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30D6E-8CFB-4723-AB53-09D937A4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75F34-5F5C-4BA8-9654-5007EEE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42370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6D3FAB-CECE-4C38-8A80-BD85ED73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85566-F9B2-45BF-A136-365390FA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14C47-5168-482C-A3D2-C907A67C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83481-091B-4920-9ACB-552C9F50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F31633-DA81-48C6-83CF-C82D9C5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9A841-22FF-4749-9726-FCA8AC0D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C74AA-D752-4A5B-AE1B-EB706418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1FAD2-DF86-4EED-B95C-2A0F057B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7048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8B850-FE1E-46A3-AEDD-C572D5DB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3027C-D364-4476-8EA3-98C4971F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2BF35-8725-4518-A526-6C84D560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93B94-7A7A-4CE3-8FA5-621E90B4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77DAB-B7BD-401D-97EE-8BD79C7F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04E54-66B5-4595-B6E9-1C4F806C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BA586-9EFB-488E-89B6-2375D04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5789B-6F20-4DE8-9AE1-294A10B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DDAB26-9456-4BB8-B362-F399D6E0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82553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5F7B4-202E-4C64-A118-A81ED6F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9EAE3-F05A-4AC2-97E6-9F9D49B2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2DC56-55B6-4EC5-9175-CD19B43A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59971-3B82-4573-AE7C-7358EAC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B5AF55-A3C7-4926-B97C-FCC354B9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F1502-1B20-46AE-B472-93BF7CC3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B6FB2-DB62-44C7-A194-1C128663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17EA6-744F-4612-8255-8642FF47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C7C7D-77DC-4D31-9754-18898446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90729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9BD70B-6FE3-4841-BDBA-B1795D1D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59F07-229F-4273-ADDB-CE822320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DF7CC-1DCC-456D-893E-82F2DA95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50A9E-2D80-4212-A77A-57DE766B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1784B-8A71-4FB7-8530-D78F2570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B23AA-28AC-4D29-9518-635A15DD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D0565-3FE4-4199-8FB8-50DA98CA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BC3A4-3233-40E3-86F5-474047C9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EA744-0F6F-4B92-B49D-13F190FF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84202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E4B02-BDCF-4D64-B30A-AF4E088A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88222-391B-4072-9E48-98FD1EE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4A327-1D6A-4614-BF26-9946D1AF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D37EC-9A74-434A-B4DE-2B3752ED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F3FD5-9EAA-4C1E-B20C-8FC15C04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13864-F479-4BA2-9968-8F7C23BF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F0CF9-51C4-4CE1-A656-D066949D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Work at Height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C04FB-A50F-45A1-AC0B-7561ABA2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48232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2026-08-15T02:50:14.1690000Z</dcterms:created>
  <dcterms:modified xsi:type="dcterms:W3CDTF">2026-08-15T02:50:14.1690000Z</dcterms:modified>
</coreProperties>
</file>