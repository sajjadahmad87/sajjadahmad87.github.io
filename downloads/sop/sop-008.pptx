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547d613e94cef" /><Relationship Type="http://schemas.openxmlformats.org/officeDocument/2006/relationships/extended-properties" Target="/docProps/app.xml" Id="Redc3ce217c9644e5" /><Relationship Type="http://schemas.openxmlformats.org/officeDocument/2006/relationships/officeDocument" Target="/ppt/presentation.xml" Id="R5ceb35d06405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fdad1f58a4185"/>
  </p:sldMasterIdLst>
  <p:notesMasterIdLst>
    <p:notesMasterId xmlns:r="http://schemas.openxmlformats.org/officeDocument/2006/relationships" r:id="R0fb31ca302f24b85"/>
  </p:notesMasterIdLst>
  <p:sldIdLst>
    <p:sldId xmlns:r="http://schemas.openxmlformats.org/officeDocument/2006/relationships" id="256" r:id="R0e3f5a58ec104e7b"/>
    <p:sldId xmlns:r="http://schemas.openxmlformats.org/officeDocument/2006/relationships" id="257" r:id="R9936b27596bd4d3d"/>
    <p:sldId xmlns:r="http://schemas.openxmlformats.org/officeDocument/2006/relationships" id="258" r:id="Rf4586448038e46fc"/>
    <p:sldId xmlns:r="http://schemas.openxmlformats.org/officeDocument/2006/relationships" id="259" r:id="R24935838d8774d96"/>
    <p:sldId xmlns:r="http://schemas.openxmlformats.org/officeDocument/2006/relationships" id="260" r:id="R6d9543b269e54153"/>
    <p:sldId xmlns:r="http://schemas.openxmlformats.org/officeDocument/2006/relationships" id="261" r:id="Rf787f47624f747d8"/>
    <p:sldId xmlns:r="http://schemas.openxmlformats.org/officeDocument/2006/relationships" id="262" r:id="R2e936335d80b4d32"/>
    <p:sldId xmlns:r="http://schemas.openxmlformats.org/officeDocument/2006/relationships" id="263" r:id="R2b96618bbba8409d"/>
    <p:sldId xmlns:r="http://schemas.openxmlformats.org/officeDocument/2006/relationships" id="264" r:id="Rfe51763b91ff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7f913ac584228" /><Relationship Type="http://schemas.openxmlformats.org/officeDocument/2006/relationships/slideMaster" Target="/ppt/slideMasters/slideMaster1.xml" Id="R54cfdad1f58a4185" /><Relationship Type="http://schemas.openxmlformats.org/officeDocument/2006/relationships/notesMaster" Target="/ppt/notesMasters/notesMaster1.xml" Id="R0fb31ca302f24b85" /><Relationship Type="http://schemas.openxmlformats.org/officeDocument/2006/relationships/presProps" Target="/ppt/presProps.xml" Id="Rdf17982e761f48e4" /><Relationship Type="http://schemas.openxmlformats.org/officeDocument/2006/relationships/tableStyles" Target="/ppt/tableStyles.xml" Id="R83013075894b4ad9" /><Relationship Type="http://schemas.openxmlformats.org/officeDocument/2006/relationships/slide" Target="/ppt/slides/slide1.xml" Id="R0e3f5a58ec104e7b" /><Relationship Type="http://schemas.openxmlformats.org/officeDocument/2006/relationships/slide" Target="/ppt/slides/slide2.xml" Id="R9936b27596bd4d3d" /><Relationship Type="http://schemas.openxmlformats.org/officeDocument/2006/relationships/slide" Target="/ppt/slides/slide3.xml" Id="Rf4586448038e46fc" /><Relationship Type="http://schemas.openxmlformats.org/officeDocument/2006/relationships/slide" Target="/ppt/slides/slide4.xml" Id="R24935838d8774d96" /><Relationship Type="http://schemas.openxmlformats.org/officeDocument/2006/relationships/slide" Target="/ppt/slides/slide5.xml" Id="R6d9543b269e54153" /><Relationship Type="http://schemas.openxmlformats.org/officeDocument/2006/relationships/slide" Target="/ppt/slides/slide6.xml" Id="Rf787f47624f747d8" /><Relationship Type="http://schemas.openxmlformats.org/officeDocument/2006/relationships/slide" Target="/ppt/slides/slide7.xml" Id="R2e936335d80b4d32" /><Relationship Type="http://schemas.openxmlformats.org/officeDocument/2006/relationships/slide" Target="/ppt/slides/slide8.xml" Id="R2b96618bbba8409d" /><Relationship Type="http://schemas.openxmlformats.org/officeDocument/2006/relationships/slide" Target="/ppt/slides/slide9.xml" Id="Rfe51763b91ff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5ed997050943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889df3d8a14798" /><Relationship Type="http://schemas.openxmlformats.org/officeDocument/2006/relationships/notesMaster" Target="/ppt/notesMasters/notesMaster1.xml" Id="Rdb28a48849fe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47f5d79c0c4dfb" /><Relationship Type="http://schemas.openxmlformats.org/officeDocument/2006/relationships/notesMaster" Target="/ppt/notesMasters/notesMaster1.xml" Id="R6917a42e7ebe4d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60b14499f44be" /><Relationship Type="http://schemas.openxmlformats.org/officeDocument/2006/relationships/notesMaster" Target="/ppt/notesMasters/notesMaster1.xml" Id="R494ca6972f7d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c9530772948b0" /><Relationship Type="http://schemas.openxmlformats.org/officeDocument/2006/relationships/notesMaster" Target="/ppt/notesMasters/notesMaster1.xml" Id="Rf857d89109d14e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790cf977234d5a" /><Relationship Type="http://schemas.openxmlformats.org/officeDocument/2006/relationships/notesMaster" Target="/ppt/notesMasters/notesMaster1.xml" Id="Rab318bd8bda3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3fdd11a19440c2" /><Relationship Type="http://schemas.openxmlformats.org/officeDocument/2006/relationships/notesMaster" Target="/ppt/notesMasters/notesMaster1.xml" Id="R1b6acb871fb24b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62817bbcf4f11" /><Relationship Type="http://schemas.openxmlformats.org/officeDocument/2006/relationships/notesMaster" Target="/ppt/notesMasters/notesMaster1.xml" Id="R8f2d882b43e2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a823ececb4c86" /><Relationship Type="http://schemas.openxmlformats.org/officeDocument/2006/relationships/notesMaster" Target="/ppt/notesMasters/notesMaster1.xml" Id="Rf3dd1ef32660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e83d1ffd5f4b5b" /><Relationship Type="http://schemas.openxmlformats.org/officeDocument/2006/relationships/notesMaster" Target="/ppt/notesMasters/notesMaster1.xml" Id="Rc0d6c9d99e70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efc02f441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e052f27e94adc" /><Relationship Type="http://schemas.openxmlformats.org/officeDocument/2006/relationships/slideLayout" Target="/ppt/slideLayouts/slideLayout1.xml" Id="R6efc1a761d2c41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c1a761d2c41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d7b538e04088" /><Relationship Type="http://schemas.openxmlformats.org/officeDocument/2006/relationships/notesSlide" Target="/ppt/notesSlides/notesSlide1.xml" Id="R174736209b9c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18985e04e4219" /><Relationship Type="http://schemas.openxmlformats.org/officeDocument/2006/relationships/notesSlide" Target="/ppt/notesSlides/notesSlide2.xml" Id="R54e89e0a86ca4c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1d2ba493549bb" /><Relationship Type="http://schemas.openxmlformats.org/officeDocument/2006/relationships/notesSlide" Target="/ppt/notesSlides/notesSlide3.xml" Id="R1cf89e3f8bbc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7e3ea6077453b" /><Relationship Type="http://schemas.openxmlformats.org/officeDocument/2006/relationships/notesSlide" Target="/ppt/notesSlides/notesSlide4.xml" Id="Rf92bd8324a5a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f33a47f654e7e" /><Relationship Type="http://schemas.openxmlformats.org/officeDocument/2006/relationships/notesSlide" Target="/ppt/notesSlides/notesSlide5.xml" Id="R065a99ace71b41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1003f5344dfc" /><Relationship Type="http://schemas.openxmlformats.org/officeDocument/2006/relationships/notesSlide" Target="/ppt/notesSlides/notesSlide6.xml" Id="R9385dcf184cc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d6b9d75734102" /><Relationship Type="http://schemas.openxmlformats.org/officeDocument/2006/relationships/notesSlide" Target="/ppt/notesSlides/notesSlide7.xml" Id="Rb6d95337465747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f10c58fa645d3" /><Relationship Type="http://schemas.openxmlformats.org/officeDocument/2006/relationships/notesSlide" Target="/ppt/notesSlides/notesSlide8.xml" Id="R8ce2dc6bba4e4e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8d0b891fa420c" /><Relationship Type="http://schemas.openxmlformats.org/officeDocument/2006/relationships/notesSlide" Target="/ppt/notesSlides/notesSlide9.xml" Id="R25a6f9a7c50a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5F23C-6E82-4F5F-B33B-B90F0B3D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3126-D029-4736-BE01-96256DD4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008 — Vacuum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B908A-C816-4D71-8A1F-39488F85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0F7F8-D621-4389-90B6-6C83A92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D6894-A5C3-4846-B099-CA060C5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1DACF-C1E0-4159-A70A-B43302B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88844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8B24-7B37-4FC1-AC4F-550EEEF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445E2-5785-44A5-8B09-44BE0A1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E1723-CBD5-4875-BCF5-1AA824F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1DEAB-55AF-42FB-8163-4B9C7AC8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8097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A2973-DFC0-41DE-98BC-F66BCC8B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FD376-E1E7-4DE2-96A2-108551F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2E1F-A98C-4C5E-BD54-D59D736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1F28C-4402-40EB-B3E5-7C4BD37A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17588-E84F-4CAB-9C7B-6A08949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639AD-F304-4806-88D4-B6D6FC8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D8C0D-946F-475F-B4E5-9B39FED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D1EE-2FD6-42BB-87EA-0A31EBC5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3B879-ACF6-45AC-BEEB-326C797F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129C-EE93-46C9-ACFF-F7F7FB4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2391E-42E2-4D0F-AB1E-583E835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1E9D5-CB74-44D8-9FE5-2A1B468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8C9CB-C483-4772-8242-A8AC6AA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1C39A-C4C6-4067-97CE-8BD6C97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2408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7E3D2-24EF-4F58-B893-DC587E7B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AAF92-FC81-4214-8EE3-F51638AB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E4D25-2B9A-4543-9B1B-E048F1A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hose, electrical supply and collection system. • Use correct attachments and avoid unsuitable materials.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5C3A3-62E9-416B-B52A-02CBE542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EBC88-4CAA-40DF-9929-6669A25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Clean and isolate the machine after use.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9AB24-2B17-4D1E-9BD9-36640D4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B71DA-6C7C-415F-85BD-E19F7E46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0E681-0204-4654-9843-F63CA3F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777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516F5-20DA-42DD-ADE2-B2B1824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FC0EB-80F4-4FAA-8F63-33629AD3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89645-BF76-44F4-BF57-16159DA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B4CC9-68BB-4179-B219-3E242DD7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B69F9-5197-48B7-8E43-2E2BEEC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7E828-40CA-4BC0-BD05-05D15C34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B1C94-40D8-4ED7-B1DC-984AD71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B79DB-8439-4029-956A-4B1CD0BC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5819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7A3EC-98EB-4806-BDD6-3C861BBD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B5BB6-0364-4F68-BCD4-28110EFC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1DAF4-4A06-485F-B023-DD1A8F25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FEA9-A49A-4DD6-82E4-0FFCFAA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49070-B210-4527-BF8A-C8B16ADB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916DC-ED01-4BF4-95F1-F97243A4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AD705-3589-4040-93DC-707798D6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87D8E-B0CE-40D3-AAB3-1D06211D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8803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6EC5-184C-4BFA-B1B7-BF690D2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C24C3-47C1-4924-9CDA-8A691F4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1939D-3DB4-42C9-AB64-13E16C3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8B1CA-1294-42E9-98B3-DF62E09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C9406-B04E-4049-ADC4-01EC2613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51DD5-509F-4F73-9D2C-3D09F1F4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1FC8F-5AAD-43B6-8ED6-32FC610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B2EED-46CA-42EA-970C-D4FEF219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AFDFF-3633-4DFF-9995-3A26F8C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2239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53E2E-F81D-4481-826F-C5013D6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8517A-D8C0-4B1B-A633-3BBEC9F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45AE8-E924-4AD6-B269-235C7AC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8B70F-1B97-400F-92C9-9C22573D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79EC-26F8-4D36-8BF1-7CA2EBA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2FC86-044D-4CD6-9324-1099374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318C7-CCA9-4A09-8530-8D56C65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0F1AC-29DE-4C00-8BC6-F926BBE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43731-F1B0-4D25-9F7C-03A4FF51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4077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27074-F9DC-4B95-944D-FB5C982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777D1-D82F-4D1F-9BBD-2D00702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A1448-6D46-4EFB-AD40-4BF793C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BA13C-8226-4765-9626-EB542EF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4126E-2138-4629-BBE8-7E7D1072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BA51A-3025-4298-8A98-8660D14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CB528-973F-416A-B73D-89735366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21C4C-58B2-49FE-A906-970AD839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7952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2026-08-15T02:50:06.8490000Z</dcterms:created>
  <dcterms:modified xsi:type="dcterms:W3CDTF">2026-08-15T02:50:06.8490000Z</dcterms:modified>
</coreProperties>
</file>