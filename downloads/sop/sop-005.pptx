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0ff897e01c246d4" /><Relationship Type="http://schemas.openxmlformats.org/officeDocument/2006/relationships/extended-properties" Target="/docProps/app.xml" Id="R03c9edd92ea84855" /><Relationship Type="http://schemas.openxmlformats.org/officeDocument/2006/relationships/officeDocument" Target="/ppt/presentation.xml" Id="Rbc2a4481ed514f5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1ba801dbbed43f3"/>
  </p:sldMasterIdLst>
  <p:notesMasterIdLst>
    <p:notesMasterId xmlns:r="http://schemas.openxmlformats.org/officeDocument/2006/relationships" r:id="Rc86d6d931cfe4384"/>
  </p:notesMasterIdLst>
  <p:sldIdLst>
    <p:sldId xmlns:r="http://schemas.openxmlformats.org/officeDocument/2006/relationships" id="256" r:id="R223b7dc5a13a4bb3"/>
    <p:sldId xmlns:r="http://schemas.openxmlformats.org/officeDocument/2006/relationships" id="257" r:id="R53125e99f98b4594"/>
    <p:sldId xmlns:r="http://schemas.openxmlformats.org/officeDocument/2006/relationships" id="258" r:id="R7a057dc18c5d4f36"/>
    <p:sldId xmlns:r="http://schemas.openxmlformats.org/officeDocument/2006/relationships" id="259" r:id="Rfadfe4d95c8f47ca"/>
    <p:sldId xmlns:r="http://schemas.openxmlformats.org/officeDocument/2006/relationships" id="260" r:id="R479492ce88214ddc"/>
    <p:sldId xmlns:r="http://schemas.openxmlformats.org/officeDocument/2006/relationships" id="261" r:id="R3ebc6acb9ac743a7"/>
    <p:sldId xmlns:r="http://schemas.openxmlformats.org/officeDocument/2006/relationships" id="262" r:id="Rd234eac8ba1648c6"/>
    <p:sldId xmlns:r="http://schemas.openxmlformats.org/officeDocument/2006/relationships" id="263" r:id="Rba7b18ac7a7144b4"/>
    <p:sldId xmlns:r="http://schemas.openxmlformats.org/officeDocument/2006/relationships" id="264" r:id="Rca662a8ae35d430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efa7323746b4b81" /><Relationship Type="http://schemas.openxmlformats.org/officeDocument/2006/relationships/slideMaster" Target="/ppt/slideMasters/slideMaster1.xml" Id="R91ba801dbbed43f3" /><Relationship Type="http://schemas.openxmlformats.org/officeDocument/2006/relationships/notesMaster" Target="/ppt/notesMasters/notesMaster1.xml" Id="Rc86d6d931cfe4384" /><Relationship Type="http://schemas.openxmlformats.org/officeDocument/2006/relationships/presProps" Target="/ppt/presProps.xml" Id="R77b27e4862cd407c" /><Relationship Type="http://schemas.openxmlformats.org/officeDocument/2006/relationships/tableStyles" Target="/ppt/tableStyles.xml" Id="Rd3650e89923a4bd5" /><Relationship Type="http://schemas.openxmlformats.org/officeDocument/2006/relationships/slide" Target="/ppt/slides/slide1.xml" Id="R223b7dc5a13a4bb3" /><Relationship Type="http://schemas.openxmlformats.org/officeDocument/2006/relationships/slide" Target="/ppt/slides/slide2.xml" Id="R53125e99f98b4594" /><Relationship Type="http://schemas.openxmlformats.org/officeDocument/2006/relationships/slide" Target="/ppt/slides/slide3.xml" Id="R7a057dc18c5d4f36" /><Relationship Type="http://schemas.openxmlformats.org/officeDocument/2006/relationships/slide" Target="/ppt/slides/slide4.xml" Id="Rfadfe4d95c8f47ca" /><Relationship Type="http://schemas.openxmlformats.org/officeDocument/2006/relationships/slide" Target="/ppt/slides/slide5.xml" Id="R479492ce88214ddc" /><Relationship Type="http://schemas.openxmlformats.org/officeDocument/2006/relationships/slide" Target="/ppt/slides/slide6.xml" Id="R3ebc6acb9ac743a7" /><Relationship Type="http://schemas.openxmlformats.org/officeDocument/2006/relationships/slide" Target="/ppt/slides/slide7.xml" Id="Rd234eac8ba1648c6" /><Relationship Type="http://schemas.openxmlformats.org/officeDocument/2006/relationships/slide" Target="/ppt/slides/slide8.xml" Id="Rba7b18ac7a7144b4" /><Relationship Type="http://schemas.openxmlformats.org/officeDocument/2006/relationships/slide" Target="/ppt/slides/slide9.xml" Id="Rca662a8ae35d430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77813e9462e4e2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6acd5336bea4e4a" /><Relationship Type="http://schemas.openxmlformats.org/officeDocument/2006/relationships/notesMaster" Target="/ppt/notesMasters/notesMaster1.xml" Id="R2feea944e0a647b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8800df56cfa4fb1" /><Relationship Type="http://schemas.openxmlformats.org/officeDocument/2006/relationships/notesMaster" Target="/ppt/notesMasters/notesMaster1.xml" Id="Ref0bddf6e3564e0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5c119af36024bef" /><Relationship Type="http://schemas.openxmlformats.org/officeDocument/2006/relationships/notesMaster" Target="/ppt/notesMasters/notesMaster1.xml" Id="R8cee6f91090c454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41df72fa7cc4933" /><Relationship Type="http://schemas.openxmlformats.org/officeDocument/2006/relationships/notesMaster" Target="/ppt/notesMasters/notesMaster1.xml" Id="Rb33a2629b72f416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5fb4e329cba48c1" /><Relationship Type="http://schemas.openxmlformats.org/officeDocument/2006/relationships/notesMaster" Target="/ppt/notesMasters/notesMaster1.xml" Id="R55d4d9155685406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47388e68764447b" /><Relationship Type="http://schemas.openxmlformats.org/officeDocument/2006/relationships/notesMaster" Target="/ppt/notesMasters/notesMaster1.xml" Id="R6b05766d16ae434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83509e9dcfa4e92" /><Relationship Type="http://schemas.openxmlformats.org/officeDocument/2006/relationships/notesMaster" Target="/ppt/notesMasters/notesMaster1.xml" Id="R525188bda7f545f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9f5953767b24a81" /><Relationship Type="http://schemas.openxmlformats.org/officeDocument/2006/relationships/notesMaster" Target="/ppt/notesMasters/notesMaster1.xml" Id="Raeb49f5ada074cc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c99f6a8e2694f17" /><Relationship Type="http://schemas.openxmlformats.org/officeDocument/2006/relationships/notesMaster" Target="/ppt/notesMasters/notesMaster1.xml" Id="R10b7611aa2944f8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b285f50d7d48b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a65e74053b64c0b" /><Relationship Type="http://schemas.openxmlformats.org/officeDocument/2006/relationships/slideLayout" Target="/ppt/slideLayouts/slideLayout1.xml" Id="R0056b08b373e457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056b08b373e457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b6f6a73c8e43f1" /><Relationship Type="http://schemas.openxmlformats.org/officeDocument/2006/relationships/notesSlide" Target="/ppt/notesSlides/notesSlide1.xml" Id="Rd7fbc9a38bfa476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771932d3e94e25" /><Relationship Type="http://schemas.openxmlformats.org/officeDocument/2006/relationships/notesSlide" Target="/ppt/notesSlides/notesSlide2.xml" Id="R65056738f89b499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7aad8b38a949e0" /><Relationship Type="http://schemas.openxmlformats.org/officeDocument/2006/relationships/notesSlide" Target="/ppt/notesSlides/notesSlide3.xml" Id="R4cb6429ce3d6472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a268232d994659" /><Relationship Type="http://schemas.openxmlformats.org/officeDocument/2006/relationships/notesSlide" Target="/ppt/notesSlides/notesSlide4.xml" Id="Ref0be078886e4c5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dd9b77614f445c" /><Relationship Type="http://schemas.openxmlformats.org/officeDocument/2006/relationships/notesSlide" Target="/ppt/notesSlides/notesSlide5.xml" Id="R3ace72e0e89d41f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43cca7b83d4189" /><Relationship Type="http://schemas.openxmlformats.org/officeDocument/2006/relationships/notesSlide" Target="/ppt/notesSlides/notesSlide6.xml" Id="R169572f2b25a436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c46abf447c4607" /><Relationship Type="http://schemas.openxmlformats.org/officeDocument/2006/relationships/notesSlide" Target="/ppt/notesSlides/notesSlide7.xml" Id="Rc3ac856b34f44e9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ba1b390630412d" /><Relationship Type="http://schemas.openxmlformats.org/officeDocument/2006/relationships/notesSlide" Target="/ppt/notesSlides/notesSlide8.xml" Id="R983b3ea8bf1743c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5141b2c306492a" /><Relationship Type="http://schemas.openxmlformats.org/officeDocument/2006/relationships/notesSlide" Target="/ppt/notesSlides/notesSlide9.xml" Id="R73ba846865554e2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55956F-C5C4-49CF-874E-CD2BC7C05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SOP • BOILER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8D296A-484F-4960-9AAC-034B4DB31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5524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SOP 005 — Boiler Manual Blowdown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73EC3A-7364-4EDC-9BFD-D4563A10D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524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Safe operating procedure and technician briefing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7FE17C-ADE8-47AC-A9A4-5CA554DB1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24500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27BD8E-7F5E-4B9E-B1C6-FEAF0735D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81250"/>
            <a:ext cx="4343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222F59-904B-4B7F-B0D5-74B6266BA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TECHNICAL TRAINING RESOURCE</a:t>
            </a:r>
          </a:p>
        </p:txBody>
      </p:sp>
    </p:spTree>
    <p:extLst>
      <p:ext uri="{BB962C8B-B14F-4D97-AF65-F5344CB8AC3E}">
        <p14:creationId xmlns:p14="http://schemas.microsoft.com/office/powerpoint/2010/main" val="10043138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618A48-C0A6-45D1-A952-2F6F68C30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SOP • BOILER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90245A-14D4-4FF2-B344-E55F0D36B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 to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D467A4-CB9F-40E4-9975-867BA217D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Evidence, interpretation and technician application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9F5DC6-8008-4679-82C1-2B1E3CD5A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52450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230527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AC54EF-B741-47C4-A2F8-B5107734C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KEY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35293F-2A57-4EAF-9AAA-AB4D350A8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 controlled technical reference for safe maintenance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12127F-4720-4BC6-8501-F62FD46A8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0B3454-8AFE-4D5E-AFAC-05FABC959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SOP 005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5A32AB-A65F-43C4-B620-D0469DD11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Procedure identifier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786938-8A56-41FB-9BC2-1ABA9BA11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EC0909-7253-4FD7-A640-BB918CF50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48A1AE-CA4B-4385-8C06-D11E52BF1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Controlled source pages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917427-2839-435C-BFC6-EA59A1533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277AA5-2DFC-4683-8488-522267901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Safe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E96E2B-FAD5-44D8-A8E9-BAAD4CEE1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Task execution objective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68FA2B-91A9-4A5A-A7C9-888BFCC4E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22A2C5-A8F3-4DE8-9480-695B50F04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Boiler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9B0A07-559F-4AC3-9361-00D8175EC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265429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ABA11C-75A1-42BF-86A1-FE04A9694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D9A070-9D40-40E5-80A0-15826F2F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Use the manual as a machine-specific working reference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C4A78A-E324-43D2-8AEE-9761B7D7A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Confirm the correct blowdown point and safe discharge route. • Use the approved valve sequence and controlled opening rate.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FF88AE-607A-44E6-963B-D068519BE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C94699-9607-4148-8C3D-93A861C14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Monitor boiler level and restore normal configuration. • Complete the checklist, report defects and retain the signed record.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BF6A35-1156-42E2-99C3-12B32C8DF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E5FB2C-896C-493D-A157-BC4E62701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Boiler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B30E06-0C15-4975-9012-7D079060C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64451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BA43EB-782D-4A25-8BC5-B8A96F50A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7DB3D1-D81D-433C-934D-BD3DEE3CD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Apply a consistent safe-work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DD1957-7C1A-4850-9729-5853BD4AD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Confirm machine identity, model and document revision. • Isolate all energy sources and prove a safe state before access.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ED4A7E-B8FC-44B5-A98A-98E832D3E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A94F1D-2628-4962-80B9-0896A00D8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Inspect, measure and diagnose before replacing components. • Function-test safeguards and record the completed work.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B44796-7A0B-404C-A842-1EE954799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FB44BC-E8FE-472D-9660-0C0DE7613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Boiler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9DFB7C-FB24-4BA9-86C6-DD6486BF5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567941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E82D13-019E-40F9-BE5C-D4DD1B184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E1692A-B13A-431D-80D6-DBF5E5AEF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Parts and settings require configuration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B19ADE-1172-4ABB-B409-535B88D93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Record original settings and connections before adjustment. • Use exact part numbers or approved supersessions.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8D17F1-62E9-427C-8A5A-340011E12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B6A9B4-885E-459C-8909-6BB76CC97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firmware, program and parameter backups where applicable. • Update the maintenance history after each intervention.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29E242-BAAE-4B73-A1E3-16794E3C5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2B4F60-788E-4307-ADAB-E2D5347DB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Boiler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77FC2A-237C-48B8-B3C9-24D8CFF6F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01322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1DAF95-93AD-4983-9C26-7F624F30D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9DE1FE-2EA1-48BE-A550-052236245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E62B3B-E4C5-49FA-A0EA-E8CD1A2D3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BF1B0A-391F-4809-8621-7AF58E0BA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E9FD7A-37DE-4630-80F1-0C014B550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BDD146-FD95-46F4-8E61-8751B6115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631259-FA08-43FF-A862-E91DD0852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E5B2E6-56CD-4221-AF15-6FD05AE4D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Boiler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47D359-A1E8-4F84-B691-D1EA92C28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455413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164A32-8DB8-4199-998D-CA5056DF2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5C0D94-BE18-4002-8EE7-3B6DD134E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A0C8E0-5C4D-4116-9FE5-BA6962E8A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D37369-1C87-431A-A7C9-92353DFB7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ED1A98-4AA5-40BE-BE3A-D668F03E5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576B16-644D-4DFF-A516-7ACFBFC4D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260E54-7BDA-4701-8CB6-A05F7FDB4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F62DF1-9C85-4EEA-9EDF-195EB307D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Boiler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9EBE4D-7229-4C9F-966D-92A7EB624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6629584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27CBD4-DCC1-4B1F-A7F3-795025F63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COMPETENCY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B45AE3-9728-480F-93A4-C48169A8C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technicians must retain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F62A1A-2FC7-494D-B622-353F18E60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Identify the correct controlled source before work. • Verify readings, configuration and acceptance criteria.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50BE3A-9A1A-4009-9FD1-C5CAEB9F8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1397D8-A0BE-43C8-A389-73005B43B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evidence and escalate unresolved deviations. • Complete safe isolation, functional testing and handover records.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5AE1A7-15F9-44DF-A40D-155576FAC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BD5853-095E-43FD-B6EE-B86C5EC5F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Boiler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0917BE-F98B-434B-97F5-19CA7B617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3693703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2026-08-15T02:50:06.0950000Z</dcterms:created>
  <dcterms:modified xsi:type="dcterms:W3CDTF">2026-08-15T02:50:06.0950000Z</dcterms:modified>
</coreProperties>
</file>