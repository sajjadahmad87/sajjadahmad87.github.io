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3f4cac873447b7" /><Relationship Type="http://schemas.openxmlformats.org/officeDocument/2006/relationships/extended-properties" Target="/docProps/app.xml" Id="R9ceba1eb66e3456b" /><Relationship Type="http://schemas.openxmlformats.org/officeDocument/2006/relationships/officeDocument" Target="/ppt/presentation.xml" Id="R702ccc495ef04d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e04794efc64900"/>
  </p:sldMasterIdLst>
  <p:notesMasterIdLst>
    <p:notesMasterId xmlns:r="http://schemas.openxmlformats.org/officeDocument/2006/relationships" r:id="Rcacc1936596d400d"/>
  </p:notesMasterIdLst>
  <p:sldIdLst>
    <p:sldId xmlns:r="http://schemas.openxmlformats.org/officeDocument/2006/relationships" id="256" r:id="R5e36bde7aa6b4aa1"/>
    <p:sldId xmlns:r="http://schemas.openxmlformats.org/officeDocument/2006/relationships" id="257" r:id="Rd81cada9e7704e0f"/>
    <p:sldId xmlns:r="http://schemas.openxmlformats.org/officeDocument/2006/relationships" id="258" r:id="R5be059558be644b1"/>
    <p:sldId xmlns:r="http://schemas.openxmlformats.org/officeDocument/2006/relationships" id="259" r:id="R7ee3bbf198024e4a"/>
    <p:sldId xmlns:r="http://schemas.openxmlformats.org/officeDocument/2006/relationships" id="260" r:id="Rd1e26ac419c34dd7"/>
    <p:sldId xmlns:r="http://schemas.openxmlformats.org/officeDocument/2006/relationships" id="261" r:id="R20b755bcbd6248c4"/>
    <p:sldId xmlns:r="http://schemas.openxmlformats.org/officeDocument/2006/relationships" id="262" r:id="Refb71daff8484fba"/>
    <p:sldId xmlns:r="http://schemas.openxmlformats.org/officeDocument/2006/relationships" id="263" r:id="Rc57f69a1437c450b"/>
    <p:sldId xmlns:r="http://schemas.openxmlformats.org/officeDocument/2006/relationships" id="264" r:id="R16c93ecd947d4230"/>
    <p:sldId xmlns:r="http://schemas.openxmlformats.org/officeDocument/2006/relationships" id="265" r:id="Rfab3d5ab93b246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4b646c0d314cdf" /><Relationship Type="http://schemas.openxmlformats.org/officeDocument/2006/relationships/slideMaster" Target="/ppt/slideMasters/slideMaster1.xml" Id="R24e04794efc64900" /><Relationship Type="http://schemas.openxmlformats.org/officeDocument/2006/relationships/notesMaster" Target="/ppt/notesMasters/notesMaster1.xml" Id="Rcacc1936596d400d" /><Relationship Type="http://schemas.openxmlformats.org/officeDocument/2006/relationships/presProps" Target="/ppt/presProps.xml" Id="R085f07da954248fa" /><Relationship Type="http://schemas.openxmlformats.org/officeDocument/2006/relationships/tableStyles" Target="/ppt/tableStyles.xml" Id="R1f2aecd9e9574dd2" /><Relationship Type="http://schemas.openxmlformats.org/officeDocument/2006/relationships/slide" Target="/ppt/slides/slide1.xml" Id="R5e36bde7aa6b4aa1" /><Relationship Type="http://schemas.openxmlformats.org/officeDocument/2006/relationships/slide" Target="/ppt/slides/slide2.xml" Id="Rd81cada9e7704e0f" /><Relationship Type="http://schemas.openxmlformats.org/officeDocument/2006/relationships/slide" Target="/ppt/slides/slide3.xml" Id="R5be059558be644b1" /><Relationship Type="http://schemas.openxmlformats.org/officeDocument/2006/relationships/slide" Target="/ppt/slides/slide4.xml" Id="R7ee3bbf198024e4a" /><Relationship Type="http://schemas.openxmlformats.org/officeDocument/2006/relationships/slide" Target="/ppt/slides/slide5.xml" Id="Rd1e26ac419c34dd7" /><Relationship Type="http://schemas.openxmlformats.org/officeDocument/2006/relationships/slide" Target="/ppt/slides/slide6.xml" Id="R20b755bcbd6248c4" /><Relationship Type="http://schemas.openxmlformats.org/officeDocument/2006/relationships/slide" Target="/ppt/slides/slide7.xml" Id="Refb71daff8484fba" /><Relationship Type="http://schemas.openxmlformats.org/officeDocument/2006/relationships/slide" Target="/ppt/slides/slide8.xml" Id="Rc57f69a1437c450b" /><Relationship Type="http://schemas.openxmlformats.org/officeDocument/2006/relationships/slide" Target="/ppt/slides/slide9.xml" Id="R16c93ecd947d4230" /><Relationship Type="http://schemas.openxmlformats.org/officeDocument/2006/relationships/slide" Target="/ppt/slides/slide10.xml" Id="Rfab3d5ab93b246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376d047fc942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2a3aa0454446cf" /><Relationship Type="http://schemas.openxmlformats.org/officeDocument/2006/relationships/notesMaster" Target="/ppt/notesMasters/notesMaster1.xml" Id="Raab7af0d328745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68fcbcd1964a35" /><Relationship Type="http://schemas.openxmlformats.org/officeDocument/2006/relationships/notesMaster" Target="/ppt/notesMasters/notesMaster1.xml" Id="R580731495a9b43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287249731742a0" /><Relationship Type="http://schemas.openxmlformats.org/officeDocument/2006/relationships/notesMaster" Target="/ppt/notesMasters/notesMaster1.xml" Id="Rc36daa83db1b4e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139caea8ac4201" /><Relationship Type="http://schemas.openxmlformats.org/officeDocument/2006/relationships/notesMaster" Target="/ppt/notesMasters/notesMaster1.xml" Id="Re12d6e24d06f48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3bae1e412e46a2" /><Relationship Type="http://schemas.openxmlformats.org/officeDocument/2006/relationships/notesMaster" Target="/ppt/notesMasters/notesMaster1.xml" Id="R4939bdd3470a46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9f50e9a8504858" /><Relationship Type="http://schemas.openxmlformats.org/officeDocument/2006/relationships/notesMaster" Target="/ppt/notesMasters/notesMaster1.xml" Id="R44324533a04343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5aceae2ac1438c" /><Relationship Type="http://schemas.openxmlformats.org/officeDocument/2006/relationships/notesMaster" Target="/ppt/notesMasters/notesMaster1.xml" Id="R3fb63a00a88240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930113ab9d4c90" /><Relationship Type="http://schemas.openxmlformats.org/officeDocument/2006/relationships/notesMaster" Target="/ppt/notesMasters/notesMaster1.xml" Id="Rbf792394297d40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cfeb7e825d4b3d" /><Relationship Type="http://schemas.openxmlformats.org/officeDocument/2006/relationships/notesMaster" Target="/ppt/notesMasters/notesMaster1.xml" Id="R584b3277fa6d4c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7a51f4e3b2493b" /><Relationship Type="http://schemas.openxmlformats.org/officeDocument/2006/relationships/notesMaster" Target="/ppt/notesMasters/notesMaster1.xml" Id="R766099c3485944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97b5f2829b4d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8b6d3fdcfa447b" /><Relationship Type="http://schemas.openxmlformats.org/officeDocument/2006/relationships/slideLayout" Target="/ppt/slideLayouts/slideLayout1.xml" Id="Rd427f1234b724e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27f1234b724e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bc64c2d644fd8" /><Relationship Type="http://schemas.openxmlformats.org/officeDocument/2006/relationships/notesSlide" Target="/ppt/notesSlides/notesSlide1.xml" Id="Rc150fb74f64248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abe9d343e401c" /><Relationship Type="http://schemas.openxmlformats.org/officeDocument/2006/relationships/notesSlide" Target="/ppt/notesSlides/notesSlide2.xml" Id="R3f13dbc6305942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4b015e82f4aa5" /><Relationship Type="http://schemas.openxmlformats.org/officeDocument/2006/relationships/notesSlide" Target="/ppt/notesSlides/notesSlide3.xml" Id="Ra21356bd02cf46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7a669846c453a" /><Relationship Type="http://schemas.openxmlformats.org/officeDocument/2006/relationships/notesSlide" Target="/ppt/notesSlides/notesSlide4.xml" Id="Rf28ec33a5d5048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909f1099b4b3b" /><Relationship Type="http://schemas.openxmlformats.org/officeDocument/2006/relationships/notesSlide" Target="/ppt/notesSlides/notesSlide5.xml" Id="R1116bff5b6f44d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2b8cca7de4dcb" /><Relationship Type="http://schemas.openxmlformats.org/officeDocument/2006/relationships/notesSlide" Target="/ppt/notesSlides/notesSlide6.xml" Id="R269fc6539e8f48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9da1ea1874e88" /><Relationship Type="http://schemas.openxmlformats.org/officeDocument/2006/relationships/notesSlide" Target="/ppt/notesSlides/notesSlide7.xml" Id="R7204352720454a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10bdfdc6f482b" /><Relationship Type="http://schemas.openxmlformats.org/officeDocument/2006/relationships/notesSlide" Target="/ppt/notesSlides/notesSlide8.xml" Id="R773c8e0d373b47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ae0b2a1324255" /><Relationship Type="http://schemas.openxmlformats.org/officeDocument/2006/relationships/notesSlide" Target="/ppt/notesSlides/notesSlide9.xml" Id="Rcdc7f6321acf45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f1b84c60e044a5" /><Relationship Type="http://schemas.openxmlformats.org/officeDocument/2006/relationships/notesSlide" Target="/ppt/notesSlides/notesSlide10.xml" Id="Rba8e23be344243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2E800-2C33-4A72-940B-2F01363B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HVAC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14F52-C01C-4246-9947-CA70F80C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001 — AC Indoor &amp; Outdoor Unit Service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42C41-E38D-491D-B873-05B12807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4BF5F-5623-410C-8460-02917191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ACCDD-6872-47F3-AF41-8C210320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EA462-8A1C-4D95-A277-9E94C89B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9083118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18D36B-D491-45AA-AC12-E0626EF8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HVAC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B4F99-B133-4BDF-B2F7-630A3D1D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B64F0-4F7F-444A-A47C-2BE92A0A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C58A7-44C0-4D13-974D-E240DC25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253575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4CF0B0-20DD-409A-80E0-920B0E05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F50DD-297A-4B4A-AA04-0E3D2CF2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0BE83-CF74-41D2-8465-7B93FADD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56373-645F-4084-9D94-711F2D4C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BA322-90A4-4BD0-8A8E-9EA6AC40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FF48A-A517-43C0-9A50-9DD0EF74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701565-8253-4339-958E-63E08A42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9E012-A2D7-4AB5-801E-E1B3C020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D6DD34-F344-45CE-B155-41D3B3BE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73AC17-9B3D-4055-8334-1952C100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7DD5A3-2CA2-4439-B811-341D6DFD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8CE1D7-BDE0-4B9C-9754-C09DA698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75B06F-C5B2-407B-AC52-456C1283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HVAC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D5D805-C568-44CA-9BEC-74A4F6A8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067908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E8A3D2-2C51-4D98-8A0B-40263BA4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78180-D917-4F4D-A47E-7CB38CC4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A0024-A82C-4D6A-8CA0-815F4025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Isolate electrical energy and verify safe access. • Inspect and service indoor and outdoor sections systematically.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E5339-D51B-4772-A692-00FA89B2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0952A-9459-4977-A9A5-82D73A69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Function-test cooling, drainage and controls after work.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DAC7E-857A-439F-8F50-4A834109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8E8B0-A700-48FE-8A41-79096A19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HVAC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BCB54-386B-4D8F-825A-967CA76D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667939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4C189E-C5DB-4803-87C4-17D8204D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5C9C7-5909-42C8-8673-F1CED157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B6D90-E11C-4DB7-966B-760790C4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EBF54-0FDE-4DC8-A970-AB8A2D93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DA980-3155-4140-A535-EC4B3429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0D8A51-E998-41B7-B502-328E4BE9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0AFF7-4116-446D-BA1E-35A60399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HVAC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DC90D-AF3D-42E2-96D0-9AC7D848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21410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CAE98F-5C1B-4D44-95A5-DCA40EC9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E78B9-E5DB-463F-BE84-669740AA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A0D88-FA85-4AA1-8439-B36F097C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14068-373C-4AC3-922B-06946852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192FE-6B95-4811-9EF6-9671B2CA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4285E-4AC5-4FBC-8524-9E84BB27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08C73-B2F2-4C8E-AD08-898BACFC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HVAC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283F8E-9F6D-4B7F-807B-D0F6903D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399345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C314B-1E2A-47A3-982E-BF2826C5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866D0-F107-4FCF-895C-FFEE06B0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9E90A-AFC5-4F40-A9A7-9A756BEC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ECA55-770C-43B6-93E7-04FB578B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213C7-3167-43FB-9FCB-269D9838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C8731-B4DC-499E-A973-4D99CF9D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BC7F4-65C7-46DD-816B-48E9B4F7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AB8DC-A499-4BC3-BA18-FC6B9D61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HVAC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1A2E2E-0459-4295-B29C-9A3485B9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383428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BE13A6-7334-4C10-98DB-59DB3DD9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DD19B-FFB2-410B-97C5-AEC2AFE4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D87FE-2B91-49E3-A6A7-66D9D5E9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83E7A-03FB-43FA-8C6B-861D6D1D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FDC91F-CE0F-4FA2-AF03-38CF6A29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70773-D758-4485-903F-8B5307C6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C4C5A-FF13-47D4-B927-25FFCAB9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BEFE4-8E1E-4B41-9A63-00E16805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HVAC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61974-90F3-4C87-AB78-2BC76345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780916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ABF4C3-2901-41A6-833A-BEA1C3A3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8C9ED-946F-4640-984D-9053D255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AC003-A926-4231-9B28-488C3C9D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4A351-AD15-42B1-AD75-BFAA40DC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929623-1BB4-4A0F-AC4F-A7AA0AC0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DDCB8-8602-4CAD-82FB-614E4A65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8544C-2A43-4CF2-83F8-D46F721C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AC81F-9541-4C54-92E5-7775028B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HVAC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37653-F45F-4ACF-83F4-CC58179F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860340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1F281-C63E-4A04-8D79-F211785B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DC6BA-DD5D-4F1B-9260-F739EBFB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B5190C-E4A4-4CD0-BADF-CA35FBEC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3ACA4-0F84-466A-8BAF-9821B4B1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FBEDE-61E2-4170-92BF-4C90E7F9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36E7F-BAE6-43DF-AC49-A36B46DD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CB024C-0A71-4CAA-896D-4AFF5652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HVAC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BD2A5-E5F8-4A66-89F5-9D9DBA2E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900220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2026-08-15T02:50:05.0050000Z</dcterms:created>
  <dcterms:modified xsi:type="dcterms:W3CDTF">2026-08-15T02:50:05.0050000Z</dcterms:modified>
</coreProperties>
</file>