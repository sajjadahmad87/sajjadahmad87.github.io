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a49b4e1afc44641" /><Relationship Type="http://schemas.openxmlformats.org/officeDocument/2006/relationships/extended-properties" Target="/docProps/app.xml" Id="Rd313262871b74d85" /><Relationship Type="http://schemas.openxmlformats.org/officeDocument/2006/relationships/officeDocument" Target="/ppt/presentation.xml" Id="R9fe8b9002ec1486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6c230d57d894e7b"/>
  </p:sldMasterIdLst>
  <p:notesMasterIdLst>
    <p:notesMasterId xmlns:r="http://schemas.openxmlformats.org/officeDocument/2006/relationships" r:id="Rf6b82c6f7e6741ab"/>
  </p:notesMasterIdLst>
  <p:sldIdLst>
    <p:sldId xmlns:r="http://schemas.openxmlformats.org/officeDocument/2006/relationships" id="256" r:id="R3be87daf793a4b43"/>
    <p:sldId xmlns:r="http://schemas.openxmlformats.org/officeDocument/2006/relationships" id="257" r:id="Rc4d2e70ca17a437c"/>
    <p:sldId xmlns:r="http://schemas.openxmlformats.org/officeDocument/2006/relationships" id="258" r:id="R301c46f08b184b20"/>
    <p:sldId xmlns:r="http://schemas.openxmlformats.org/officeDocument/2006/relationships" id="259" r:id="R3fb41976baa54054"/>
    <p:sldId xmlns:r="http://schemas.openxmlformats.org/officeDocument/2006/relationships" id="260" r:id="Ra8fd0d0530214cda"/>
    <p:sldId xmlns:r="http://schemas.openxmlformats.org/officeDocument/2006/relationships" id="261" r:id="Ra2a100a156064394"/>
    <p:sldId xmlns:r="http://schemas.openxmlformats.org/officeDocument/2006/relationships" id="262" r:id="R7a2a7d4b3d5f4939"/>
    <p:sldId xmlns:r="http://schemas.openxmlformats.org/officeDocument/2006/relationships" id="263" r:id="R375cf69f558e43e8"/>
    <p:sldId xmlns:r="http://schemas.openxmlformats.org/officeDocument/2006/relationships" id="264" r:id="Rac033ae26e9b45e1"/>
    <p:sldId xmlns:r="http://schemas.openxmlformats.org/officeDocument/2006/relationships" id="265" r:id="R1a3cd0840fcf459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c14a46be4364ae3" /><Relationship Type="http://schemas.openxmlformats.org/officeDocument/2006/relationships/slideMaster" Target="/ppt/slideMasters/slideMaster1.xml" Id="R86c230d57d894e7b" /><Relationship Type="http://schemas.openxmlformats.org/officeDocument/2006/relationships/notesMaster" Target="/ppt/notesMasters/notesMaster1.xml" Id="Rf6b82c6f7e6741ab" /><Relationship Type="http://schemas.openxmlformats.org/officeDocument/2006/relationships/presProps" Target="/ppt/presProps.xml" Id="R389b7b04e9cd480c" /><Relationship Type="http://schemas.openxmlformats.org/officeDocument/2006/relationships/tableStyles" Target="/ppt/tableStyles.xml" Id="Rf200193b773943ec" /><Relationship Type="http://schemas.openxmlformats.org/officeDocument/2006/relationships/slide" Target="/ppt/slides/slide1.xml" Id="R3be87daf793a4b43" /><Relationship Type="http://schemas.openxmlformats.org/officeDocument/2006/relationships/slide" Target="/ppt/slides/slide2.xml" Id="Rc4d2e70ca17a437c" /><Relationship Type="http://schemas.openxmlformats.org/officeDocument/2006/relationships/slide" Target="/ppt/slides/slide3.xml" Id="R301c46f08b184b20" /><Relationship Type="http://schemas.openxmlformats.org/officeDocument/2006/relationships/slide" Target="/ppt/slides/slide4.xml" Id="R3fb41976baa54054" /><Relationship Type="http://schemas.openxmlformats.org/officeDocument/2006/relationships/slide" Target="/ppt/slides/slide5.xml" Id="Ra8fd0d0530214cda" /><Relationship Type="http://schemas.openxmlformats.org/officeDocument/2006/relationships/slide" Target="/ppt/slides/slide6.xml" Id="Ra2a100a156064394" /><Relationship Type="http://schemas.openxmlformats.org/officeDocument/2006/relationships/slide" Target="/ppt/slides/slide7.xml" Id="R7a2a7d4b3d5f4939" /><Relationship Type="http://schemas.openxmlformats.org/officeDocument/2006/relationships/slide" Target="/ppt/slides/slide8.xml" Id="R375cf69f558e43e8" /><Relationship Type="http://schemas.openxmlformats.org/officeDocument/2006/relationships/slide" Target="/ppt/slides/slide9.xml" Id="Rac033ae26e9b45e1" /><Relationship Type="http://schemas.openxmlformats.org/officeDocument/2006/relationships/slide" Target="/ppt/slides/slide10.xml" Id="R1a3cd0840fcf459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508c67708c3462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730eabc06df4052" /><Relationship Type="http://schemas.openxmlformats.org/officeDocument/2006/relationships/notesMaster" Target="/ppt/notesMasters/notesMaster1.xml" Id="R253ac6935885455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cb993da83ae49ff" /><Relationship Type="http://schemas.openxmlformats.org/officeDocument/2006/relationships/notesMaster" Target="/ppt/notesMasters/notesMaster1.xml" Id="R0024821d28f546f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26752a0cb6a40bd" /><Relationship Type="http://schemas.openxmlformats.org/officeDocument/2006/relationships/notesMaster" Target="/ppt/notesMasters/notesMaster1.xml" Id="Rd73c3eaa13f449e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ef427065f664ec4" /><Relationship Type="http://schemas.openxmlformats.org/officeDocument/2006/relationships/notesMaster" Target="/ppt/notesMasters/notesMaster1.xml" Id="R514beb121661471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99555cb00de4fe2" /><Relationship Type="http://schemas.openxmlformats.org/officeDocument/2006/relationships/notesMaster" Target="/ppt/notesMasters/notesMaster1.xml" Id="R34e3a1180458490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5d62f02636449b2" /><Relationship Type="http://schemas.openxmlformats.org/officeDocument/2006/relationships/notesMaster" Target="/ppt/notesMasters/notesMaster1.xml" Id="R7e3868f0bf3e411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7952f9605bd4101" /><Relationship Type="http://schemas.openxmlformats.org/officeDocument/2006/relationships/notesMaster" Target="/ppt/notesMasters/notesMaster1.xml" Id="Rf333b0853eaa4ae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6e737a4b1114b27" /><Relationship Type="http://schemas.openxmlformats.org/officeDocument/2006/relationships/notesMaster" Target="/ppt/notesMasters/notesMaster1.xml" Id="Rd87b867a266d436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856af36dda54b6e" /><Relationship Type="http://schemas.openxmlformats.org/officeDocument/2006/relationships/notesMaster" Target="/ppt/notesMasters/notesMaster1.xml" Id="Rb5a1b9c65be148c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8c051ed2da24fe7" /><Relationship Type="http://schemas.openxmlformats.org/officeDocument/2006/relationships/notesMaster" Target="/ppt/notesMasters/notesMaster1.xml" Id="Rb97fa3bf16f6496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5685b0c6df4d1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744808774fb48c4" /><Relationship Type="http://schemas.openxmlformats.org/officeDocument/2006/relationships/slideLayout" Target="/ppt/slideLayouts/slideLayout1.xml" Id="Rf4d9fa240509424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4d9fa240509424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0abeab3db64053" /><Relationship Type="http://schemas.openxmlformats.org/officeDocument/2006/relationships/notesSlide" Target="/ppt/notesSlides/notesSlide1.xml" Id="R6d9d27ba02d6495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83838022424e51" /><Relationship Type="http://schemas.openxmlformats.org/officeDocument/2006/relationships/notesSlide" Target="/ppt/notesSlides/notesSlide2.xml" Id="R65c5014b650849d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6acf9293cc472f" /><Relationship Type="http://schemas.openxmlformats.org/officeDocument/2006/relationships/notesSlide" Target="/ppt/notesSlides/notesSlide3.xml" Id="Rd1b1be18a116490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544a2ff799466f" /><Relationship Type="http://schemas.openxmlformats.org/officeDocument/2006/relationships/notesSlide" Target="/ppt/notesSlides/notesSlide4.xml" Id="R2e216147d24945c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c846df5cbc436e" /><Relationship Type="http://schemas.openxmlformats.org/officeDocument/2006/relationships/notesSlide" Target="/ppt/notesSlides/notesSlide5.xml" Id="R08f017f7720049e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cff9a5035a423f" /><Relationship Type="http://schemas.openxmlformats.org/officeDocument/2006/relationships/notesSlide" Target="/ppt/notesSlides/notesSlide6.xml" Id="R27a974df296e4b2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8dbc19b2694b8c" /><Relationship Type="http://schemas.openxmlformats.org/officeDocument/2006/relationships/notesSlide" Target="/ppt/notesSlides/notesSlide7.xml" Id="R08c5c5137307421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94692d38d54545" /><Relationship Type="http://schemas.openxmlformats.org/officeDocument/2006/relationships/notesSlide" Target="/ppt/notesSlides/notesSlide8.xml" Id="Rb25d37627b03419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daacbb8c2b4143" /><Relationship Type="http://schemas.openxmlformats.org/officeDocument/2006/relationships/notesSlide" Target="/ppt/notesSlides/notesSlide9.xml" Id="R50ca9f9d7bc4445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de3a4396244978" /><Relationship Type="http://schemas.openxmlformats.org/officeDocument/2006/relationships/notesSlide" Target="/ppt/notesSlides/notesSlide10.xml" Id="R7d5e11ccf8994e1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80A96E-2EE5-44E8-A7A7-488D0D4D7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SOP • FIRE &amp; LIFE SAFETY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FECEBC-B5EB-4FC1-ADBF-6AA684899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55245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SOP 012 — Emergency-Light Testing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340C2A-F219-4032-AF85-DA5216BD5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524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Safe operating procedure and technician briefing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7E862F-5C85-456B-989E-60F683624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"/>
            <a:ext cx="5524500" cy="560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80092D-CB55-4D4A-B401-1D0E13DCA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81250"/>
            <a:ext cx="4343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D24499-2489-47CA-97DD-9E9745779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TECHNICAL TRAINING RESOURCE</a:t>
            </a:r>
          </a:p>
        </p:txBody>
      </p:sp>
    </p:spTree>
    <p:extLst>
      <p:ext uri="{BB962C8B-B14F-4D97-AF65-F5344CB8AC3E}">
        <p14:creationId xmlns:p14="http://schemas.microsoft.com/office/powerpoint/2010/main" val="19611676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9EC46F-23C2-48B7-93BA-AF7660BA5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SOP • FIRE &amp; LIFE SAFETY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93187F-4C88-4BA9-91ED-5BEBB2126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1028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 to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EA458E-EDED-43D1-B062-1A3BFE269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9E2EC"/>
                </a:solidFill>
                <a:latin typeface="Arial"/>
                <a:ea typeface="Arial"/>
                <a:cs typeface="Arial"/>
              </a:rPr>
              <a:t>Evidence, interpretation and technician application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C8EC3D-6A52-48F1-AC3F-22A59A1EB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52450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832965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AD5E82-2B99-4D4A-80C4-6D05ED412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KEY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0CAD3F-FCC6-4F62-9F07-6C5138F1A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 controlled technical reference for safe maintenance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516477-D0CB-4EC8-A560-363663DC4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12714D-75DF-420A-B2DB-667D3B94D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SOP 012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417B45-EA52-409E-95D5-AFCCE48EB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Procedure identifier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01DA5B-772D-4982-A40F-865BF4C50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16D7D1-8219-4AC1-8F6C-0FFF6FC3C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C470EE-6ED7-47EC-ACD1-A9DAD282B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Controlled source pages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E86EB8-C505-4687-8CA5-B4B9E2BD3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86BCE7-7591-47E6-A749-0B3A6BEB0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Safe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436272-80DD-4D36-B3CC-155F68E73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Task execution objective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6822DF-9A95-4FC9-BBFC-6B77ED5B0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43421E-9148-45CC-8F81-CAA90443C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Fire &amp; Life Safety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23B527-70CA-4529-B88A-61EE9F432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398959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F7A9CA-A1F9-43C7-880F-6FA85313C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E00476-00AA-4BAF-9978-74B50F6D0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Use the manual as a machine-specific working reference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48774C-97B4-4B13-9A2B-2325999B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Confirm the test does not compromise occupied-area safety. • Verify changeover, duration, illumination and charging indication.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9AA9B8-1BAE-4EB9-B5FB-48B6062EC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3CC5A9-6619-46F6-88BD-4DAFE1687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Tag defects and restore normal supply after testing. • Complete the checklist, report defects and retain the signed record.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A5976C-C6CA-4903-95D3-B31935096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1A1935-2D64-4252-AB1C-E1CCEE919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Fire &amp; Life Safety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144D6E-E34A-45AB-AAA6-9902BFB27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658897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A93FDA-1F55-4B55-99AF-17632D7A0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502CAF-4E4D-4D47-9CE5-6AAAA8E6D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Apply a consistent safe-work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A354D6-06E5-484C-ABA8-A51ED44A5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Confirm machine identity, model and document revision. • Isolate all energy sources and prove a safe state before access.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25027E-9AE7-43A3-92D9-545E14D0E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2155AE-7AA5-4B9C-B90A-021F92483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Inspect, measure and diagnose before replacing components. • Function-test safeguards and record the completed work.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9D7730-1BEB-46DC-9C2F-DFD0968C7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4D76F2-7F29-431A-8EA1-59C90B2FD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Fire &amp; Life Safety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4E2DC4-5664-49B7-84D5-DFF709E36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979957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86436A-C9D7-4F5E-B977-1ED4B9670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4D8A3C-F928-436F-BDCB-E43A90CCF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Parts and settings require configuration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B96D6F-6C59-4CAF-8DE2-10726FF51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Record original settings and connections before adjustment. • Use exact part numbers or approved supersessions.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E1DE17-1E5C-4F2F-9CC4-78EB4C322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32EAA6-E8A6-4FCB-93DC-1B0CF7429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firmware, program and parameter backups where applicable. • Update the maintenance history after each intervention.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56D21B-7067-45DF-B7AC-6C364227F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B70AC4-05C5-4996-A9B9-ABE0E4137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Fire &amp; Life Safety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7DD4F9-C4C6-4831-9879-FD3EFB774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2869521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5394F0-8A0E-4E38-8A20-3E358D855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2D1529-404E-466F-984B-95CBDDD35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13B92A-6CB2-40B0-B413-46DA97F25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23BF8D-952B-4FB7-8A62-0A99973B3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939B58-5082-4683-A61A-60179836D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BB4A5E-7DD5-4251-ABA0-3667A5DEA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748F02-84F9-4C0D-87E9-E524297C1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B58A15-4069-4417-B2B7-D52D71E9C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Fire &amp; Life Safety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E5672D-42A5-4AB6-BC9D-59F5CABA2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6924861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643886-B60E-4469-ADD7-D0500E4BA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B3B509-D95B-48EF-80D1-205C8270D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280001-2226-4510-9C59-CD5668DBC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C705FE-F0C2-453A-9E12-BB8EC81A4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53F706-4EE7-4069-ADC6-7BE69D646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2AD6FC-7359-46F3-A1B7-8A7B19D32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16197E-AA80-42A0-B287-4A9691D27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74A64D-A366-42D0-9B2C-3F1E41C26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Fire &amp; Life Safety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654525-0F27-45CE-ADC2-8B27AE4BA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4316617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2745D0-80EB-41BE-A266-4FBB66CE2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5DD6F8-F0DE-4A62-AED0-86D8E57DD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A25802-C396-4346-91F4-0D6178911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017C64-76F0-47FA-966D-EE1EC7DD9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583204-5B51-486F-9371-2D4A20F37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B46DFE-AAC6-4C53-8202-D114A1583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A5CCA1-23F7-4E30-A73F-9FA23C1EE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844228-7592-4BF9-A433-BC6C47A8F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Fire &amp; Life Safety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68B7A1-1C26-40F9-846E-73304B8C7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99710822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E7C3DA-E10F-4B84-816A-35F8562F0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COMPETENCY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B8A2CC-0BCF-4C8B-B6D0-875423138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technicians must retain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2222DF-B5E9-44ED-873D-35AE41649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Identify the correct controlled source before work. • Verify readings, configuration and acceptance criteria.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0945D3-D86F-467D-B8E6-FD1E7A4DE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BC7264-AAE7-44A9-A6DC-13B0C506D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evidence and escalate unresolved deviations. • Complete safe isolation, functional testing and handover records.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CE6641-9191-46D9-9609-427D16EB8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E02353-E5C2-421E-91DA-7B5BB2985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Fire &amp; Life Safety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5CC5C2-2EF8-492F-83C2-CB026F08D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09425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2026-08-15T02:50:07.9190000Z</dcterms:created>
  <dcterms:modified xsi:type="dcterms:W3CDTF">2026-08-15T02:50:07.9190000Z</dcterms:modified>
</coreProperties>
</file>