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67e6da7c067414a" /><Relationship Type="http://schemas.openxmlformats.org/officeDocument/2006/relationships/extended-properties" Target="/docProps/app.xml" Id="Ra544adb29bd24ba4" /><Relationship Type="http://schemas.openxmlformats.org/officeDocument/2006/relationships/officeDocument" Target="/ppt/presentation.xml" Id="R1706f22332194cd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ce27b6916984cdf"/>
  </p:sldMasterIdLst>
  <p:notesMasterIdLst>
    <p:notesMasterId xmlns:r="http://schemas.openxmlformats.org/officeDocument/2006/relationships" r:id="Rc7622fb02ed9406f"/>
  </p:notesMasterIdLst>
  <p:sldIdLst>
    <p:sldId xmlns:r="http://schemas.openxmlformats.org/officeDocument/2006/relationships" id="256" r:id="R9bcb691563f64a86"/>
    <p:sldId xmlns:r="http://schemas.openxmlformats.org/officeDocument/2006/relationships" id="257" r:id="Rdac9019054834919"/>
    <p:sldId xmlns:r="http://schemas.openxmlformats.org/officeDocument/2006/relationships" id="258" r:id="Re18afee4d2b74509"/>
    <p:sldId xmlns:r="http://schemas.openxmlformats.org/officeDocument/2006/relationships" id="259" r:id="Re9ccf4c7512f4b6c"/>
    <p:sldId xmlns:r="http://schemas.openxmlformats.org/officeDocument/2006/relationships" id="260" r:id="Rf69e29a4ef344e42"/>
    <p:sldId xmlns:r="http://schemas.openxmlformats.org/officeDocument/2006/relationships" id="261" r:id="Rf697d583b4a742ec"/>
    <p:sldId xmlns:r="http://schemas.openxmlformats.org/officeDocument/2006/relationships" id="262" r:id="R156ec8b8f6024cae"/>
    <p:sldId xmlns:r="http://schemas.openxmlformats.org/officeDocument/2006/relationships" id="263" r:id="R239fab9da739492f"/>
    <p:sldId xmlns:r="http://schemas.openxmlformats.org/officeDocument/2006/relationships" id="264" r:id="R90d4812719814fd9"/>
    <p:sldId xmlns:r="http://schemas.openxmlformats.org/officeDocument/2006/relationships" id="265" r:id="Rfb85266fe39f4d1c"/>
    <p:sldId xmlns:r="http://schemas.openxmlformats.org/officeDocument/2006/relationships" id="266" r:id="Rd48ccce1e8b84d6a"/>
    <p:sldId xmlns:r="http://schemas.openxmlformats.org/officeDocument/2006/relationships" id="267" r:id="Rc5a97f1a96e340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788e7d92840451f" /><Relationship Type="http://schemas.openxmlformats.org/officeDocument/2006/relationships/slideMaster" Target="/ppt/slideMasters/slideMaster1.xml" Id="R5ce27b6916984cdf" /><Relationship Type="http://schemas.openxmlformats.org/officeDocument/2006/relationships/notesMaster" Target="/ppt/notesMasters/notesMaster1.xml" Id="Rc7622fb02ed9406f" /><Relationship Type="http://schemas.openxmlformats.org/officeDocument/2006/relationships/presProps" Target="/ppt/presProps.xml" Id="R556c6b7b4cac4f6b" /><Relationship Type="http://schemas.openxmlformats.org/officeDocument/2006/relationships/tableStyles" Target="/ppt/tableStyles.xml" Id="R4a14a72edc924523" /><Relationship Type="http://schemas.openxmlformats.org/officeDocument/2006/relationships/slide" Target="/ppt/slides/slide1.xml" Id="R9bcb691563f64a86" /><Relationship Type="http://schemas.openxmlformats.org/officeDocument/2006/relationships/slide" Target="/ppt/slides/slide2.xml" Id="Rdac9019054834919" /><Relationship Type="http://schemas.openxmlformats.org/officeDocument/2006/relationships/slide" Target="/ppt/slides/slide3.xml" Id="Re18afee4d2b74509" /><Relationship Type="http://schemas.openxmlformats.org/officeDocument/2006/relationships/slide" Target="/ppt/slides/slide4.xml" Id="Re9ccf4c7512f4b6c" /><Relationship Type="http://schemas.openxmlformats.org/officeDocument/2006/relationships/slide" Target="/ppt/slides/slide5.xml" Id="Rf69e29a4ef344e42" /><Relationship Type="http://schemas.openxmlformats.org/officeDocument/2006/relationships/slide" Target="/ppt/slides/slide6.xml" Id="Rf697d583b4a742ec" /><Relationship Type="http://schemas.openxmlformats.org/officeDocument/2006/relationships/slide" Target="/ppt/slides/slide7.xml" Id="R156ec8b8f6024cae" /><Relationship Type="http://schemas.openxmlformats.org/officeDocument/2006/relationships/slide" Target="/ppt/slides/slide8.xml" Id="R239fab9da739492f" /><Relationship Type="http://schemas.openxmlformats.org/officeDocument/2006/relationships/slide" Target="/ppt/slides/slide9.xml" Id="R90d4812719814fd9" /><Relationship Type="http://schemas.openxmlformats.org/officeDocument/2006/relationships/slide" Target="/ppt/slides/slide10.xml" Id="Rfb85266fe39f4d1c" /><Relationship Type="http://schemas.openxmlformats.org/officeDocument/2006/relationships/slide" Target="/ppt/slides/slide11.xml" Id="Rd48ccce1e8b84d6a" /><Relationship Type="http://schemas.openxmlformats.org/officeDocument/2006/relationships/slide" Target="/ppt/slides/slide12.xml" Id="Rc5a97f1a96e340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60cffd99a944b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c9a7c5b30b4daf" /><Relationship Type="http://schemas.openxmlformats.org/officeDocument/2006/relationships/notesMaster" Target="/ppt/notesMasters/notesMaster1.xml" Id="R947f9afc79de42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85b88979394a4f" /><Relationship Type="http://schemas.openxmlformats.org/officeDocument/2006/relationships/notesMaster" Target="/ppt/notesMasters/notesMaster1.xml" Id="R1247948ea68047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26607d7238c4cd2" /><Relationship Type="http://schemas.openxmlformats.org/officeDocument/2006/relationships/notesMaster" Target="/ppt/notesMasters/notesMaster1.xml" Id="Re656180092c44b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c8060a031f4105" /><Relationship Type="http://schemas.openxmlformats.org/officeDocument/2006/relationships/notesMaster" Target="/ppt/notesMasters/notesMaster1.xml" Id="R3f76a63141d04db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6b93150f74548df" /><Relationship Type="http://schemas.openxmlformats.org/officeDocument/2006/relationships/notesMaster" Target="/ppt/notesMasters/notesMaster1.xml" Id="R382640fb1669478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64aeddc2554036" /><Relationship Type="http://schemas.openxmlformats.org/officeDocument/2006/relationships/notesMaster" Target="/ppt/notesMasters/notesMaster1.xml" Id="R3c87b997f3954a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7e7cafc33b471a" /><Relationship Type="http://schemas.openxmlformats.org/officeDocument/2006/relationships/notesMaster" Target="/ppt/notesMasters/notesMaster1.xml" Id="R629ae7b0220b422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e8c1f8016d44948" /><Relationship Type="http://schemas.openxmlformats.org/officeDocument/2006/relationships/notesMaster" Target="/ppt/notesMasters/notesMaster1.xml" Id="R95b4bc4861c84ec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86fb7588d3841aa" /><Relationship Type="http://schemas.openxmlformats.org/officeDocument/2006/relationships/notesMaster" Target="/ppt/notesMasters/notesMaster1.xml" Id="R299d2ccfb8f8461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90b503799494fc4" /><Relationship Type="http://schemas.openxmlformats.org/officeDocument/2006/relationships/notesMaster" Target="/ppt/notesMasters/notesMaster1.xml" Id="R48bf23b245b043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67998cc14a4b4a" /><Relationship Type="http://schemas.openxmlformats.org/officeDocument/2006/relationships/notesMaster" Target="/ppt/notesMasters/notesMaster1.xml" Id="R4bbfce71758b417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c12fa22ad324fcb" /><Relationship Type="http://schemas.openxmlformats.org/officeDocument/2006/relationships/notesMaster" Target="/ppt/notesMasters/notesMaster1.xml" Id="R22b397c288f84f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0971a3926a449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ab6c3382694828" /><Relationship Type="http://schemas.openxmlformats.org/officeDocument/2006/relationships/slideLayout" Target="/ppt/slideLayouts/slideLayout1.xml" Id="Rb47cceda7e0a4b2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7cceda7e0a4b2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9a0be856734d02" /><Relationship Type="http://schemas.openxmlformats.org/officeDocument/2006/relationships/notesSlide" Target="/ppt/notesSlides/notesSlide1.xml" Id="R75e196fe784e4d7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4fd696835d4c1a" /><Relationship Type="http://schemas.openxmlformats.org/officeDocument/2006/relationships/notesSlide" Target="/ppt/notesSlides/notesSlide2.xml" Id="R3175613ccd7046c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aa2d8707d0486f" /><Relationship Type="http://schemas.openxmlformats.org/officeDocument/2006/relationships/notesSlide" Target="/ppt/notesSlides/notesSlide3.xml" Id="Rc641408df2e34b3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8674d5482402c" /><Relationship Type="http://schemas.openxmlformats.org/officeDocument/2006/relationships/notesSlide" Target="/ppt/notesSlides/notesSlide4.xml" Id="Rb011210d36bc43c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e2b01b4d14064" /><Relationship Type="http://schemas.openxmlformats.org/officeDocument/2006/relationships/notesSlide" Target="/ppt/notesSlides/notesSlide5.xml" Id="Rad6952785c694b9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58bce239184410" /><Relationship Type="http://schemas.openxmlformats.org/officeDocument/2006/relationships/notesSlide" Target="/ppt/notesSlides/notesSlide6.xml" Id="R85194e81972f437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1aa05504514160" /><Relationship Type="http://schemas.openxmlformats.org/officeDocument/2006/relationships/notesSlide" Target="/ppt/notesSlides/notesSlide7.xml" Id="Rb2103dd887ec46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32f71e5b94fc1" /><Relationship Type="http://schemas.openxmlformats.org/officeDocument/2006/relationships/notesSlide" Target="/ppt/notesSlides/notesSlide8.xml" Id="Raba1a9a9841e4e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5d8d2596304794" /><Relationship Type="http://schemas.openxmlformats.org/officeDocument/2006/relationships/notesSlide" Target="/ppt/notesSlides/notesSlide9.xml" Id="Rebc43fb112a9432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20935ced964f5a" /><Relationship Type="http://schemas.openxmlformats.org/officeDocument/2006/relationships/notesSlide" Target="/ppt/notesSlides/notesSlide10.xml" Id="R03d843193e2b411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34a4ef0a9c4930" /><Relationship Type="http://schemas.openxmlformats.org/officeDocument/2006/relationships/notesSlide" Target="/ppt/notesSlides/notesSlide11.xml" Id="R08fedc7ce6494e8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cea606bcd24018" /><Relationship Type="http://schemas.openxmlformats.org/officeDocument/2006/relationships/notesSlide" Target="/ppt/notesSlides/notesSlide12.xml" Id="R521186b1b1cd419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9E22F-146C-4E32-A206-161D25162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LOTO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5D7CAA-95E7-4036-A2A1-DF7DB2AA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022 — Lockout / Tagout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EAD01-B947-49BD-AC7C-A3456E33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40AFBF-77B0-4D25-B864-3BB89E317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015D5-1C83-47EB-883F-18E6FA429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0868E3-FAAF-4216-BCDE-0B696462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8351505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6A6F0A-AE22-4881-8CF8-6E120F7E2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LOTO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4E1695-144C-4DD2-8A87-E852EC27E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37E82D-848F-452A-80E2-2B606C8B0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B56913-3E80-4714-9501-31A871A8C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7617512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3A4A7C-047E-4D72-AF2A-DB111C665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D1DCA4-43D9-4D7A-9754-BFAE85767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CFF208-BCE9-42B0-88F6-E531912E9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4E4E97-B3CA-4A20-A892-391198FAF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BB6608-FD1D-4AD9-952B-A1C3D6AD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DD87BC-B7B9-4637-857C-0B8A6494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E18D3B-B2C9-4D6E-B8C9-0D73EA87C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5C460-125B-47F8-B779-964C74C39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C13B7E-A9E1-4E01-B766-E9A9F64B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AC10AD-95AF-46A3-BBD1-9F943172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2A12B0-F4DE-4A26-94D5-579978C3B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FDBAA3-FF48-4A19-B006-066D86583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77609-35CB-4821-8041-6385D82C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LOTO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7132D6-7589-48AD-9FF2-8022A029B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603331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08618F-25CE-472F-A164-FAC7A4C5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4DDBD8-6C39-46B2-995F-168FFF97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0DEC4-1039-4C8A-B0E4-511E2AC1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every hazardous energy source and isolation point. • Lock, tag, release stored energy and verify zero-energy state.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F80CC-5B2F-415D-BD11-DB2AFD53F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33867D-D6A6-485B-89D9-E0400B09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Use controlled restoration and affected-person notification.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7E7967-9ED5-4AEC-A39D-FE4B87F6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9485231-C8C1-4CA1-B634-F786E38C2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LOTO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A74B24-A376-456D-B1EC-00CA42305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104972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524DC8-63EB-42CC-B47D-E253EB3C2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893AC2-E541-47E6-99F3-66E4F381B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F9E0E0-1FD5-4620-818B-BF4BFAF3E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171586-2034-4A9C-9202-E9673171B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CDF2C8-9DF9-4631-BCF8-C63DF730C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46223D-5A70-4706-816D-DBB1EA62E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715DB-1FB8-4ABA-8A86-EBAE7FB2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LOTO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98039F-AFE1-424D-AD75-4823B660F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3394116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D51E12-95FB-42D4-9BCA-EB21FDB17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9702EB-89DC-41B0-99B0-F1B7D9EDA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E94D65-A7CB-448E-BAC5-76A018C9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52FB3-CBB6-4EDA-8AF7-DB00BE92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0BD01E-6963-4D23-930E-7CCDCE3E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95B3B3-300B-4C34-B294-45DDA1418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BDE20D-5F53-4ED6-82AC-37529F379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LOTO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56E254-CC5E-4222-A35C-ACE42A7A0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428719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51195E-FB10-4E52-80DC-723D8DFDA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C9F59-D32A-458F-B894-AFB4DDEF8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49FF63-F058-4BE1-A892-AC381D330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D72BE7-2620-4289-A7C7-718A92D2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D33A77-854C-4CB8-BC93-6746E24B6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B1F658-ACE1-4A18-85F0-7D66711A4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20FC54-69F2-4785-8F0A-9460F5E7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261F8E-A013-4C04-B3E7-35CDF830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LOTO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D9B445-7DB1-4257-A979-58D579910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1471593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CF9FD8-EC69-45AF-8DB6-ED0ACE81D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FC1AF-0D09-4B0C-9733-7B1CCB85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049DF4-CF3E-4E00-B4B5-5BBF77BDF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34AD13-DB80-421F-81FF-456F03FD5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C156F6-8A89-47B9-88D5-EEB0D332C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67D239-06E1-46C8-B035-86C284605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C3621-DB39-4AC2-9459-D88FFBA84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28D1FA-74B0-4D7B-B605-E50FB1259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LOTO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258E36-B555-43FF-9DD9-F93ABCA73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990272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9962D-11B7-4A2A-B06A-9CC592CA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1D5C6-E02B-4B40-A8EA-1236B0FF8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3B6C7-88E5-41CF-A21D-715837986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1C3B97-99E1-403A-8198-589CE5C4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3F96A-BA69-4F7A-9E6D-C7F76B6C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BF8152-F63A-4CA3-A577-E2E0B62E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61523E-DFC2-45AD-99D1-0D783575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2EB2195-9EDA-4B58-B6F7-37E633636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LOTO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E584C5-8526-4813-9BEC-0C6509AD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8006523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7E923-B09E-474D-925C-77F0213A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A7A8D6-87A1-43A5-882C-D43B436B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11AC79-8C69-4848-8734-064D0CE1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BD6DE7-A285-4C7C-99AE-4F58274A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D144FE-3B1F-4015-B8B4-ADD173BF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B7EC3B-BC30-44EB-BAF0-00E66F68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C00940-08CF-4556-93D4-AC3875817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CEA043-0D2B-40FC-A182-316630C73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LOTO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0D9D05-4936-445A-8C76-C606E3675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1411043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9823C3-B0BD-4F4C-8049-90F33FD5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F4097F-FB93-419F-A239-EA0100719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0F29B3-1DAF-4EC4-B492-EAC73132A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B17900-073B-4A0B-891F-C9AB8B07C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A8CEE7-FB45-4737-86CE-8085E2CD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583A5-1482-44AD-9E99-C149B6396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559002-2680-48AA-BAEF-7FD08232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8D955E-F4A0-4DF6-A8CC-3CE92455B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LOTO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37F041-6D18-4592-8869-AFBDCB8B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2110817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A370A5-BB3E-4FB7-83F3-E073B090E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6FB97-5FFF-4405-B162-C9277D2B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8138A2-7E27-4891-BA4B-541409FE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538AA7-8C50-4343-ABFB-604E1647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4760EF-B196-45D7-8FFE-6D6DE62B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B299CE-9A83-41F9-BFF0-5F454604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23779B-165F-4A7F-A1EC-B9B77C15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LOTO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1A962A-435B-494B-828E-06A4DA3ED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51023052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2026-08-15T02:50:10.7450000Z</dcterms:created>
  <dcterms:modified xsi:type="dcterms:W3CDTF">2026-08-15T02:50:10.7450000Z</dcterms:modified>
</coreProperties>
</file>