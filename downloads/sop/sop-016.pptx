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1e4cdb578042ad" /><Relationship Type="http://schemas.openxmlformats.org/officeDocument/2006/relationships/extended-properties" Target="/docProps/app.xml" Id="R4fa7cc6570b149f0" /><Relationship Type="http://schemas.openxmlformats.org/officeDocument/2006/relationships/officeDocument" Target="/ppt/presentation.xml" Id="R2859cb8e6ddf47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6e594e39d7434e"/>
  </p:sldMasterIdLst>
  <p:notesMasterIdLst>
    <p:notesMasterId xmlns:r="http://schemas.openxmlformats.org/officeDocument/2006/relationships" r:id="R6161fd45768e4a36"/>
  </p:notesMasterIdLst>
  <p:sldIdLst>
    <p:sldId xmlns:r="http://schemas.openxmlformats.org/officeDocument/2006/relationships" id="256" r:id="R24225915901143e1"/>
    <p:sldId xmlns:r="http://schemas.openxmlformats.org/officeDocument/2006/relationships" id="257" r:id="Rf4b6db25e7f24fc8"/>
    <p:sldId xmlns:r="http://schemas.openxmlformats.org/officeDocument/2006/relationships" id="258" r:id="Rd8ddf5199e8e4d7f"/>
    <p:sldId xmlns:r="http://schemas.openxmlformats.org/officeDocument/2006/relationships" id="259" r:id="Re3293747966f4e87"/>
    <p:sldId xmlns:r="http://schemas.openxmlformats.org/officeDocument/2006/relationships" id="260" r:id="R54a946fce9ab4184"/>
    <p:sldId xmlns:r="http://schemas.openxmlformats.org/officeDocument/2006/relationships" id="261" r:id="Rcae45855391442f0"/>
    <p:sldId xmlns:r="http://schemas.openxmlformats.org/officeDocument/2006/relationships" id="262" r:id="Re4ccd892271241c6"/>
    <p:sldId xmlns:r="http://schemas.openxmlformats.org/officeDocument/2006/relationships" id="263" r:id="R4fc32fdd1e004fcc"/>
    <p:sldId xmlns:r="http://schemas.openxmlformats.org/officeDocument/2006/relationships" id="264" r:id="R0cea6241b4b84710"/>
    <p:sldId xmlns:r="http://schemas.openxmlformats.org/officeDocument/2006/relationships" id="265" r:id="R3582c5358a264b92"/>
    <p:sldId xmlns:r="http://schemas.openxmlformats.org/officeDocument/2006/relationships" id="266" r:id="R1fdf2dfea4fd4a09"/>
    <p:sldId xmlns:r="http://schemas.openxmlformats.org/officeDocument/2006/relationships" id="267" r:id="R9b3025680aae4f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9973959ae046d6" /><Relationship Type="http://schemas.openxmlformats.org/officeDocument/2006/relationships/slideMaster" Target="/ppt/slideMasters/slideMaster1.xml" Id="R086e594e39d7434e" /><Relationship Type="http://schemas.openxmlformats.org/officeDocument/2006/relationships/notesMaster" Target="/ppt/notesMasters/notesMaster1.xml" Id="R6161fd45768e4a36" /><Relationship Type="http://schemas.openxmlformats.org/officeDocument/2006/relationships/presProps" Target="/ppt/presProps.xml" Id="Re683234c4311421f" /><Relationship Type="http://schemas.openxmlformats.org/officeDocument/2006/relationships/tableStyles" Target="/ppt/tableStyles.xml" Id="R91268606e96e41c1" /><Relationship Type="http://schemas.openxmlformats.org/officeDocument/2006/relationships/slide" Target="/ppt/slides/slide1.xml" Id="R24225915901143e1" /><Relationship Type="http://schemas.openxmlformats.org/officeDocument/2006/relationships/slide" Target="/ppt/slides/slide2.xml" Id="Rf4b6db25e7f24fc8" /><Relationship Type="http://schemas.openxmlformats.org/officeDocument/2006/relationships/slide" Target="/ppt/slides/slide3.xml" Id="Rd8ddf5199e8e4d7f" /><Relationship Type="http://schemas.openxmlformats.org/officeDocument/2006/relationships/slide" Target="/ppt/slides/slide4.xml" Id="Re3293747966f4e87" /><Relationship Type="http://schemas.openxmlformats.org/officeDocument/2006/relationships/slide" Target="/ppt/slides/slide5.xml" Id="R54a946fce9ab4184" /><Relationship Type="http://schemas.openxmlformats.org/officeDocument/2006/relationships/slide" Target="/ppt/slides/slide6.xml" Id="Rcae45855391442f0" /><Relationship Type="http://schemas.openxmlformats.org/officeDocument/2006/relationships/slide" Target="/ppt/slides/slide7.xml" Id="Re4ccd892271241c6" /><Relationship Type="http://schemas.openxmlformats.org/officeDocument/2006/relationships/slide" Target="/ppt/slides/slide8.xml" Id="R4fc32fdd1e004fcc" /><Relationship Type="http://schemas.openxmlformats.org/officeDocument/2006/relationships/slide" Target="/ppt/slides/slide9.xml" Id="R0cea6241b4b84710" /><Relationship Type="http://schemas.openxmlformats.org/officeDocument/2006/relationships/slide" Target="/ppt/slides/slide10.xml" Id="R3582c5358a264b92" /><Relationship Type="http://schemas.openxmlformats.org/officeDocument/2006/relationships/slide" Target="/ppt/slides/slide11.xml" Id="R1fdf2dfea4fd4a09" /><Relationship Type="http://schemas.openxmlformats.org/officeDocument/2006/relationships/slide" Target="/ppt/slides/slide12.xml" Id="R9b3025680aae4f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55de3db601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3aede3d4ce4270" /><Relationship Type="http://schemas.openxmlformats.org/officeDocument/2006/relationships/notesMaster" Target="/ppt/notesMasters/notesMaster1.xml" Id="Rcdca2fcd3ff541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c3f4e5265c4433" /><Relationship Type="http://schemas.openxmlformats.org/officeDocument/2006/relationships/notesMaster" Target="/ppt/notesMasters/notesMaster1.xml" Id="R22a97ec3586f41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e7130ef4054e5e" /><Relationship Type="http://schemas.openxmlformats.org/officeDocument/2006/relationships/notesMaster" Target="/ppt/notesMasters/notesMaster1.xml" Id="Ra7d0af7fac8041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21c436347349c9" /><Relationship Type="http://schemas.openxmlformats.org/officeDocument/2006/relationships/notesMaster" Target="/ppt/notesMasters/notesMaster1.xml" Id="R4e636f63c1de4f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5944875d054694" /><Relationship Type="http://schemas.openxmlformats.org/officeDocument/2006/relationships/notesMaster" Target="/ppt/notesMasters/notesMaster1.xml" Id="R651450caf7f74b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91ccfaf4074416" /><Relationship Type="http://schemas.openxmlformats.org/officeDocument/2006/relationships/notesMaster" Target="/ppt/notesMasters/notesMaster1.xml" Id="R9d909a7cea1147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626f87fcc6419a" /><Relationship Type="http://schemas.openxmlformats.org/officeDocument/2006/relationships/notesMaster" Target="/ppt/notesMasters/notesMaster1.xml" Id="R23b2098b51d943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2c7b3600b54211" /><Relationship Type="http://schemas.openxmlformats.org/officeDocument/2006/relationships/notesMaster" Target="/ppt/notesMasters/notesMaster1.xml" Id="R3eb83eb8390c43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28323818854a65" /><Relationship Type="http://schemas.openxmlformats.org/officeDocument/2006/relationships/notesMaster" Target="/ppt/notesMasters/notesMaster1.xml" Id="Reb8d479c703348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ad9705ebab4011" /><Relationship Type="http://schemas.openxmlformats.org/officeDocument/2006/relationships/notesMaster" Target="/ppt/notesMasters/notesMaster1.xml" Id="Rfb1d86bac0424e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537c5a08fa4e11" /><Relationship Type="http://schemas.openxmlformats.org/officeDocument/2006/relationships/notesMaster" Target="/ppt/notesMasters/notesMaster1.xml" Id="Re2e696da4adc43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294ec2af2e4c3a" /><Relationship Type="http://schemas.openxmlformats.org/officeDocument/2006/relationships/notesMaster" Target="/ppt/notesMasters/notesMaster1.xml" Id="R525880b6a2d144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c4812bb1a48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4a25fd8fe24d3a" /><Relationship Type="http://schemas.openxmlformats.org/officeDocument/2006/relationships/slideLayout" Target="/ppt/slideLayouts/slideLayout1.xml" Id="R653655130c3244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3655130c3244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1435361484610" /><Relationship Type="http://schemas.openxmlformats.org/officeDocument/2006/relationships/notesSlide" Target="/ppt/notesSlides/notesSlide1.xml" Id="Rfc21f781555441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c593e9f364d67" /><Relationship Type="http://schemas.openxmlformats.org/officeDocument/2006/relationships/notesSlide" Target="/ppt/notesSlides/notesSlide2.xml" Id="R39cb0b22aed9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9897000fc480a" /><Relationship Type="http://schemas.openxmlformats.org/officeDocument/2006/relationships/notesSlide" Target="/ppt/notesSlides/notesSlide3.xml" Id="R2ac2f2001fdd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bfca4f1de499c" /><Relationship Type="http://schemas.openxmlformats.org/officeDocument/2006/relationships/notesSlide" Target="/ppt/notesSlides/notesSlide4.xml" Id="R7d79e66c164345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d92e70c9b4d69" /><Relationship Type="http://schemas.openxmlformats.org/officeDocument/2006/relationships/notesSlide" Target="/ppt/notesSlides/notesSlide5.xml" Id="R6abfa171fb044a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0642269dc4e33" /><Relationship Type="http://schemas.openxmlformats.org/officeDocument/2006/relationships/notesSlide" Target="/ppt/notesSlides/notesSlide6.xml" Id="Ree294685a3f54b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d7944ea454e0f" /><Relationship Type="http://schemas.openxmlformats.org/officeDocument/2006/relationships/notesSlide" Target="/ppt/notesSlides/notesSlide7.xml" Id="R61c66c714376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04d22bf1948ce" /><Relationship Type="http://schemas.openxmlformats.org/officeDocument/2006/relationships/notesSlide" Target="/ppt/notesSlides/notesSlide8.xml" Id="R5b7a61620d2c42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66bfcb19e4186" /><Relationship Type="http://schemas.openxmlformats.org/officeDocument/2006/relationships/notesSlide" Target="/ppt/notesSlides/notesSlide9.xml" Id="Rfc4a7cff95224b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06c06efb9434e" /><Relationship Type="http://schemas.openxmlformats.org/officeDocument/2006/relationships/notesSlide" Target="/ppt/notesSlides/notesSlide10.xml" Id="Rbf870157fda548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c8ce845354996" /><Relationship Type="http://schemas.openxmlformats.org/officeDocument/2006/relationships/notesSlide" Target="/ppt/notesSlides/notesSlide11.xml" Id="Rcf1b0604624f4c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caf9c51aa46cc" /><Relationship Type="http://schemas.openxmlformats.org/officeDocument/2006/relationships/notesSlide" Target="/ppt/notesSlides/notesSlide12.xml" Id="R2db82d2420f548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FCA4F7-0777-4579-9B75-DC5882C6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MATERIAL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F2C59-ECB6-4036-B5AE-5728235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016 — Hand Pallet Lifter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B2FA8-0F0C-4D31-93D7-00ED868D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63420-65D0-4B10-BFA1-457BEB6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8A254-13FE-4E7F-9364-3CFD1B8B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A0E7C-6815-44AA-A48A-D10F7A7B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545741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50145D-1968-4622-8710-53DF7B3D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MATERIAL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A5D29-D458-4620-9463-3B14A72A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214BA-B7C8-4E16-8310-491E2550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9F4E5-2046-4F0D-A606-86438BA4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62304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02A6C8-1D2B-46F9-9B09-AFA9E65C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9AAA8-F308-425D-818A-081BDDD1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D50846-D5BE-42BF-A5BA-EE57B4D6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59354-D872-4DFC-9C41-E12758A4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88552-6D8B-4443-B41D-E6CA8899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D4A27-BB31-4F77-A333-1743408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324F1-1DEA-4738-AE91-CE7ED72D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B468D0-450C-44F2-870C-64833E18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517AA-7704-4B8D-ADB0-7BE6BF8B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15970-F8E0-4A73-BC44-76E5407E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FD41C2-864B-44A6-9D06-FD3F6064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67EEA-645E-4112-AE56-C5729E25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813E8-CB8B-445C-9F66-38FDAD8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2AB35-9399-4372-9BE2-39C4AB0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9737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E29A5-65EF-4B1F-BBD3-B2F07F9B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4D8D3-99E6-46CC-B831-8E14EF53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AEB9C-9929-4F45-880C-83C09CF9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forks, wheels, handle and hydraulic operation. • Respect rated load and maintain load stability.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BD4A4-338A-4F27-9928-35B97FCB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B79B52-B203-4A77-847A-3717525F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safe routes, controlled speed and correct parking.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32764-E7F7-4D91-A5DB-9B7F25ED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FB3AB-4487-4D2B-9CC3-1A267B0E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98ADB-03AA-4E09-BFE9-8D545AC1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85556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CE8BC-B76B-44CA-9448-8C0C76E6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1F70E-7DD5-460C-B371-CDBACB9E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7D0CC-6197-4FF4-857D-B0EF1815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E2860-9B7F-4942-ADC6-4F1DA5C3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EE31F-40D0-4D7B-9249-892FB642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EAC18-E785-430B-8699-8A4CF250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A1F6F-58B2-4476-8E75-148D5F3A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DD368-ABA5-451D-907F-486C799A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6464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66A07-AE4E-48F3-9DC0-45F90FAA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18D7F-A00D-4F72-A1DE-0D47C952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04754-54A3-44BE-82CB-B9D0456F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B66CE-3D8F-4374-863D-0F535EF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C7DC7-09E9-4B6F-8C36-CEAA21A2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920EB-B43C-4955-879F-6A2DE67B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E70DA-3A4C-48A8-AA19-81533C05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F0E951-2054-457B-834A-60F52E1B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97116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E71BD9-16C7-4913-BAE0-F8D34F30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FBD9C-6B51-4176-A757-E447CA6F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0285A-FD05-4275-8D2F-91BEF72D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F3E6EA-E106-4526-8566-440C6DDA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692FA-229E-4F22-90B4-AE389D7A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CDEBF-2DB7-4874-B92B-3D6363C9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61C51-E55F-49DC-8114-C11B3264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4922B-7E20-4840-9929-E71E04C8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87B07-FF8D-4414-B931-0A8C1DCE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62767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86847-46B3-40E5-889A-AC858896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3BA80-4642-4330-A91A-AC75F74F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16975-443A-4E03-B0C0-DE42C70B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991858-3578-4800-BF1F-E1CD1525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41DBD-F719-467B-9FC0-75FD989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4450A-07F2-4F37-B8FD-F5626333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9ACF1-4A86-4E28-8587-21F06BBE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8AB3F-596E-474D-8406-D17900E8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F4597-2DC3-4F21-B1D2-76EEC38A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45004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D980C-8822-4726-A045-C46361A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8A411-9CC3-4136-872C-FEFBA9D9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9AB4D-1EDF-45EF-A06D-5A7C8C3F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6E49C-6A1C-4A6C-B123-65FB9D39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F1C66-0F13-466C-9657-3B97B89F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F83DC-54DA-4EC0-9566-C6504B21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A48CE-C4AB-4CDE-8DEF-86ACAA3F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97312-65C1-4369-82D7-C45B0357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CD15B-7A37-405B-9B84-787DC66B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21200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E7BC7-CCF4-4D90-9FCA-C54D0A5E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2FA5D-49D2-4C74-88CB-213ABB2D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FF638-7F33-45C8-872E-850B33CD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12C93-8F2A-410C-B150-BC37FB2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EB76A-FF1D-4791-9DE3-8768E2DC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65297-5ECA-4D5F-8B7D-89D58F8F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7A0E5-2B77-4236-B71A-4EE8800C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5F517-8705-4241-BED2-00A09E67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EC07A-AB82-4894-8321-8356541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13971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34930-A16C-4CC8-8F35-8444744E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72FB1-4E08-45B7-AF7E-484AEF6E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EB6E3-8D66-4580-9983-9551AF3D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C7E42-CC56-4898-927B-F4E3F634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93617-C420-4D42-B483-A7491790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F74C9-2A6E-4413-B37F-3826BC4E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F6938-CFFE-4C59-A1EA-3764E46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25D83-0AA1-4F5A-B4EF-9E1B1408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A279D-065F-465C-9CBE-4667FF86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31469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E67AD-FA68-41CD-B37D-ABB9BC12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C5E6C-868A-4D90-8FFB-641E87B9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FADAF-8186-4C9A-975D-37958B8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E8013-0FD6-4211-83D7-58064071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719A7-20CC-4110-BFB4-347BE85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8E5F3-8596-4661-9A71-9D3A10C4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E7471-D4ED-45C3-9B9A-7E6113D2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43B1D-3A33-41F6-AC86-0E7CB75C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14076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2026-08-15T02:50:08.9930000Z</dcterms:created>
  <dcterms:modified xsi:type="dcterms:W3CDTF">2026-08-15T02:50:08.9930000Z</dcterms:modified>
</coreProperties>
</file>