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e5da2e9d5645a0" /><Relationship Type="http://schemas.openxmlformats.org/officeDocument/2006/relationships/extended-properties" Target="/docProps/app.xml" Id="R6de5e894c5df47c2" /><Relationship Type="http://schemas.openxmlformats.org/officeDocument/2006/relationships/officeDocument" Target="/ppt/presentation.xml" Id="R58b3fbc1c76d4d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d32755935a4031"/>
  </p:sldMasterIdLst>
  <p:notesMasterIdLst>
    <p:notesMasterId xmlns:r="http://schemas.openxmlformats.org/officeDocument/2006/relationships" r:id="Re4a4369b08434712"/>
  </p:notesMasterIdLst>
  <p:sldIdLst>
    <p:sldId xmlns:r="http://schemas.openxmlformats.org/officeDocument/2006/relationships" id="256" r:id="R6c970a0666fb4237"/>
    <p:sldId xmlns:r="http://schemas.openxmlformats.org/officeDocument/2006/relationships" id="257" r:id="R4391a2079b1c44ca"/>
    <p:sldId xmlns:r="http://schemas.openxmlformats.org/officeDocument/2006/relationships" id="258" r:id="R5107b0e49da44753"/>
    <p:sldId xmlns:r="http://schemas.openxmlformats.org/officeDocument/2006/relationships" id="259" r:id="R794b1c6b7b3a4c72"/>
    <p:sldId xmlns:r="http://schemas.openxmlformats.org/officeDocument/2006/relationships" id="260" r:id="R9b6351bac6294afa"/>
    <p:sldId xmlns:r="http://schemas.openxmlformats.org/officeDocument/2006/relationships" id="261" r:id="R35abd0cf1d074b92"/>
    <p:sldId xmlns:r="http://schemas.openxmlformats.org/officeDocument/2006/relationships" id="262" r:id="Rfb9028f639e841d3"/>
    <p:sldId xmlns:r="http://schemas.openxmlformats.org/officeDocument/2006/relationships" id="263" r:id="Rd00e272dd5fc4657"/>
    <p:sldId xmlns:r="http://schemas.openxmlformats.org/officeDocument/2006/relationships" id="264" r:id="R5b5eee9407034f73"/>
    <p:sldId xmlns:r="http://schemas.openxmlformats.org/officeDocument/2006/relationships" id="265" r:id="R525deb7f89104bd4"/>
    <p:sldId xmlns:r="http://schemas.openxmlformats.org/officeDocument/2006/relationships" id="266" r:id="R90a4b81f0fd942a0"/>
    <p:sldId xmlns:r="http://schemas.openxmlformats.org/officeDocument/2006/relationships" id="267" r:id="Rfbdbe00ef4624f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a7a1efe3464bc8" /><Relationship Type="http://schemas.openxmlformats.org/officeDocument/2006/relationships/slideMaster" Target="/ppt/slideMasters/slideMaster1.xml" Id="R5fd32755935a4031" /><Relationship Type="http://schemas.openxmlformats.org/officeDocument/2006/relationships/notesMaster" Target="/ppt/notesMasters/notesMaster1.xml" Id="Re4a4369b08434712" /><Relationship Type="http://schemas.openxmlformats.org/officeDocument/2006/relationships/presProps" Target="/ppt/presProps.xml" Id="R1ec5a167d3644809" /><Relationship Type="http://schemas.openxmlformats.org/officeDocument/2006/relationships/tableStyles" Target="/ppt/tableStyles.xml" Id="Re67c7d5e24f848ff" /><Relationship Type="http://schemas.openxmlformats.org/officeDocument/2006/relationships/slide" Target="/ppt/slides/slide1.xml" Id="R6c970a0666fb4237" /><Relationship Type="http://schemas.openxmlformats.org/officeDocument/2006/relationships/slide" Target="/ppt/slides/slide2.xml" Id="R4391a2079b1c44ca" /><Relationship Type="http://schemas.openxmlformats.org/officeDocument/2006/relationships/slide" Target="/ppt/slides/slide3.xml" Id="R5107b0e49da44753" /><Relationship Type="http://schemas.openxmlformats.org/officeDocument/2006/relationships/slide" Target="/ppt/slides/slide4.xml" Id="R794b1c6b7b3a4c72" /><Relationship Type="http://schemas.openxmlformats.org/officeDocument/2006/relationships/slide" Target="/ppt/slides/slide5.xml" Id="R9b6351bac6294afa" /><Relationship Type="http://schemas.openxmlformats.org/officeDocument/2006/relationships/slide" Target="/ppt/slides/slide6.xml" Id="R35abd0cf1d074b92" /><Relationship Type="http://schemas.openxmlformats.org/officeDocument/2006/relationships/slide" Target="/ppt/slides/slide7.xml" Id="Rfb9028f639e841d3" /><Relationship Type="http://schemas.openxmlformats.org/officeDocument/2006/relationships/slide" Target="/ppt/slides/slide8.xml" Id="Rd00e272dd5fc4657" /><Relationship Type="http://schemas.openxmlformats.org/officeDocument/2006/relationships/slide" Target="/ppt/slides/slide9.xml" Id="R5b5eee9407034f73" /><Relationship Type="http://schemas.openxmlformats.org/officeDocument/2006/relationships/slide" Target="/ppt/slides/slide10.xml" Id="R525deb7f89104bd4" /><Relationship Type="http://schemas.openxmlformats.org/officeDocument/2006/relationships/slide" Target="/ppt/slides/slide11.xml" Id="R90a4b81f0fd942a0" /><Relationship Type="http://schemas.openxmlformats.org/officeDocument/2006/relationships/slide" Target="/ppt/slides/slide12.xml" Id="Rfbdbe00ef4624f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4d6c930bc540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9fdc525e104146" /><Relationship Type="http://schemas.openxmlformats.org/officeDocument/2006/relationships/notesMaster" Target="/ppt/notesMasters/notesMaster1.xml" Id="R9af10717c2ae4c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af2460e109466f" /><Relationship Type="http://schemas.openxmlformats.org/officeDocument/2006/relationships/notesMaster" Target="/ppt/notesMasters/notesMaster1.xml" Id="Rda5222ded6d741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1a3b3d1cb3420c" /><Relationship Type="http://schemas.openxmlformats.org/officeDocument/2006/relationships/notesMaster" Target="/ppt/notesMasters/notesMaster1.xml" Id="R204e6c89c23347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cff37bd2fd410e" /><Relationship Type="http://schemas.openxmlformats.org/officeDocument/2006/relationships/notesMaster" Target="/ppt/notesMasters/notesMaster1.xml" Id="R69d1b7f40e9d43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9be2f61cce4776" /><Relationship Type="http://schemas.openxmlformats.org/officeDocument/2006/relationships/notesMaster" Target="/ppt/notesMasters/notesMaster1.xml" Id="Rc04c16105ac745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1d058fc04c4522" /><Relationship Type="http://schemas.openxmlformats.org/officeDocument/2006/relationships/notesMaster" Target="/ppt/notesMasters/notesMaster1.xml" Id="Rc0e20ea3d4774e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6131ddc5e94af2" /><Relationship Type="http://schemas.openxmlformats.org/officeDocument/2006/relationships/notesMaster" Target="/ppt/notesMasters/notesMaster1.xml" Id="R80a89386c43c40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8e4eed09874e1e" /><Relationship Type="http://schemas.openxmlformats.org/officeDocument/2006/relationships/notesMaster" Target="/ppt/notesMasters/notesMaster1.xml" Id="R0dfa617ed8dc4f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fb7f3a60044711" /><Relationship Type="http://schemas.openxmlformats.org/officeDocument/2006/relationships/notesMaster" Target="/ppt/notesMasters/notesMaster1.xml" Id="Rda2b55792aa946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9c5764543945c8" /><Relationship Type="http://schemas.openxmlformats.org/officeDocument/2006/relationships/notesMaster" Target="/ppt/notesMasters/notesMaster1.xml" Id="Rd06f01f0942d4f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c56d987f38410a" /><Relationship Type="http://schemas.openxmlformats.org/officeDocument/2006/relationships/notesMaster" Target="/ppt/notesMasters/notesMaster1.xml" Id="R5ddab1ed51744e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6a9220099d41d5" /><Relationship Type="http://schemas.openxmlformats.org/officeDocument/2006/relationships/notesMaster" Target="/ppt/notesMasters/notesMaster1.xml" Id="R2dc3cd9204294f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166bbd31d44a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3bf9181d1a4631" /><Relationship Type="http://schemas.openxmlformats.org/officeDocument/2006/relationships/slideLayout" Target="/ppt/slideLayouts/slideLayout1.xml" Id="R027fed1a63364f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7fed1a63364f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194bc482e4a77" /><Relationship Type="http://schemas.openxmlformats.org/officeDocument/2006/relationships/notesSlide" Target="/ppt/notesSlides/notesSlide1.xml" Id="R4d59e663980946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66140d110402d" /><Relationship Type="http://schemas.openxmlformats.org/officeDocument/2006/relationships/notesSlide" Target="/ppt/notesSlides/notesSlide2.xml" Id="R7ce1fe2001b842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22e338fe148e1" /><Relationship Type="http://schemas.openxmlformats.org/officeDocument/2006/relationships/notesSlide" Target="/ppt/notesSlides/notesSlide3.xml" Id="R67cc8b0a6b6f4c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438f4cb45466e" /><Relationship Type="http://schemas.openxmlformats.org/officeDocument/2006/relationships/notesSlide" Target="/ppt/notesSlides/notesSlide4.xml" Id="Rb6aa162c93c54c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29ba4a2024b0d" /><Relationship Type="http://schemas.openxmlformats.org/officeDocument/2006/relationships/notesSlide" Target="/ppt/notesSlides/notesSlide5.xml" Id="R003b7b6f900e43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0a66b12854ea3" /><Relationship Type="http://schemas.openxmlformats.org/officeDocument/2006/relationships/notesSlide" Target="/ppt/notesSlides/notesSlide6.xml" Id="Rf4b8e8563ce948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ead4c0c6a4cca" /><Relationship Type="http://schemas.openxmlformats.org/officeDocument/2006/relationships/notesSlide" Target="/ppt/notesSlides/notesSlide7.xml" Id="R948dbdbfd15344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4122d4d7948bf" /><Relationship Type="http://schemas.openxmlformats.org/officeDocument/2006/relationships/notesSlide" Target="/ppt/notesSlides/notesSlide8.xml" Id="R6edaebba6fe84a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d6402f9e048ec" /><Relationship Type="http://schemas.openxmlformats.org/officeDocument/2006/relationships/notesSlide" Target="/ppt/notesSlides/notesSlide9.xml" Id="R51e01557b67d4f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0b319d1df423f" /><Relationship Type="http://schemas.openxmlformats.org/officeDocument/2006/relationships/notesSlide" Target="/ppt/notesSlides/notesSlide10.xml" Id="R813950744c5e4e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a5d4fd0ed41b2" /><Relationship Type="http://schemas.openxmlformats.org/officeDocument/2006/relationships/notesSlide" Target="/ppt/notesSlides/notesSlide11.xml" Id="R8049ce10e57945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5af22eae94125" /><Relationship Type="http://schemas.openxmlformats.org/officeDocument/2006/relationships/notesSlide" Target="/ppt/notesSlides/notesSlide12.xml" Id="R79d132cfdd5549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B1CFE-AAA9-4272-80C6-819C4D80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CONVEYOR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57C36-677A-4DC7-9B06-37EF864A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044 — Supertrack Safe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816FF-001A-4BF1-B093-44FC3973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17115-9166-450E-9913-551072EB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B0708-821E-4CA5-ABF9-D2CCB09B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1DEB6-E491-4E6B-9499-85460108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955032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C47E9-67E0-4519-B6A6-3E759143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CONVEYOR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CE263-0478-4C74-94D6-EAF64128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E56F0-AE76-4177-92A5-AAB970C7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12DE5-034B-42B3-8570-513682DC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0579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6E1DC-0D0C-4BA4-AD84-75346D6E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43828-6A90-4C4C-AEBD-5306C2BB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D2310-708D-42A4-9398-58C3BC88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162D8-54D5-46AE-A30F-9BC2CD04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961FC-5113-42E3-A9E1-61870452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3CB4D-5804-4CAC-A5DA-11A4CCAD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79D0F-BCE9-4BE9-80DC-C987ADCC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941F9-CAFA-4D95-A19B-FDC68E60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0E8E2-2886-4C8B-980D-1111EF42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77DDC-BEB2-43D5-B92D-B054839A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3F3A8-B8EA-4EE1-9635-C50872AD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FBA3E-A182-4102-9416-846181FB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DDDB2-5ACE-4CF5-9898-A87BD3CA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F8592-3018-4A7A-BB3D-D2F4066D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21293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4E0BD-AB71-46E7-B2E4-8368EA8F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75283-4BF5-496B-94DF-E0B0C3F3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6A42D-C523-4DB3-AF3D-A29B6A44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Stop, isolate and verify conveyor hazards before entry. • Control access, stored energy and automatic restart.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72FFC-042D-45BC-973E-51AA3811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97889-87F7-4B51-8F0C-02CC66C0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communication and a documented hand-back sequence.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1428F-CB81-4F35-981F-C2CC79E9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C4748-FBD9-46A6-9A8A-F917831F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17ED1-0C31-4306-B5E9-16D5E3B5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2346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ADF27-F9BD-457C-ABE2-5F8455AE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1E7E2-774C-4756-9A7E-47B09FBB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E0966-073F-4BF5-A1E8-CCF71F7C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86D0E-1743-405C-87B2-001C13CF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3D867-07E3-4C9A-9C75-F2C1BB04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4E157-1509-47FB-942E-3B988312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BB93F-5AE4-4683-B3D0-B2435F35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6E77E-E051-4912-B7B9-BE150265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459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C4FCC-BE94-4186-A573-9E63D7FB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18EF6-2B4C-482D-80FE-033388D1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37EEB-2CE3-4C6C-9D06-C959709C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91F0C-6ED2-42A9-B8AA-862401BF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F7B14-8CBF-4EF5-A7F9-06BD5D38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FC16A-23CB-4F94-AB72-8EF51961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D702F-F1CC-45E0-8D1D-57750EA0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7B2B3-0C95-4AFD-8797-2B338694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442425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354BC-5DCF-4C82-90DA-64BC74BA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09411-16DB-4A3D-B422-2BA736D8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D256E-08AF-432D-9532-2D5BD432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D4E4B-912A-4CEF-9BF7-D4136E22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6D29F-BE79-4723-B3B9-F5F9D17D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90E54-C603-4CB7-96A9-1D66AE5D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2AE4E-C185-4C94-9F90-C1D8D6FB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D6F8D-FA92-4AB9-9760-AC5A7B28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3C3DF-7035-4E27-9EC5-CFBD69A8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993096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1764F-1189-4BFB-A2D4-817412D9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5432D-F51F-4380-B38F-5D2E4C65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73848-504F-441E-BC7A-C61F2105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79511-70C6-4642-8C3C-1125F75B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9AABE-5FFF-4D38-AB1E-26C0320E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2ED87-12C8-489E-96CA-D177A72E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A052D-DB44-47A7-B108-1EB8FE0A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67364-F585-4F7F-AE38-1A2F4212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E357F-59CE-40C9-ABB5-2EF9EAD7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16194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CC965-A5DF-4380-B8F0-CFA96BA5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0146F-060A-48BC-A72C-9C601773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40936-B39C-4F32-B400-2CBFBB7E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8A64A-D305-4028-A571-110F3790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CC671-8720-4CA4-AF7D-FFA42615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D646C-646F-406C-AA5E-DDB4E78B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6E7C5-3C70-4EB1-8A70-B067CAFA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FF3B8-70E3-4E41-BECA-707BDE3C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D9B63-281E-4A9F-965A-C24BD69A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14725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D335E-D98B-4179-A219-3DE4047E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77A09-AC02-4B8C-9D78-AA45DD53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08216-291F-4F4C-8F93-0EE77322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6714F-F896-470A-85D2-841B336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06186-AA5C-44AA-9882-27850B29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4C4BC-D476-462C-AD6E-B8645286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D0347-3EE7-4553-B974-55849305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09FA4-44E8-4623-A3CC-B1AC2567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8C6E0-A9F3-471C-B0FD-2182075C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21165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57D23-5206-48A1-9EB0-55D35956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82138-56E8-4052-94FF-8385BEC4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9C90F-0CBD-4EDD-A94B-623ACB7A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DF3B1-A1BF-4AC5-84D3-9AADA88B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87F87-D631-4549-84EB-F7DBFA71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1D652-3187-4A10-8AA8-CDC86844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E4D79-DE93-4E79-8B44-9D4BF58C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A6BB1-8106-4E17-8CA7-26536D57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E7AA9-6C80-40EB-AFF0-DAEC9450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26842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24136-2934-4E97-8CE4-A148F9E6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83C82-D4A5-4F30-A3C3-0805BEA1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6492F-1251-49AD-928C-C978C760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E6065-3E07-4F3F-B9B7-A8E6E4E1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6BFCD-9A85-4BF4-9CC0-895A91F1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4ECAC-2FC3-4926-941A-A2E0C570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611B4-910A-49E7-A3A7-AB7675A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21844-C94A-4712-87BB-BA78750A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83672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2026-08-15T02:50:14.9980000Z</dcterms:created>
  <dcterms:modified xsi:type="dcterms:W3CDTF">2026-08-15T02:50:14.9980000Z</dcterms:modified>
</coreProperties>
</file>