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19832632ad4c33" /><Relationship Type="http://schemas.openxmlformats.org/officeDocument/2006/relationships/extended-properties" Target="/docProps/app.xml" Id="R42ef08b96c6d4dde" /><Relationship Type="http://schemas.openxmlformats.org/officeDocument/2006/relationships/officeDocument" Target="/ppt/presentation.xml" Id="R33e96301ab05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b24c58dae4910"/>
  </p:sldMasterIdLst>
  <p:notesMasterIdLst>
    <p:notesMasterId xmlns:r="http://schemas.openxmlformats.org/officeDocument/2006/relationships" r:id="Rf3ac37cb6f3d42f1"/>
  </p:notesMasterIdLst>
  <p:sldIdLst>
    <p:sldId xmlns:r="http://schemas.openxmlformats.org/officeDocument/2006/relationships" id="256" r:id="R5fdacccb81564128"/>
    <p:sldId xmlns:r="http://schemas.openxmlformats.org/officeDocument/2006/relationships" id="257" r:id="R38655699913a4415"/>
    <p:sldId xmlns:r="http://schemas.openxmlformats.org/officeDocument/2006/relationships" id="258" r:id="R8e71455b2db342c2"/>
    <p:sldId xmlns:r="http://schemas.openxmlformats.org/officeDocument/2006/relationships" id="259" r:id="R35ec3705130e422d"/>
    <p:sldId xmlns:r="http://schemas.openxmlformats.org/officeDocument/2006/relationships" id="260" r:id="R4c2ef901b7c94623"/>
    <p:sldId xmlns:r="http://schemas.openxmlformats.org/officeDocument/2006/relationships" id="261" r:id="Ra9f74d3b32c0448e"/>
    <p:sldId xmlns:r="http://schemas.openxmlformats.org/officeDocument/2006/relationships" id="262" r:id="Ra70c9bff31ec4211"/>
    <p:sldId xmlns:r="http://schemas.openxmlformats.org/officeDocument/2006/relationships" id="263" r:id="R2b93b6ee81ea4a5e"/>
    <p:sldId xmlns:r="http://schemas.openxmlformats.org/officeDocument/2006/relationships" id="264" r:id="Re05c6e445e464984"/>
    <p:sldId xmlns:r="http://schemas.openxmlformats.org/officeDocument/2006/relationships" id="265" r:id="R6ddc22e05ddb48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21838d87d42b7" /><Relationship Type="http://schemas.openxmlformats.org/officeDocument/2006/relationships/slideMaster" Target="/ppt/slideMasters/slideMaster1.xml" Id="R77fb24c58dae4910" /><Relationship Type="http://schemas.openxmlformats.org/officeDocument/2006/relationships/notesMaster" Target="/ppt/notesMasters/notesMaster1.xml" Id="Rf3ac37cb6f3d42f1" /><Relationship Type="http://schemas.openxmlformats.org/officeDocument/2006/relationships/presProps" Target="/ppt/presProps.xml" Id="R2c6a300107f24aa8" /><Relationship Type="http://schemas.openxmlformats.org/officeDocument/2006/relationships/tableStyles" Target="/ppt/tableStyles.xml" Id="R964b0422d9a54608" /><Relationship Type="http://schemas.openxmlformats.org/officeDocument/2006/relationships/slide" Target="/ppt/slides/slide1.xml" Id="R5fdacccb81564128" /><Relationship Type="http://schemas.openxmlformats.org/officeDocument/2006/relationships/slide" Target="/ppt/slides/slide2.xml" Id="R38655699913a4415" /><Relationship Type="http://schemas.openxmlformats.org/officeDocument/2006/relationships/slide" Target="/ppt/slides/slide3.xml" Id="R8e71455b2db342c2" /><Relationship Type="http://schemas.openxmlformats.org/officeDocument/2006/relationships/slide" Target="/ppt/slides/slide4.xml" Id="R35ec3705130e422d" /><Relationship Type="http://schemas.openxmlformats.org/officeDocument/2006/relationships/slide" Target="/ppt/slides/slide5.xml" Id="R4c2ef901b7c94623" /><Relationship Type="http://schemas.openxmlformats.org/officeDocument/2006/relationships/slide" Target="/ppt/slides/slide6.xml" Id="Ra9f74d3b32c0448e" /><Relationship Type="http://schemas.openxmlformats.org/officeDocument/2006/relationships/slide" Target="/ppt/slides/slide7.xml" Id="Ra70c9bff31ec4211" /><Relationship Type="http://schemas.openxmlformats.org/officeDocument/2006/relationships/slide" Target="/ppt/slides/slide8.xml" Id="R2b93b6ee81ea4a5e" /><Relationship Type="http://schemas.openxmlformats.org/officeDocument/2006/relationships/slide" Target="/ppt/slides/slide9.xml" Id="Re05c6e445e464984" /><Relationship Type="http://schemas.openxmlformats.org/officeDocument/2006/relationships/slide" Target="/ppt/slides/slide10.xml" Id="R6ddc22e05ddb48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ea8ff6a11b4a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cf03ed4134ddc" /><Relationship Type="http://schemas.openxmlformats.org/officeDocument/2006/relationships/notesMaster" Target="/ppt/notesMasters/notesMaster1.xml" Id="Rd09c9fb8ab6542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a4a1d1f9e476a" /><Relationship Type="http://schemas.openxmlformats.org/officeDocument/2006/relationships/notesMaster" Target="/ppt/notesMasters/notesMaster1.xml" Id="R190666582bdf40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aee51632194c14" /><Relationship Type="http://schemas.openxmlformats.org/officeDocument/2006/relationships/notesMaster" Target="/ppt/notesMasters/notesMaster1.xml" Id="R322a5c85948043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4284c5b9144261" /><Relationship Type="http://schemas.openxmlformats.org/officeDocument/2006/relationships/notesMaster" Target="/ppt/notesMasters/notesMaster1.xml" Id="R5911acdd90dd4b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e313572444cc6" /><Relationship Type="http://schemas.openxmlformats.org/officeDocument/2006/relationships/notesMaster" Target="/ppt/notesMasters/notesMaster1.xml" Id="R18e670269a284c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c73e08310e4972" /><Relationship Type="http://schemas.openxmlformats.org/officeDocument/2006/relationships/notesMaster" Target="/ppt/notesMasters/notesMaster1.xml" Id="R3ded016538514f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b3a56911ff45ea" /><Relationship Type="http://schemas.openxmlformats.org/officeDocument/2006/relationships/notesMaster" Target="/ppt/notesMasters/notesMaster1.xml" Id="R4235c7426bd643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5cffe97b04cfd" /><Relationship Type="http://schemas.openxmlformats.org/officeDocument/2006/relationships/notesMaster" Target="/ppt/notesMasters/notesMaster1.xml" Id="Red5d9223beea48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ebcda9dc0d4068" /><Relationship Type="http://schemas.openxmlformats.org/officeDocument/2006/relationships/notesMaster" Target="/ppt/notesMasters/notesMaster1.xml" Id="R53a8c3a0caf54b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673fa7dcc6430a" /><Relationship Type="http://schemas.openxmlformats.org/officeDocument/2006/relationships/notesMaster" Target="/ppt/notesMasters/notesMaster1.xml" Id="R5d37ab3308ae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f7bd2740074f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e6c5d06a5d4445" /><Relationship Type="http://schemas.openxmlformats.org/officeDocument/2006/relationships/slideLayout" Target="/ppt/slideLayouts/slideLayout1.xml" Id="R97ab9ddb03e6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b9ddb03e6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d52015087493f" /><Relationship Type="http://schemas.openxmlformats.org/officeDocument/2006/relationships/notesSlide" Target="/ppt/notesSlides/notesSlide1.xml" Id="Rb7352dffd9a441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529bf91294bfb" /><Relationship Type="http://schemas.openxmlformats.org/officeDocument/2006/relationships/notesSlide" Target="/ppt/notesSlides/notesSlide2.xml" Id="R67c325a40a55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917802434413" /><Relationship Type="http://schemas.openxmlformats.org/officeDocument/2006/relationships/notesSlide" Target="/ppt/notesSlides/notesSlide3.xml" Id="Rdef6bdb2e73e4f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2e63900d546ce" /><Relationship Type="http://schemas.openxmlformats.org/officeDocument/2006/relationships/notesSlide" Target="/ppt/notesSlides/notesSlide4.xml" Id="R863d50a108a34d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1a7c0bb104775" /><Relationship Type="http://schemas.openxmlformats.org/officeDocument/2006/relationships/notesSlide" Target="/ppt/notesSlides/notesSlide5.xml" Id="R05a589c9e6054d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c6f3a63ae4d52" /><Relationship Type="http://schemas.openxmlformats.org/officeDocument/2006/relationships/notesSlide" Target="/ppt/notesSlides/notesSlide6.xml" Id="R3b3da15b9c2a40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b87d26b2f4fe1" /><Relationship Type="http://schemas.openxmlformats.org/officeDocument/2006/relationships/notesSlide" Target="/ppt/notesSlides/notesSlide7.xml" Id="Re0d080355a7747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524bc2d8543f3" /><Relationship Type="http://schemas.openxmlformats.org/officeDocument/2006/relationships/notesSlide" Target="/ppt/notesSlides/notesSlide8.xml" Id="R4354fdadea5e4b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413194ed6412a" /><Relationship Type="http://schemas.openxmlformats.org/officeDocument/2006/relationships/notesSlide" Target="/ppt/notesSlides/notesSlide9.xml" Id="Rea79b8eee5e44f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dd9f451f64aa4" /><Relationship Type="http://schemas.openxmlformats.org/officeDocument/2006/relationships/notesSlide" Target="/ppt/notesSlides/notesSlide10.xml" Id="Rbb0e7c381a7a40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4D6EF-9B1B-4491-B3D5-A3A19962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0281-C766-4BE9-9433-837B9375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038 — Using a Fire Hose Reel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B498D-464A-4A41-BA06-A78B2AE3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1694B-7A52-4691-B262-96BB4D3B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EEB1A-1C57-4A92-AA6E-E558191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4880E-0ED2-4F22-884F-51DF92D7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349471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A00B9-A41C-445B-97D8-A9FD78E6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87F08-129C-4F05-8050-6B11BE04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B6187-C7CD-421A-8E54-D4712A01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868A9-1C61-4C40-ABB7-14349CF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8861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3529D-2B1A-44EF-93BF-8931F341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B766A-4516-4C1B-B64A-2DEC60C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45897-B52F-4311-837E-414A848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B4FB4-C3BF-4D35-81D8-55A9B48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2B16E-9D66-4D4A-BF31-BEEBDB73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9D138-DB2C-4D1F-A826-AFA17D3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814CF-5338-4EEF-8E3E-BFB59C9B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E0C33-1497-4A7C-9A09-4BEB9001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2C134-989F-4573-899C-F247D527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B980F-CF8F-4707-9EC8-0A83E3C2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A1F09-17D0-4CB2-9C91-CD7827D8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FD4B2-B3D0-43D0-A420-C5999A2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68D67-659E-46E6-AD0D-51F4B40C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23EA9-4046-428F-9166-2EAA7744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0370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FF750-1657-4163-925E-F1716249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5A1B6-E460-455F-AFFF-B9959C8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0326A-BEFF-40B1-A120-13588CED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Raise the alarm and use the hose reel only when trained and safe. • Maintain an escape route and control hose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6D58E-68A1-4AD2-B028-3AEAA8E9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6EA86-EA01-4C3F-8911-A0E1F410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Do not fight unsuitable or escalating fires.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B65CA-249D-41C4-AB44-31F3B0D3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866AD-221C-4B8B-B706-7225E47D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4B9BC-0F92-4C73-8576-FFB90230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4538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24FBA-81A5-48E1-A023-399173C1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43810-6B59-473C-A0D1-D9EAF234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3EC7A-8EFA-4D55-B713-2AE5C277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C62E3-65F5-41B4-8F32-0354FACF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254A7-9AFD-4DF8-B7C6-ABB6F9A2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5F675-5D74-47EC-8A65-8CDEA236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2839E-2654-4A15-8AE7-5DEE129A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AD22F-28B8-4911-98ED-83592EE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210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F55EC-D850-438F-BF11-AA70961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E793E-5028-4130-B51F-5378D1FE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F974C-F56A-47EE-8F5E-A3FEA49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A63A0-A668-445F-ABDD-3420AA5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F9579-ACFF-45CC-AFC0-4E3AF178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F6C2D-0477-4255-A2FF-92D0DF5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E47BB-346C-4A62-BC69-ED956C26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7FA9E-3D57-4C9C-8709-55B6FEE7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8998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BC45E-5330-4BA4-8305-1D36C384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E355B-E587-46F6-A5F2-A9685F03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9030B-59D7-4F32-BD34-700BB783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52965-C3B1-4638-A778-D5343436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A4C76-E590-47CF-AC72-ED241830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B754E-8863-4318-9749-487E71C7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654BA-6669-4C6F-AC05-6C2D1054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96166-CF40-488A-8A2A-86D2D09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1E3FB-51D9-4896-BCAE-B58022D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7192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843C6-F0A7-49B3-B6EF-2B660472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3205E-E9C9-4C06-B326-72ECBAA2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A3B81-C05C-4019-AED0-77E88952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E7040-0F2B-4145-A2C0-29CF69B8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48F57-DE66-4E27-9B0D-7F34277F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2967A-B6F6-4DCE-B3CF-3FE94B8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61660-B1D3-449B-8154-F297021A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24C32-2CF0-4BB6-8561-F84D54D1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A9853-A855-4476-9C0F-8AC1742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9876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063AE-35C0-49E2-A580-19773E11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0E37C-5401-41EB-B28B-4A9F54AE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1B8D-7536-4EFA-AC69-4109DF1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59DDD-C1CC-446A-BF4C-1B3BE53C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1ED8A-F367-4908-8DA6-30B2509A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FE2A-50A5-4275-832B-49BB388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7C7EF-438B-4098-AC65-AC0B218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533F6-490E-4930-AE45-85FC4B88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974F8-0D8C-4B57-9519-2C19BA16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6314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F20E6-DE62-4162-A91F-A9D2CAD5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0F59E-E0C5-4710-A44E-623DD76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04702-148D-4110-80C4-0ED3E115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8C0B9-C2F4-438D-9D82-B582433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CF6B4-3E21-4801-B6B0-6FF5A47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C5442-D743-4F60-9D56-067F947A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E8E03-29BC-42F7-AE21-48EDF2C7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72522-CDBF-4F15-A789-7E4C1568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1695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2026-08-15T02:50:13.3910000Z</dcterms:created>
  <dcterms:modified xsi:type="dcterms:W3CDTF">2026-08-15T02:50:13.3910000Z</dcterms:modified>
</coreProperties>
</file>